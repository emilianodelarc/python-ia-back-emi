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0" r:id="rId4"/>
    <p:sldMasterId id="2147483711" r:id="rId5"/>
    <p:sldMasterId id="214748371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y="5143500" cx="9144000"/>
  <p:notesSz cx="6858000" cy="9144000"/>
  <p:embeddedFontLst>
    <p:embeddedFont>
      <p:font typeface="Archivo Light"/>
      <p:regular r:id="rId42"/>
      <p:bold r:id="rId43"/>
      <p:italic r:id="rId44"/>
      <p:boldItalic r:id="rId45"/>
    </p:embeddedFont>
    <p:embeddedFont>
      <p:font typeface="Montserrat SemiBold"/>
      <p:regular r:id="rId46"/>
      <p:bold r:id="rId47"/>
      <p:italic r:id="rId48"/>
      <p:boldItalic r:id="rId49"/>
    </p:embeddedFont>
    <p:embeddedFont>
      <p:font typeface="Montserrat"/>
      <p:regular r:id="rId50"/>
      <p:bold r:id="rId51"/>
      <p:italic r:id="rId52"/>
      <p:boldItalic r:id="rId53"/>
    </p:embeddedFont>
    <p:embeddedFont>
      <p:font typeface="Montserrat Medium"/>
      <p:regular r:id="rId54"/>
      <p:bold r:id="rId55"/>
      <p:italic r:id="rId56"/>
      <p:boldItalic r:id="rId57"/>
    </p:embeddedFont>
    <p:embeddedFont>
      <p:font typeface="Montserrat Light"/>
      <p:regular r:id="rId58"/>
      <p:bold r:id="rId59"/>
      <p:italic r:id="rId60"/>
      <p:boldItalic r:id="rId61"/>
    </p:embeddedFont>
    <p:embeddedFont>
      <p:font typeface="Fira Code"/>
      <p:regular r:id="rId62"/>
      <p:bold r:id="rId63"/>
    </p:embeddedFont>
    <p:embeddedFont>
      <p:font typeface="Archivo"/>
      <p:regular r:id="rId64"/>
      <p:bold r:id="rId65"/>
      <p:italic r:id="rId66"/>
      <p:boldItalic r:id="rId67"/>
    </p:embeddedFont>
    <p:embeddedFont>
      <p:font typeface="Questrial"/>
      <p:regular r:id="rId6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2FE013D-C492-4891-99DE-B69493E85387}">
  <a:tblStyle styleId="{82FE013D-C492-4891-99DE-B69493E8538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font" Target="fonts/ArchivoLight-regular.fntdata"/><Relationship Id="rId41" Type="http://schemas.openxmlformats.org/officeDocument/2006/relationships/slide" Target="slides/slide34.xml"/><Relationship Id="rId44" Type="http://schemas.openxmlformats.org/officeDocument/2006/relationships/font" Target="fonts/ArchivoLight-italic.fntdata"/><Relationship Id="rId43" Type="http://schemas.openxmlformats.org/officeDocument/2006/relationships/font" Target="fonts/ArchivoLight-bold.fntdata"/><Relationship Id="rId46" Type="http://schemas.openxmlformats.org/officeDocument/2006/relationships/font" Target="fonts/MontserratSemiBold-regular.fntdata"/><Relationship Id="rId45" Type="http://schemas.openxmlformats.org/officeDocument/2006/relationships/font" Target="fonts/ArchivoLight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48" Type="http://schemas.openxmlformats.org/officeDocument/2006/relationships/font" Target="fonts/MontserratSemiBold-italic.fntdata"/><Relationship Id="rId47" Type="http://schemas.openxmlformats.org/officeDocument/2006/relationships/font" Target="fonts/MontserratSemiBold-bold.fntdata"/><Relationship Id="rId49" Type="http://schemas.openxmlformats.org/officeDocument/2006/relationships/font" Target="fonts/MontserratSemiBold-bold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font" Target="fonts/FiraCode-regular.fntdata"/><Relationship Id="rId61" Type="http://schemas.openxmlformats.org/officeDocument/2006/relationships/font" Target="fonts/MontserratLight-boldItalic.fntdata"/><Relationship Id="rId20" Type="http://schemas.openxmlformats.org/officeDocument/2006/relationships/slide" Target="slides/slide13.xml"/><Relationship Id="rId64" Type="http://schemas.openxmlformats.org/officeDocument/2006/relationships/font" Target="fonts/Archivo-regular.fntdata"/><Relationship Id="rId63" Type="http://schemas.openxmlformats.org/officeDocument/2006/relationships/font" Target="fonts/FiraCode-bold.fntdata"/><Relationship Id="rId22" Type="http://schemas.openxmlformats.org/officeDocument/2006/relationships/slide" Target="slides/slide15.xml"/><Relationship Id="rId66" Type="http://schemas.openxmlformats.org/officeDocument/2006/relationships/font" Target="fonts/Archivo-italic.fntdata"/><Relationship Id="rId21" Type="http://schemas.openxmlformats.org/officeDocument/2006/relationships/slide" Target="slides/slide14.xml"/><Relationship Id="rId65" Type="http://schemas.openxmlformats.org/officeDocument/2006/relationships/font" Target="fonts/Archivo-bold.fntdata"/><Relationship Id="rId24" Type="http://schemas.openxmlformats.org/officeDocument/2006/relationships/slide" Target="slides/slide17.xml"/><Relationship Id="rId68" Type="http://schemas.openxmlformats.org/officeDocument/2006/relationships/font" Target="fonts/Questrial-regular.fntdata"/><Relationship Id="rId23" Type="http://schemas.openxmlformats.org/officeDocument/2006/relationships/slide" Target="slides/slide16.xml"/><Relationship Id="rId67" Type="http://schemas.openxmlformats.org/officeDocument/2006/relationships/font" Target="fonts/Archivo-boldItalic.fntdata"/><Relationship Id="rId60" Type="http://schemas.openxmlformats.org/officeDocument/2006/relationships/font" Target="fonts/MontserratLight-italic.fntdata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Montserrat-bold.fntdata"/><Relationship Id="rId50" Type="http://schemas.openxmlformats.org/officeDocument/2006/relationships/font" Target="fonts/Montserrat-regular.fntdata"/><Relationship Id="rId53" Type="http://schemas.openxmlformats.org/officeDocument/2006/relationships/font" Target="fonts/Montserrat-boldItalic.fntdata"/><Relationship Id="rId52" Type="http://schemas.openxmlformats.org/officeDocument/2006/relationships/font" Target="fonts/Montserrat-italic.fntdata"/><Relationship Id="rId11" Type="http://schemas.openxmlformats.org/officeDocument/2006/relationships/slide" Target="slides/slide4.xml"/><Relationship Id="rId55" Type="http://schemas.openxmlformats.org/officeDocument/2006/relationships/font" Target="fonts/MontserratMedium-bold.fntdata"/><Relationship Id="rId10" Type="http://schemas.openxmlformats.org/officeDocument/2006/relationships/slide" Target="slides/slide3.xml"/><Relationship Id="rId54" Type="http://schemas.openxmlformats.org/officeDocument/2006/relationships/font" Target="fonts/MontserratMedium-regular.fntdata"/><Relationship Id="rId13" Type="http://schemas.openxmlformats.org/officeDocument/2006/relationships/slide" Target="slides/slide6.xml"/><Relationship Id="rId57" Type="http://schemas.openxmlformats.org/officeDocument/2006/relationships/font" Target="fonts/MontserratMedium-boldItalic.fntdata"/><Relationship Id="rId12" Type="http://schemas.openxmlformats.org/officeDocument/2006/relationships/slide" Target="slides/slide5.xml"/><Relationship Id="rId56" Type="http://schemas.openxmlformats.org/officeDocument/2006/relationships/font" Target="fonts/MontserratMedium-italic.fntdata"/><Relationship Id="rId15" Type="http://schemas.openxmlformats.org/officeDocument/2006/relationships/slide" Target="slides/slide8.xml"/><Relationship Id="rId59" Type="http://schemas.openxmlformats.org/officeDocument/2006/relationships/font" Target="fonts/MontserratLight-bold.fntdata"/><Relationship Id="rId14" Type="http://schemas.openxmlformats.org/officeDocument/2006/relationships/slide" Target="slides/slide7.xml"/><Relationship Id="rId58" Type="http://schemas.openxmlformats.org/officeDocument/2006/relationships/font" Target="fonts/MontserratLight-regular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1c9d07f4d9d_0_8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5" name="Google Shape;1025;g1c9d07f4d9d_0_8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g1c9d07f4d9d_0_1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5" name="Google Shape;1165;g1c9d07f4d9d_0_1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g1c9d07f4d9d_0_16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7" name="Google Shape;1187;g1c9d07f4d9d_0_16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g25a18642076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0" name="Google Shape;1290;g25a18642076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g25a1f860e66_0_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2" name="Google Shape;1302;g25a1f860e66_0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g25a1f860e6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3" name="Google Shape;1313;g25a1f860e6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4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g25a18642076_2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6" name="Google Shape;1346;g25a18642076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g25a540282fa_1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6" name="Google Shape;1416;g25a540282fa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g25a540282fa_1_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0" name="Google Shape;1430;g25a540282fa_1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g25a540282fa_1_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g25a540282fa_1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5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g25a540282fa_1_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7" name="Google Shape;1487;g25a540282fa_1_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9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g25a540282fa_1_4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1" name="Google Shape;1511;g25a540282fa_1_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4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g25a78e2263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6" name="Google Shape;1536;g25a78e2263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g25a78e2263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9" name="Google Shape;1569;g25a78e2263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3" name="Shape 1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4" name="Google Shape;1604;g25ae02a792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5" name="Google Shape;1605;g25ae02a792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9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Google Shape;1630;g25aa5ffadcf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1" name="Google Shape;1631;g25aa5ffadcf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0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g25a18642076_2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2" name="Google Shape;1652;g25a18642076_2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8" name="Shape 1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Google Shape;1689;g25a540282fa_1_5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0" name="Google Shape;1690;g25a540282fa_1_5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9" name="Shape 1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" name="Google Shape;1720;g25a78e2263a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1" name="Google Shape;1721;g25a78e2263a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9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g25a540282fa_1_5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1" name="Google Shape;1751;g25a540282fa_1_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7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g25a540282fa_1_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9" name="Google Shape;1819;g25a540282fa_1_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8" name="Shape 1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9" name="Google Shape;1849;g25a540282fa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0" name="Google Shape;1850;g25a540282fa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4" name="Shape 1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5" name="Google Shape;1885;g25a540282fa_1_6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6" name="Google Shape;1886;g25a540282fa_1_6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3" name="Shape 1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" name="Google Shape;1914;g25aa5ffadc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5" name="Google Shape;1915;g25aa5ffadc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9" name="Shape 1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0" name="Google Shape;1920;g25aa5ffadcf_1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1" name="Google Shape;1921;g25aa5ffadcf_1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7" name="Shape 1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8" name="Google Shape;1958;g25aa5ffadc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9" name="Google Shape;1959;g25aa5ffadc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8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g25aa5ffadcf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0" name="Google Shape;1990;g25aa5ffadc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7" name="Shape 2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8" name="Google Shape;2018;g25aa5ffadcf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9" name="Google Shape;2019;g25aa5ffadcf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5" name="Shape 2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6" name="Google Shape;2086;g25aa5ffadcf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7" name="Google Shape;2087;g25aa5ffadcf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1" name="Shape 2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2" name="Google Shape;2122;g25aa5ffadcf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3" name="Google Shape;2123;g25aa5ffadcf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9" name="Shape 2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" name="Google Shape;2150;g1c9ddddc3ac_0_1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1" name="Google Shape;2151;g1c9ddddc3ac_0_1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8" name="Shape 2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9" name="Google Shape;2199;g1c9ddddc3ac_0_20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0" name="Google Shape;2200;g1c9ddddc3ac_0_20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1" name="Shape 2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" name="Google Shape;2252;g1c9ddddc3ac_0_2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3" name="Google Shape;2253;g1c9ddddc3ac_0_2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5" name="Shape 2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6" name="Google Shape;2326;g34c1d92d8d7_0_1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7" name="Google Shape;2327;g34c1d92d8d7_0_1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gif"/><Relationship Id="rId3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1.gif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20.gif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Simple content ">
  <p:cSld name="TITLE_5">
    <p:bg>
      <p:bgPr>
        <a:solidFill>
          <a:srgbClr val="161616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13"/>
          <p:cNvPicPr preferRelativeResize="0"/>
          <p:nvPr/>
        </p:nvPicPr>
        <p:blipFill rotWithShape="1">
          <a:blip r:embed="rId3">
            <a:alphaModFix/>
          </a:blip>
          <a:srcRect b="318" l="9566" r="9" t="0"/>
          <a:stretch/>
        </p:blipFill>
        <p:spPr>
          <a:xfrm flipH="1">
            <a:off x="5078081" y="1288484"/>
            <a:ext cx="4065919" cy="38550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" name="Google Shape;53;p13"/>
          <p:cNvGrpSpPr/>
          <p:nvPr/>
        </p:nvGrpSpPr>
        <p:grpSpPr>
          <a:xfrm flipH="1">
            <a:off x="-122571" y="3600729"/>
            <a:ext cx="2249782" cy="1542819"/>
            <a:chOff x="2914650" y="3280000"/>
            <a:chExt cx="1371400" cy="942525"/>
          </a:xfrm>
        </p:grpSpPr>
        <p:sp>
          <p:nvSpPr>
            <p:cNvPr id="54" name="Google Shape;54;p13"/>
            <p:cNvSpPr/>
            <p:nvPr/>
          </p:nvSpPr>
          <p:spPr>
            <a:xfrm>
              <a:off x="3081700" y="3927650"/>
              <a:ext cx="1164000" cy="292875"/>
            </a:xfrm>
            <a:custGeom>
              <a:rect b="b" l="l" r="r" t="t"/>
              <a:pathLst>
                <a:path extrusionOk="0" h="11715" w="46560">
                  <a:moveTo>
                    <a:pt x="2079" y="1"/>
                  </a:moveTo>
                  <a:cubicBezTo>
                    <a:pt x="928" y="1"/>
                    <a:pt x="0" y="938"/>
                    <a:pt x="0" y="2088"/>
                  </a:cubicBezTo>
                  <a:lnTo>
                    <a:pt x="0" y="11714"/>
                  </a:lnTo>
                  <a:lnTo>
                    <a:pt x="46559" y="11714"/>
                  </a:lnTo>
                  <a:lnTo>
                    <a:pt x="46559" y="2088"/>
                  </a:lnTo>
                  <a:cubicBezTo>
                    <a:pt x="46559" y="938"/>
                    <a:pt x="45631" y="1"/>
                    <a:pt x="44481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13"/>
            <p:cNvSpPr/>
            <p:nvPr/>
          </p:nvSpPr>
          <p:spPr>
            <a:xfrm>
              <a:off x="3079700" y="3925650"/>
              <a:ext cx="1168000" cy="296875"/>
            </a:xfrm>
            <a:custGeom>
              <a:rect b="b" l="l" r="r" t="t"/>
              <a:pathLst>
                <a:path extrusionOk="0" h="11875" w="46720">
                  <a:moveTo>
                    <a:pt x="44561" y="161"/>
                  </a:moveTo>
                  <a:cubicBezTo>
                    <a:pt x="45658" y="161"/>
                    <a:pt x="46559" y="1062"/>
                    <a:pt x="46559" y="2168"/>
                  </a:cubicBezTo>
                  <a:lnTo>
                    <a:pt x="46559" y="11714"/>
                  </a:lnTo>
                  <a:lnTo>
                    <a:pt x="161" y="11714"/>
                  </a:lnTo>
                  <a:lnTo>
                    <a:pt x="161" y="2168"/>
                  </a:lnTo>
                  <a:cubicBezTo>
                    <a:pt x="161" y="1062"/>
                    <a:pt x="1053" y="161"/>
                    <a:pt x="2159" y="161"/>
                  </a:cubicBezTo>
                  <a:close/>
                  <a:moveTo>
                    <a:pt x="2159" y="1"/>
                  </a:moveTo>
                  <a:cubicBezTo>
                    <a:pt x="972" y="1"/>
                    <a:pt x="0" y="973"/>
                    <a:pt x="0" y="2168"/>
                  </a:cubicBezTo>
                  <a:lnTo>
                    <a:pt x="0" y="11874"/>
                  </a:lnTo>
                  <a:lnTo>
                    <a:pt x="46720" y="11874"/>
                  </a:lnTo>
                  <a:lnTo>
                    <a:pt x="46720" y="2168"/>
                  </a:lnTo>
                  <a:cubicBezTo>
                    <a:pt x="46720" y="973"/>
                    <a:pt x="45747" y="1"/>
                    <a:pt x="4456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3062075" y="3346450"/>
              <a:ext cx="17200" cy="17650"/>
            </a:xfrm>
            <a:custGeom>
              <a:rect b="b" l="l" r="r" t="t"/>
              <a:pathLst>
                <a:path extrusionOk="0" h="706" w="688">
                  <a:moveTo>
                    <a:pt x="339" y="1"/>
                  </a:moveTo>
                  <a:cubicBezTo>
                    <a:pt x="339" y="1"/>
                    <a:pt x="330" y="358"/>
                    <a:pt x="0" y="358"/>
                  </a:cubicBezTo>
                  <a:cubicBezTo>
                    <a:pt x="330" y="358"/>
                    <a:pt x="339" y="706"/>
                    <a:pt x="339" y="706"/>
                  </a:cubicBezTo>
                  <a:cubicBezTo>
                    <a:pt x="339" y="706"/>
                    <a:pt x="348" y="358"/>
                    <a:pt x="687" y="358"/>
                  </a:cubicBezTo>
                  <a:cubicBezTo>
                    <a:pt x="348" y="358"/>
                    <a:pt x="339" y="1"/>
                    <a:pt x="339" y="1"/>
                  </a:cubicBezTo>
                  <a:close/>
                </a:path>
              </a:pathLst>
            </a:custGeom>
            <a:solidFill>
              <a:srgbClr val="00CC7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4268875" y="3730950"/>
              <a:ext cx="17175" cy="17650"/>
            </a:xfrm>
            <a:custGeom>
              <a:rect b="b" l="l" r="r" t="t"/>
              <a:pathLst>
                <a:path extrusionOk="0" h="706" w="687">
                  <a:moveTo>
                    <a:pt x="339" y="1"/>
                  </a:moveTo>
                  <a:cubicBezTo>
                    <a:pt x="339" y="1"/>
                    <a:pt x="330" y="357"/>
                    <a:pt x="0" y="357"/>
                  </a:cubicBezTo>
                  <a:cubicBezTo>
                    <a:pt x="330" y="357"/>
                    <a:pt x="339" y="705"/>
                    <a:pt x="339" y="705"/>
                  </a:cubicBezTo>
                  <a:cubicBezTo>
                    <a:pt x="339" y="705"/>
                    <a:pt x="348" y="357"/>
                    <a:pt x="687" y="357"/>
                  </a:cubicBezTo>
                  <a:cubicBezTo>
                    <a:pt x="348" y="357"/>
                    <a:pt x="339" y="1"/>
                    <a:pt x="339" y="1"/>
                  </a:cubicBezTo>
                  <a:close/>
                </a:path>
              </a:pathLst>
            </a:custGeom>
            <a:solidFill>
              <a:srgbClr val="534192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3055825" y="3509525"/>
              <a:ext cx="66050" cy="121750"/>
            </a:xfrm>
            <a:custGeom>
              <a:rect b="b" l="l" r="r" t="t"/>
              <a:pathLst>
                <a:path extrusionOk="0" h="4870" w="2642">
                  <a:moveTo>
                    <a:pt x="2561" y="1"/>
                  </a:moveTo>
                  <a:cubicBezTo>
                    <a:pt x="2391" y="1"/>
                    <a:pt x="2228" y="96"/>
                    <a:pt x="2150" y="258"/>
                  </a:cubicBezTo>
                  <a:lnTo>
                    <a:pt x="0" y="4870"/>
                  </a:lnTo>
                  <a:cubicBezTo>
                    <a:pt x="66" y="4846"/>
                    <a:pt x="135" y="4835"/>
                    <a:pt x="203" y="4835"/>
                  </a:cubicBezTo>
                  <a:cubicBezTo>
                    <a:pt x="264" y="4835"/>
                    <a:pt x="325" y="4844"/>
                    <a:pt x="384" y="4861"/>
                  </a:cubicBezTo>
                  <a:lnTo>
                    <a:pt x="2641" y="8"/>
                  </a:lnTo>
                  <a:cubicBezTo>
                    <a:pt x="2614" y="3"/>
                    <a:pt x="2587" y="1"/>
                    <a:pt x="2561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3048025" y="3635975"/>
              <a:ext cx="117775" cy="68250"/>
            </a:xfrm>
            <a:custGeom>
              <a:rect b="b" l="l" r="r" t="t"/>
              <a:pathLst>
                <a:path extrusionOk="0" h="2730" w="4711">
                  <a:moveTo>
                    <a:pt x="515" y="0"/>
                  </a:moveTo>
                  <a:cubicBezTo>
                    <a:pt x="347" y="0"/>
                    <a:pt x="185" y="96"/>
                    <a:pt x="107" y="258"/>
                  </a:cubicBezTo>
                  <a:cubicBezTo>
                    <a:pt x="0" y="490"/>
                    <a:pt x="98" y="758"/>
                    <a:pt x="321" y="865"/>
                  </a:cubicBezTo>
                  <a:lnTo>
                    <a:pt x="4336" y="2729"/>
                  </a:lnTo>
                  <a:cubicBezTo>
                    <a:pt x="4282" y="2568"/>
                    <a:pt x="4291" y="2399"/>
                    <a:pt x="4363" y="2247"/>
                  </a:cubicBezTo>
                  <a:cubicBezTo>
                    <a:pt x="4443" y="2087"/>
                    <a:pt x="4568" y="1971"/>
                    <a:pt x="4711" y="1908"/>
                  </a:cubicBezTo>
                  <a:lnTo>
                    <a:pt x="705" y="44"/>
                  </a:lnTo>
                  <a:cubicBezTo>
                    <a:pt x="644" y="14"/>
                    <a:pt x="579" y="0"/>
                    <a:pt x="515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3070550" y="3511725"/>
              <a:ext cx="163050" cy="171075"/>
            </a:xfrm>
            <a:custGeom>
              <a:rect b="b" l="l" r="r" t="t"/>
              <a:pathLst>
                <a:path extrusionOk="0" h="6843" w="6522">
                  <a:moveTo>
                    <a:pt x="2257" y="0"/>
                  </a:moveTo>
                  <a:lnTo>
                    <a:pt x="0" y="4853"/>
                  </a:lnTo>
                  <a:lnTo>
                    <a:pt x="4265" y="6843"/>
                  </a:lnTo>
                  <a:lnTo>
                    <a:pt x="6522" y="1981"/>
                  </a:lnTo>
                  <a:lnTo>
                    <a:pt x="2257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3177600" y="3625200"/>
              <a:ext cx="378500" cy="115150"/>
            </a:xfrm>
            <a:custGeom>
              <a:rect b="b" l="l" r="r" t="t"/>
              <a:pathLst>
                <a:path extrusionOk="0" h="4606" w="15140">
                  <a:moveTo>
                    <a:pt x="13513" y="1"/>
                  </a:moveTo>
                  <a:cubicBezTo>
                    <a:pt x="13372" y="1"/>
                    <a:pt x="13229" y="21"/>
                    <a:pt x="13088" y="64"/>
                  </a:cubicBezTo>
                  <a:lnTo>
                    <a:pt x="7985" y="1661"/>
                  </a:lnTo>
                  <a:lnTo>
                    <a:pt x="1945" y="172"/>
                  </a:lnTo>
                  <a:cubicBezTo>
                    <a:pt x="1830" y="144"/>
                    <a:pt x="1716" y="131"/>
                    <a:pt x="1602" y="131"/>
                  </a:cubicBezTo>
                  <a:cubicBezTo>
                    <a:pt x="950" y="131"/>
                    <a:pt x="355" y="572"/>
                    <a:pt x="188" y="1233"/>
                  </a:cubicBezTo>
                  <a:cubicBezTo>
                    <a:pt x="0" y="2009"/>
                    <a:pt x="473" y="2794"/>
                    <a:pt x="1249" y="2982"/>
                  </a:cubicBezTo>
                  <a:lnTo>
                    <a:pt x="7690" y="4570"/>
                  </a:lnTo>
                  <a:cubicBezTo>
                    <a:pt x="7797" y="4596"/>
                    <a:pt x="7913" y="4605"/>
                    <a:pt x="8029" y="4605"/>
                  </a:cubicBezTo>
                  <a:cubicBezTo>
                    <a:pt x="8181" y="4605"/>
                    <a:pt x="8324" y="4587"/>
                    <a:pt x="8466" y="4543"/>
                  </a:cubicBezTo>
                  <a:lnTo>
                    <a:pt x="13944" y="2830"/>
                  </a:lnTo>
                  <a:cubicBezTo>
                    <a:pt x="14711" y="2589"/>
                    <a:pt x="15139" y="1777"/>
                    <a:pt x="14899" y="1019"/>
                  </a:cubicBezTo>
                  <a:cubicBezTo>
                    <a:pt x="14702" y="395"/>
                    <a:pt x="14128" y="1"/>
                    <a:pt x="13513" y="1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3043325" y="3770350"/>
              <a:ext cx="644575" cy="337550"/>
            </a:xfrm>
            <a:custGeom>
              <a:rect b="b" l="l" r="r" t="t"/>
              <a:pathLst>
                <a:path extrusionOk="0" h="13502" w="25783">
                  <a:moveTo>
                    <a:pt x="11695" y="0"/>
                  </a:moveTo>
                  <a:cubicBezTo>
                    <a:pt x="11072" y="0"/>
                    <a:pt x="10473" y="248"/>
                    <a:pt x="10037" y="699"/>
                  </a:cubicBezTo>
                  <a:lnTo>
                    <a:pt x="4488" y="6436"/>
                  </a:lnTo>
                  <a:lnTo>
                    <a:pt x="1517" y="8077"/>
                  </a:lnTo>
                  <a:cubicBezTo>
                    <a:pt x="402" y="8693"/>
                    <a:pt x="1" y="10093"/>
                    <a:pt x="616" y="11208"/>
                  </a:cubicBezTo>
                  <a:cubicBezTo>
                    <a:pt x="670" y="11315"/>
                    <a:pt x="732" y="11414"/>
                    <a:pt x="804" y="11503"/>
                  </a:cubicBezTo>
                  <a:cubicBezTo>
                    <a:pt x="875" y="12002"/>
                    <a:pt x="1098" y="12475"/>
                    <a:pt x="1491" y="12850"/>
                  </a:cubicBezTo>
                  <a:cubicBezTo>
                    <a:pt x="1937" y="13287"/>
                    <a:pt x="2517" y="13501"/>
                    <a:pt x="3097" y="13501"/>
                  </a:cubicBezTo>
                  <a:cubicBezTo>
                    <a:pt x="3694" y="13501"/>
                    <a:pt x="4301" y="13269"/>
                    <a:pt x="4756" y="12796"/>
                  </a:cubicBezTo>
                  <a:lnTo>
                    <a:pt x="7325" y="10147"/>
                  </a:lnTo>
                  <a:lnTo>
                    <a:pt x="14453" y="6204"/>
                  </a:lnTo>
                  <a:lnTo>
                    <a:pt x="20930" y="6213"/>
                  </a:lnTo>
                  <a:lnTo>
                    <a:pt x="23401" y="6213"/>
                  </a:lnTo>
                  <a:cubicBezTo>
                    <a:pt x="24614" y="6213"/>
                    <a:pt x="25622" y="5276"/>
                    <a:pt x="25702" y="4063"/>
                  </a:cubicBezTo>
                  <a:cubicBezTo>
                    <a:pt x="25783" y="2849"/>
                    <a:pt x="24917" y="1779"/>
                    <a:pt x="23713" y="1618"/>
                  </a:cubicBezTo>
                  <a:lnTo>
                    <a:pt x="12009" y="21"/>
                  </a:lnTo>
                  <a:cubicBezTo>
                    <a:pt x="11904" y="7"/>
                    <a:pt x="11799" y="0"/>
                    <a:pt x="11695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3509900" y="3624800"/>
              <a:ext cx="165950" cy="164375"/>
            </a:xfrm>
            <a:custGeom>
              <a:rect b="b" l="l" r="r" t="t"/>
              <a:pathLst>
                <a:path extrusionOk="0" h="6575" w="6638">
                  <a:moveTo>
                    <a:pt x="1" y="0"/>
                  </a:moveTo>
                  <a:lnTo>
                    <a:pt x="1018" y="5540"/>
                  </a:lnTo>
                  <a:cubicBezTo>
                    <a:pt x="1107" y="6147"/>
                    <a:pt x="1482" y="6575"/>
                    <a:pt x="2053" y="6575"/>
                  </a:cubicBezTo>
                  <a:lnTo>
                    <a:pt x="5603" y="6575"/>
                  </a:lnTo>
                  <a:cubicBezTo>
                    <a:pt x="6174" y="6575"/>
                    <a:pt x="6638" y="6111"/>
                    <a:pt x="6638" y="5540"/>
                  </a:cubicBezTo>
                  <a:lnTo>
                    <a:pt x="5871" y="1347"/>
                  </a:lnTo>
                  <a:cubicBezTo>
                    <a:pt x="5728" y="571"/>
                    <a:pt x="5050" y="0"/>
                    <a:pt x="4256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3"/>
            <p:cNvSpPr/>
            <p:nvPr/>
          </p:nvSpPr>
          <p:spPr>
            <a:xfrm>
              <a:off x="2919100" y="3953975"/>
              <a:ext cx="215250" cy="176875"/>
            </a:xfrm>
            <a:custGeom>
              <a:rect b="b" l="l" r="r" t="t"/>
              <a:pathLst>
                <a:path extrusionOk="0" h="7075" w="8610">
                  <a:moveTo>
                    <a:pt x="1" y="1"/>
                  </a:moveTo>
                  <a:lnTo>
                    <a:pt x="3989" y="7075"/>
                  </a:lnTo>
                  <a:lnTo>
                    <a:pt x="8610" y="4773"/>
                  </a:lnTo>
                  <a:lnTo>
                    <a:pt x="7298" y="224"/>
                  </a:lnTo>
                  <a:cubicBezTo>
                    <a:pt x="6154" y="790"/>
                    <a:pt x="5021" y="986"/>
                    <a:pt x="4002" y="986"/>
                  </a:cubicBezTo>
                  <a:cubicBezTo>
                    <a:pt x="1716" y="98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2914650" y="3949525"/>
              <a:ext cx="221925" cy="183575"/>
            </a:xfrm>
            <a:custGeom>
              <a:rect b="b" l="l" r="r" t="t"/>
              <a:pathLst>
                <a:path extrusionOk="0" h="7343" w="8877">
                  <a:moveTo>
                    <a:pt x="357" y="348"/>
                  </a:moveTo>
                  <a:lnTo>
                    <a:pt x="357" y="348"/>
                  </a:lnTo>
                  <a:cubicBezTo>
                    <a:pt x="881" y="601"/>
                    <a:pt x="2354" y="1225"/>
                    <a:pt x="4183" y="1225"/>
                  </a:cubicBezTo>
                  <a:cubicBezTo>
                    <a:pt x="5191" y="1225"/>
                    <a:pt x="6307" y="1036"/>
                    <a:pt x="7432" y="491"/>
                  </a:cubicBezTo>
                  <a:lnTo>
                    <a:pt x="8707" y="4916"/>
                  </a:lnTo>
                  <a:lnTo>
                    <a:pt x="4193" y="7164"/>
                  </a:lnTo>
                  <a:lnTo>
                    <a:pt x="357" y="348"/>
                  </a:lnTo>
                  <a:close/>
                  <a:moveTo>
                    <a:pt x="0" y="0"/>
                  </a:moveTo>
                  <a:lnTo>
                    <a:pt x="4140" y="7342"/>
                  </a:lnTo>
                  <a:lnTo>
                    <a:pt x="8877" y="4987"/>
                  </a:lnTo>
                  <a:lnTo>
                    <a:pt x="7512" y="295"/>
                  </a:lnTo>
                  <a:lnTo>
                    <a:pt x="7441" y="339"/>
                  </a:lnTo>
                  <a:cubicBezTo>
                    <a:pt x="6314" y="898"/>
                    <a:pt x="5194" y="1092"/>
                    <a:pt x="4184" y="1092"/>
                  </a:cubicBezTo>
                  <a:cubicBezTo>
                    <a:pt x="1940" y="1092"/>
                    <a:pt x="239" y="137"/>
                    <a:pt x="215" y="12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3189650" y="3825525"/>
              <a:ext cx="403250" cy="238200"/>
            </a:xfrm>
            <a:custGeom>
              <a:rect b="b" l="l" r="r" t="t"/>
              <a:pathLst>
                <a:path extrusionOk="0" h="9528" w="16130">
                  <a:moveTo>
                    <a:pt x="8564" y="0"/>
                  </a:moveTo>
                  <a:lnTo>
                    <a:pt x="0" y="9394"/>
                  </a:lnTo>
                  <a:lnTo>
                    <a:pt x="152" y="9528"/>
                  </a:lnTo>
                  <a:lnTo>
                    <a:pt x="8654" y="205"/>
                  </a:lnTo>
                  <a:lnTo>
                    <a:pt x="16129" y="205"/>
                  </a:lnTo>
                  <a:lnTo>
                    <a:pt x="161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3616300" y="3669625"/>
              <a:ext cx="45075" cy="121350"/>
            </a:xfrm>
            <a:custGeom>
              <a:rect b="b" l="l" r="r" t="t"/>
              <a:pathLst>
                <a:path extrusionOk="0" h="4854" w="1803">
                  <a:moveTo>
                    <a:pt x="1606" y="0"/>
                  </a:moveTo>
                  <a:lnTo>
                    <a:pt x="0" y="4782"/>
                  </a:lnTo>
                  <a:lnTo>
                    <a:pt x="196" y="4853"/>
                  </a:lnTo>
                  <a:lnTo>
                    <a:pt x="1802" y="63"/>
                  </a:lnTo>
                  <a:lnTo>
                    <a:pt x="16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3337500" y="3634175"/>
              <a:ext cx="317175" cy="229950"/>
            </a:xfrm>
            <a:custGeom>
              <a:rect b="b" l="l" r="r" t="t"/>
              <a:pathLst>
                <a:path extrusionOk="0" h="9198" w="12687">
                  <a:moveTo>
                    <a:pt x="11076" y="0"/>
                  </a:moveTo>
                  <a:cubicBezTo>
                    <a:pt x="10457" y="0"/>
                    <a:pt x="9879" y="405"/>
                    <a:pt x="9689" y="1026"/>
                  </a:cubicBezTo>
                  <a:lnTo>
                    <a:pt x="8208" y="5861"/>
                  </a:lnTo>
                  <a:lnTo>
                    <a:pt x="2142" y="3604"/>
                  </a:lnTo>
                  <a:cubicBezTo>
                    <a:pt x="1977" y="3543"/>
                    <a:pt x="1808" y="3514"/>
                    <a:pt x="1642" y="3514"/>
                  </a:cubicBezTo>
                  <a:cubicBezTo>
                    <a:pt x="1053" y="3514"/>
                    <a:pt x="500" y="3876"/>
                    <a:pt x="277" y="4460"/>
                  </a:cubicBezTo>
                  <a:cubicBezTo>
                    <a:pt x="1" y="5210"/>
                    <a:pt x="384" y="6039"/>
                    <a:pt x="1134" y="6325"/>
                  </a:cubicBezTo>
                  <a:lnTo>
                    <a:pt x="8636" y="9108"/>
                  </a:lnTo>
                  <a:cubicBezTo>
                    <a:pt x="8806" y="9171"/>
                    <a:pt x="8975" y="9197"/>
                    <a:pt x="9145" y="9197"/>
                  </a:cubicBezTo>
                  <a:cubicBezTo>
                    <a:pt x="9368" y="9197"/>
                    <a:pt x="9582" y="9153"/>
                    <a:pt x="9787" y="9055"/>
                  </a:cubicBezTo>
                  <a:cubicBezTo>
                    <a:pt x="10144" y="8876"/>
                    <a:pt x="10412" y="8555"/>
                    <a:pt x="10528" y="8180"/>
                  </a:cubicBezTo>
                  <a:lnTo>
                    <a:pt x="12455" y="1873"/>
                  </a:lnTo>
                  <a:cubicBezTo>
                    <a:pt x="12686" y="1106"/>
                    <a:pt x="12258" y="303"/>
                    <a:pt x="11491" y="62"/>
                  </a:cubicBezTo>
                  <a:cubicBezTo>
                    <a:pt x="11353" y="20"/>
                    <a:pt x="11213" y="0"/>
                    <a:pt x="11076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3196550" y="3711425"/>
              <a:ext cx="199200" cy="84900"/>
            </a:xfrm>
            <a:custGeom>
              <a:rect b="b" l="l" r="r" t="t"/>
              <a:pathLst>
                <a:path extrusionOk="0" h="3396" w="7968">
                  <a:moveTo>
                    <a:pt x="5337" y="0"/>
                  </a:moveTo>
                  <a:cubicBezTo>
                    <a:pt x="4554" y="0"/>
                    <a:pt x="3656" y="148"/>
                    <a:pt x="2731" y="594"/>
                  </a:cubicBezTo>
                  <a:cubicBezTo>
                    <a:pt x="1" y="1915"/>
                    <a:pt x="4907" y="2414"/>
                    <a:pt x="7200" y="3395"/>
                  </a:cubicBezTo>
                  <a:lnTo>
                    <a:pt x="7967" y="567"/>
                  </a:lnTo>
                  <a:cubicBezTo>
                    <a:pt x="7967" y="567"/>
                    <a:pt x="6872" y="0"/>
                    <a:pt x="533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3241825" y="3699550"/>
              <a:ext cx="95925" cy="28975"/>
            </a:xfrm>
            <a:custGeom>
              <a:rect b="b" l="l" r="r" t="t"/>
              <a:pathLst>
                <a:path extrusionOk="0" h="1159" w="3837">
                  <a:moveTo>
                    <a:pt x="631" y="0"/>
                  </a:moveTo>
                  <a:cubicBezTo>
                    <a:pt x="1" y="0"/>
                    <a:pt x="468" y="1062"/>
                    <a:pt x="2873" y="1158"/>
                  </a:cubicBezTo>
                  <a:lnTo>
                    <a:pt x="3837" y="498"/>
                  </a:lnTo>
                  <a:cubicBezTo>
                    <a:pt x="3837" y="498"/>
                    <a:pt x="1696" y="284"/>
                    <a:pt x="884" y="43"/>
                  </a:cubicBezTo>
                  <a:cubicBezTo>
                    <a:pt x="786" y="14"/>
                    <a:pt x="702" y="0"/>
                    <a:pt x="631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3240725" y="3734425"/>
              <a:ext cx="78975" cy="10375"/>
            </a:xfrm>
            <a:custGeom>
              <a:rect b="b" l="l" r="r" t="t"/>
              <a:pathLst>
                <a:path extrusionOk="0" h="415" w="3159">
                  <a:moveTo>
                    <a:pt x="2191" y="1"/>
                  </a:moveTo>
                  <a:cubicBezTo>
                    <a:pt x="979" y="1"/>
                    <a:pt x="14" y="211"/>
                    <a:pt x="0" y="218"/>
                  </a:cubicBezTo>
                  <a:lnTo>
                    <a:pt x="45" y="415"/>
                  </a:lnTo>
                  <a:cubicBezTo>
                    <a:pt x="59" y="415"/>
                    <a:pt x="1015" y="209"/>
                    <a:pt x="2206" y="209"/>
                  </a:cubicBezTo>
                  <a:cubicBezTo>
                    <a:pt x="2503" y="209"/>
                    <a:pt x="2816" y="222"/>
                    <a:pt x="3131" y="254"/>
                  </a:cubicBezTo>
                  <a:lnTo>
                    <a:pt x="3158" y="49"/>
                  </a:lnTo>
                  <a:cubicBezTo>
                    <a:pt x="2827" y="14"/>
                    <a:pt x="2501" y="1"/>
                    <a:pt x="219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3257675" y="3716225"/>
              <a:ext cx="61800" cy="10725"/>
            </a:xfrm>
            <a:custGeom>
              <a:rect b="b" l="l" r="r" t="t"/>
              <a:pathLst>
                <a:path extrusionOk="0" h="429" w="2472">
                  <a:moveTo>
                    <a:pt x="2402" y="1"/>
                  </a:moveTo>
                  <a:cubicBezTo>
                    <a:pt x="1203" y="1"/>
                    <a:pt x="9" y="224"/>
                    <a:pt x="0" y="224"/>
                  </a:cubicBezTo>
                  <a:lnTo>
                    <a:pt x="36" y="429"/>
                  </a:lnTo>
                  <a:cubicBezTo>
                    <a:pt x="44" y="421"/>
                    <a:pt x="1137" y="213"/>
                    <a:pt x="2267" y="213"/>
                  </a:cubicBezTo>
                  <a:cubicBezTo>
                    <a:pt x="2332" y="213"/>
                    <a:pt x="2397" y="213"/>
                    <a:pt x="2462" y="215"/>
                  </a:cubicBezTo>
                  <a:lnTo>
                    <a:pt x="2471" y="1"/>
                  </a:lnTo>
                  <a:cubicBezTo>
                    <a:pt x="2448" y="1"/>
                    <a:pt x="2425" y="1"/>
                    <a:pt x="240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3415800" y="3623225"/>
              <a:ext cx="184675" cy="157700"/>
            </a:xfrm>
            <a:custGeom>
              <a:rect b="b" l="l" r="r" t="t"/>
              <a:pathLst>
                <a:path extrusionOk="0" h="6308" w="7387">
                  <a:moveTo>
                    <a:pt x="7190" y="1"/>
                  </a:moveTo>
                  <a:lnTo>
                    <a:pt x="5058" y="6040"/>
                  </a:lnTo>
                  <a:lnTo>
                    <a:pt x="71" y="4336"/>
                  </a:lnTo>
                  <a:lnTo>
                    <a:pt x="0" y="4533"/>
                  </a:lnTo>
                  <a:lnTo>
                    <a:pt x="5183" y="6308"/>
                  </a:lnTo>
                  <a:lnTo>
                    <a:pt x="7387" y="63"/>
                  </a:lnTo>
                  <a:lnTo>
                    <a:pt x="719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2966625" y="3968475"/>
              <a:ext cx="224825" cy="162600"/>
            </a:xfrm>
            <a:custGeom>
              <a:rect b="b" l="l" r="r" t="t"/>
              <a:pathLst>
                <a:path extrusionOk="0" h="6504" w="8993">
                  <a:moveTo>
                    <a:pt x="6147" y="0"/>
                  </a:moveTo>
                  <a:cubicBezTo>
                    <a:pt x="4709" y="1547"/>
                    <a:pt x="2159" y="1764"/>
                    <a:pt x="841" y="1764"/>
                  </a:cubicBezTo>
                  <a:cubicBezTo>
                    <a:pt x="327" y="1764"/>
                    <a:pt x="0" y="1731"/>
                    <a:pt x="0" y="1731"/>
                  </a:cubicBezTo>
                  <a:lnTo>
                    <a:pt x="0" y="1731"/>
                  </a:lnTo>
                  <a:lnTo>
                    <a:pt x="6450" y="6504"/>
                  </a:lnTo>
                  <a:lnTo>
                    <a:pt x="8992" y="3747"/>
                  </a:lnTo>
                  <a:lnTo>
                    <a:pt x="61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2960600" y="3965800"/>
              <a:ext cx="233075" cy="167525"/>
            </a:xfrm>
            <a:custGeom>
              <a:rect b="b" l="l" r="r" t="t"/>
              <a:pathLst>
                <a:path extrusionOk="0" h="6701" w="9323">
                  <a:moveTo>
                    <a:pt x="6379" y="214"/>
                  </a:moveTo>
                  <a:lnTo>
                    <a:pt x="9144" y="3845"/>
                  </a:lnTo>
                  <a:lnTo>
                    <a:pt x="6682" y="6513"/>
                  </a:lnTo>
                  <a:lnTo>
                    <a:pt x="473" y="1927"/>
                  </a:lnTo>
                  <a:lnTo>
                    <a:pt x="473" y="1927"/>
                  </a:lnTo>
                  <a:cubicBezTo>
                    <a:pt x="610" y="1934"/>
                    <a:pt x="801" y="1941"/>
                    <a:pt x="1033" y="1941"/>
                  </a:cubicBezTo>
                  <a:cubicBezTo>
                    <a:pt x="2332" y="1941"/>
                    <a:pt x="4911" y="1736"/>
                    <a:pt x="6379" y="214"/>
                  </a:cubicBezTo>
                  <a:close/>
                  <a:moveTo>
                    <a:pt x="6397" y="0"/>
                  </a:moveTo>
                  <a:lnTo>
                    <a:pt x="6334" y="63"/>
                  </a:lnTo>
                  <a:cubicBezTo>
                    <a:pt x="4922" y="1585"/>
                    <a:pt x="2372" y="1800"/>
                    <a:pt x="1067" y="1800"/>
                  </a:cubicBezTo>
                  <a:cubicBezTo>
                    <a:pt x="575" y="1800"/>
                    <a:pt x="260" y="1769"/>
                    <a:pt x="250" y="1767"/>
                  </a:cubicBezTo>
                  <a:lnTo>
                    <a:pt x="0" y="1740"/>
                  </a:lnTo>
                  <a:lnTo>
                    <a:pt x="6700" y="6700"/>
                  </a:lnTo>
                  <a:lnTo>
                    <a:pt x="9323" y="3854"/>
                  </a:lnTo>
                  <a:lnTo>
                    <a:pt x="6397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3515700" y="3670075"/>
              <a:ext cx="23000" cy="104850"/>
            </a:xfrm>
            <a:custGeom>
              <a:rect b="b" l="l" r="r" t="t"/>
              <a:pathLst>
                <a:path extrusionOk="0" h="4194" w="920">
                  <a:moveTo>
                    <a:pt x="206" y="0"/>
                  </a:moveTo>
                  <a:lnTo>
                    <a:pt x="1" y="36"/>
                  </a:lnTo>
                  <a:lnTo>
                    <a:pt x="714" y="4193"/>
                  </a:lnTo>
                  <a:lnTo>
                    <a:pt x="920" y="4157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3177600" y="3613650"/>
              <a:ext cx="55550" cy="88550"/>
            </a:xfrm>
            <a:custGeom>
              <a:rect b="b" l="l" r="r" t="t"/>
              <a:pathLst>
                <a:path extrusionOk="0" h="3542" w="2222">
                  <a:moveTo>
                    <a:pt x="1330" y="0"/>
                  </a:moveTo>
                  <a:lnTo>
                    <a:pt x="0" y="2578"/>
                  </a:lnTo>
                  <a:cubicBezTo>
                    <a:pt x="0" y="2578"/>
                    <a:pt x="134" y="2980"/>
                    <a:pt x="553" y="3212"/>
                  </a:cubicBezTo>
                  <a:cubicBezTo>
                    <a:pt x="759" y="3328"/>
                    <a:pt x="1419" y="3542"/>
                    <a:pt x="1419" y="3542"/>
                  </a:cubicBezTo>
                  <a:lnTo>
                    <a:pt x="2222" y="598"/>
                  </a:lnTo>
                  <a:lnTo>
                    <a:pt x="1330" y="0"/>
                  </a:ln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3"/>
            <p:cNvSpPr/>
            <p:nvPr/>
          </p:nvSpPr>
          <p:spPr>
            <a:xfrm>
              <a:off x="3177600" y="3606500"/>
              <a:ext cx="12725" cy="19650"/>
            </a:xfrm>
            <a:custGeom>
              <a:rect b="b" l="l" r="r" t="t"/>
              <a:pathLst>
                <a:path extrusionOk="0" h="786" w="509">
                  <a:moveTo>
                    <a:pt x="0" y="1"/>
                  </a:moveTo>
                  <a:lnTo>
                    <a:pt x="0" y="1"/>
                  </a:lnTo>
                  <a:cubicBezTo>
                    <a:pt x="90" y="277"/>
                    <a:pt x="250" y="527"/>
                    <a:pt x="455" y="732"/>
                  </a:cubicBezTo>
                  <a:cubicBezTo>
                    <a:pt x="473" y="750"/>
                    <a:pt x="491" y="768"/>
                    <a:pt x="509" y="786"/>
                  </a:cubicBezTo>
                  <a:cubicBezTo>
                    <a:pt x="339" y="572"/>
                    <a:pt x="206" y="322"/>
                    <a:pt x="143" y="45"/>
                  </a:cubicBezTo>
                  <a:cubicBezTo>
                    <a:pt x="99" y="27"/>
                    <a:pt x="54" y="10"/>
                    <a:pt x="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3"/>
            <p:cNvSpPr/>
            <p:nvPr/>
          </p:nvSpPr>
          <p:spPr>
            <a:xfrm>
              <a:off x="3181175" y="3607625"/>
              <a:ext cx="43725" cy="30350"/>
            </a:xfrm>
            <a:custGeom>
              <a:rect b="b" l="l" r="r" t="t"/>
              <a:pathLst>
                <a:path extrusionOk="0" h="1214" w="1749">
                  <a:moveTo>
                    <a:pt x="0" y="0"/>
                  </a:moveTo>
                  <a:cubicBezTo>
                    <a:pt x="63" y="277"/>
                    <a:pt x="196" y="527"/>
                    <a:pt x="366" y="741"/>
                  </a:cubicBezTo>
                  <a:cubicBezTo>
                    <a:pt x="598" y="955"/>
                    <a:pt x="883" y="1115"/>
                    <a:pt x="1178" y="1214"/>
                  </a:cubicBezTo>
                  <a:cubicBezTo>
                    <a:pt x="1365" y="1008"/>
                    <a:pt x="1561" y="794"/>
                    <a:pt x="1749" y="589"/>
                  </a:cubicBezTo>
                  <a:cubicBezTo>
                    <a:pt x="1142" y="437"/>
                    <a:pt x="553" y="232"/>
                    <a:pt x="0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3"/>
            <p:cNvSpPr/>
            <p:nvPr/>
          </p:nvSpPr>
          <p:spPr>
            <a:xfrm>
              <a:off x="3175375" y="3589550"/>
              <a:ext cx="5825" cy="18100"/>
            </a:xfrm>
            <a:custGeom>
              <a:rect b="b" l="l" r="r" t="t"/>
              <a:pathLst>
                <a:path extrusionOk="0" h="724" w="233">
                  <a:moveTo>
                    <a:pt x="36" y="1"/>
                  </a:moveTo>
                  <a:cubicBezTo>
                    <a:pt x="0" y="233"/>
                    <a:pt x="18" y="465"/>
                    <a:pt x="89" y="679"/>
                  </a:cubicBezTo>
                  <a:cubicBezTo>
                    <a:pt x="143" y="688"/>
                    <a:pt x="188" y="705"/>
                    <a:pt x="232" y="723"/>
                  </a:cubicBezTo>
                  <a:cubicBezTo>
                    <a:pt x="152" y="509"/>
                    <a:pt x="116" y="277"/>
                    <a:pt x="143" y="54"/>
                  </a:cubicBezTo>
                  <a:cubicBezTo>
                    <a:pt x="107" y="27"/>
                    <a:pt x="72" y="1"/>
                    <a:pt x="36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3"/>
            <p:cNvSpPr/>
            <p:nvPr/>
          </p:nvSpPr>
          <p:spPr>
            <a:xfrm>
              <a:off x="3178275" y="3590900"/>
              <a:ext cx="46625" cy="31475"/>
            </a:xfrm>
            <a:custGeom>
              <a:rect b="b" l="l" r="r" t="t"/>
              <a:pathLst>
                <a:path extrusionOk="0" h="1259" w="1865">
                  <a:moveTo>
                    <a:pt x="27" y="0"/>
                  </a:moveTo>
                  <a:lnTo>
                    <a:pt x="27" y="0"/>
                  </a:lnTo>
                  <a:cubicBezTo>
                    <a:pt x="0" y="223"/>
                    <a:pt x="36" y="455"/>
                    <a:pt x="116" y="669"/>
                  </a:cubicBezTo>
                  <a:cubicBezTo>
                    <a:pt x="669" y="901"/>
                    <a:pt x="1258" y="1106"/>
                    <a:pt x="1865" y="1258"/>
                  </a:cubicBezTo>
                  <a:cubicBezTo>
                    <a:pt x="1677" y="1133"/>
                    <a:pt x="1490" y="1008"/>
                    <a:pt x="1303" y="874"/>
                  </a:cubicBezTo>
                  <a:cubicBezTo>
                    <a:pt x="857" y="607"/>
                    <a:pt x="428" y="312"/>
                    <a:pt x="2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3"/>
            <p:cNvSpPr/>
            <p:nvPr/>
          </p:nvSpPr>
          <p:spPr>
            <a:xfrm>
              <a:off x="3176250" y="3586425"/>
              <a:ext cx="4500" cy="4500"/>
            </a:xfrm>
            <a:custGeom>
              <a:rect b="b" l="l" r="r" t="t"/>
              <a:pathLst>
                <a:path extrusionOk="0" h="180" w="180">
                  <a:moveTo>
                    <a:pt x="90" y="1"/>
                  </a:moveTo>
                  <a:cubicBezTo>
                    <a:pt x="37" y="1"/>
                    <a:pt x="10" y="72"/>
                    <a:pt x="1" y="126"/>
                  </a:cubicBezTo>
                  <a:cubicBezTo>
                    <a:pt x="37" y="126"/>
                    <a:pt x="72" y="152"/>
                    <a:pt x="108" y="179"/>
                  </a:cubicBezTo>
                  <a:cubicBezTo>
                    <a:pt x="108" y="126"/>
                    <a:pt x="135" y="54"/>
                    <a:pt x="179" y="54"/>
                  </a:cubicBezTo>
                  <a:cubicBezTo>
                    <a:pt x="161" y="28"/>
                    <a:pt x="126" y="1"/>
                    <a:pt x="9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3"/>
            <p:cNvSpPr/>
            <p:nvPr/>
          </p:nvSpPr>
          <p:spPr>
            <a:xfrm>
              <a:off x="3178925" y="3587775"/>
              <a:ext cx="31925" cy="25000"/>
            </a:xfrm>
            <a:custGeom>
              <a:rect b="b" l="l" r="r" t="t"/>
              <a:pathLst>
                <a:path extrusionOk="0" h="1000" w="1277">
                  <a:moveTo>
                    <a:pt x="72" y="0"/>
                  </a:moveTo>
                  <a:cubicBezTo>
                    <a:pt x="28" y="0"/>
                    <a:pt x="1" y="72"/>
                    <a:pt x="1" y="125"/>
                  </a:cubicBezTo>
                  <a:cubicBezTo>
                    <a:pt x="402" y="437"/>
                    <a:pt x="831" y="732"/>
                    <a:pt x="1277" y="999"/>
                  </a:cubicBezTo>
                  <a:cubicBezTo>
                    <a:pt x="1232" y="964"/>
                    <a:pt x="1178" y="928"/>
                    <a:pt x="1134" y="892"/>
                  </a:cubicBezTo>
                  <a:cubicBezTo>
                    <a:pt x="768" y="616"/>
                    <a:pt x="411" y="321"/>
                    <a:pt x="72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3"/>
            <p:cNvSpPr/>
            <p:nvPr/>
          </p:nvSpPr>
          <p:spPr>
            <a:xfrm>
              <a:off x="3527075" y="3467550"/>
              <a:ext cx="42175" cy="42175"/>
            </a:xfrm>
            <a:custGeom>
              <a:rect b="b" l="l" r="r" t="t"/>
              <a:pathLst>
                <a:path extrusionOk="0" h="1687" w="1687">
                  <a:moveTo>
                    <a:pt x="848" y="1"/>
                  </a:moveTo>
                  <a:cubicBezTo>
                    <a:pt x="375" y="1"/>
                    <a:pt x="1" y="376"/>
                    <a:pt x="1" y="839"/>
                  </a:cubicBezTo>
                  <a:cubicBezTo>
                    <a:pt x="1" y="1312"/>
                    <a:pt x="375" y="1687"/>
                    <a:pt x="848" y="1687"/>
                  </a:cubicBezTo>
                  <a:cubicBezTo>
                    <a:pt x="1312" y="1687"/>
                    <a:pt x="1687" y="1312"/>
                    <a:pt x="1687" y="839"/>
                  </a:cubicBezTo>
                  <a:cubicBezTo>
                    <a:pt x="1687" y="376"/>
                    <a:pt x="1312" y="1"/>
                    <a:pt x="848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3520825" y="3494750"/>
              <a:ext cx="123150" cy="114000"/>
            </a:xfrm>
            <a:custGeom>
              <a:rect b="b" l="l" r="r" t="t"/>
              <a:pathLst>
                <a:path extrusionOk="0" h="4560" w="4926">
                  <a:moveTo>
                    <a:pt x="2402" y="1"/>
                  </a:moveTo>
                  <a:cubicBezTo>
                    <a:pt x="1385" y="1"/>
                    <a:pt x="459" y="683"/>
                    <a:pt x="188" y="1714"/>
                  </a:cubicBezTo>
                  <a:cubicBezTo>
                    <a:pt x="1" y="2446"/>
                    <a:pt x="197" y="3195"/>
                    <a:pt x="652" y="3739"/>
                  </a:cubicBezTo>
                  <a:cubicBezTo>
                    <a:pt x="947" y="4096"/>
                    <a:pt x="1348" y="4364"/>
                    <a:pt x="1830" y="4489"/>
                  </a:cubicBezTo>
                  <a:cubicBezTo>
                    <a:pt x="2017" y="4537"/>
                    <a:pt x="2205" y="4560"/>
                    <a:pt x="2391" y="4560"/>
                  </a:cubicBezTo>
                  <a:cubicBezTo>
                    <a:pt x="2684" y="4560"/>
                    <a:pt x="2972" y="4503"/>
                    <a:pt x="3239" y="4399"/>
                  </a:cubicBezTo>
                  <a:cubicBezTo>
                    <a:pt x="3890" y="4141"/>
                    <a:pt x="4417" y="3579"/>
                    <a:pt x="4604" y="2847"/>
                  </a:cubicBezTo>
                  <a:cubicBezTo>
                    <a:pt x="4925" y="1625"/>
                    <a:pt x="4185" y="385"/>
                    <a:pt x="2972" y="73"/>
                  </a:cubicBezTo>
                  <a:cubicBezTo>
                    <a:pt x="2781" y="24"/>
                    <a:pt x="2590" y="1"/>
                    <a:pt x="2402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3576150" y="3542050"/>
              <a:ext cx="18525" cy="10050"/>
            </a:xfrm>
            <a:custGeom>
              <a:rect b="b" l="l" r="r" t="t"/>
              <a:pathLst>
                <a:path extrusionOk="0" h="402" w="741">
                  <a:moveTo>
                    <a:pt x="130" y="0"/>
                  </a:moveTo>
                  <a:cubicBezTo>
                    <a:pt x="86" y="0"/>
                    <a:pt x="41" y="31"/>
                    <a:pt x="27" y="72"/>
                  </a:cubicBezTo>
                  <a:cubicBezTo>
                    <a:pt x="0" y="134"/>
                    <a:pt x="36" y="197"/>
                    <a:pt x="90" y="224"/>
                  </a:cubicBezTo>
                  <a:lnTo>
                    <a:pt x="571" y="402"/>
                  </a:lnTo>
                  <a:lnTo>
                    <a:pt x="607" y="402"/>
                  </a:lnTo>
                  <a:cubicBezTo>
                    <a:pt x="660" y="402"/>
                    <a:pt x="696" y="375"/>
                    <a:pt x="714" y="331"/>
                  </a:cubicBezTo>
                  <a:cubicBezTo>
                    <a:pt x="741" y="277"/>
                    <a:pt x="705" y="206"/>
                    <a:pt x="652" y="188"/>
                  </a:cubicBezTo>
                  <a:lnTo>
                    <a:pt x="170" y="9"/>
                  </a:lnTo>
                  <a:cubicBezTo>
                    <a:pt x="157" y="3"/>
                    <a:pt x="144" y="0"/>
                    <a:pt x="13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3533775" y="3533575"/>
              <a:ext cx="16750" cy="6050"/>
            </a:xfrm>
            <a:custGeom>
              <a:rect b="b" l="l" r="r" t="t"/>
              <a:pathLst>
                <a:path extrusionOk="0" h="242" w="670">
                  <a:moveTo>
                    <a:pt x="116" y="1"/>
                  </a:moveTo>
                  <a:cubicBezTo>
                    <a:pt x="54" y="1"/>
                    <a:pt x="0" y="54"/>
                    <a:pt x="0" y="116"/>
                  </a:cubicBezTo>
                  <a:cubicBezTo>
                    <a:pt x="0" y="179"/>
                    <a:pt x="45" y="224"/>
                    <a:pt x="107" y="232"/>
                  </a:cubicBezTo>
                  <a:lnTo>
                    <a:pt x="544" y="241"/>
                  </a:lnTo>
                  <a:lnTo>
                    <a:pt x="553" y="241"/>
                  </a:lnTo>
                  <a:cubicBezTo>
                    <a:pt x="607" y="241"/>
                    <a:pt x="660" y="197"/>
                    <a:pt x="660" y="134"/>
                  </a:cubicBezTo>
                  <a:cubicBezTo>
                    <a:pt x="669" y="72"/>
                    <a:pt x="616" y="18"/>
                    <a:pt x="553" y="18"/>
                  </a:cubicBezTo>
                  <a:lnTo>
                    <a:pt x="11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3545150" y="3558600"/>
              <a:ext cx="23650" cy="10900"/>
            </a:xfrm>
            <a:custGeom>
              <a:rect b="b" l="l" r="r" t="t"/>
              <a:pathLst>
                <a:path extrusionOk="0" h="436" w="946">
                  <a:moveTo>
                    <a:pt x="125" y="1"/>
                  </a:moveTo>
                  <a:cubicBezTo>
                    <a:pt x="96" y="1"/>
                    <a:pt x="67" y="12"/>
                    <a:pt x="45" y="34"/>
                  </a:cubicBezTo>
                  <a:cubicBezTo>
                    <a:pt x="0" y="79"/>
                    <a:pt x="0" y="150"/>
                    <a:pt x="36" y="195"/>
                  </a:cubicBezTo>
                  <a:cubicBezTo>
                    <a:pt x="232" y="391"/>
                    <a:pt x="455" y="436"/>
                    <a:pt x="616" y="436"/>
                  </a:cubicBezTo>
                  <a:cubicBezTo>
                    <a:pt x="750" y="436"/>
                    <a:pt x="839" y="400"/>
                    <a:pt x="848" y="400"/>
                  </a:cubicBezTo>
                  <a:cubicBezTo>
                    <a:pt x="910" y="382"/>
                    <a:pt x="946" y="320"/>
                    <a:pt x="928" y="257"/>
                  </a:cubicBezTo>
                  <a:cubicBezTo>
                    <a:pt x="913" y="213"/>
                    <a:pt x="868" y="181"/>
                    <a:pt x="818" y="181"/>
                  </a:cubicBezTo>
                  <a:cubicBezTo>
                    <a:pt x="807" y="181"/>
                    <a:pt x="796" y="183"/>
                    <a:pt x="785" y="186"/>
                  </a:cubicBezTo>
                  <a:cubicBezTo>
                    <a:pt x="785" y="186"/>
                    <a:pt x="720" y="205"/>
                    <a:pt x="626" y="205"/>
                  </a:cubicBezTo>
                  <a:cubicBezTo>
                    <a:pt x="506" y="205"/>
                    <a:pt x="340" y="174"/>
                    <a:pt x="205" y="34"/>
                  </a:cubicBezTo>
                  <a:cubicBezTo>
                    <a:pt x="183" y="12"/>
                    <a:pt x="154" y="1"/>
                    <a:pt x="1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3623425" y="3548325"/>
              <a:ext cx="28800" cy="26075"/>
            </a:xfrm>
            <a:custGeom>
              <a:rect b="b" l="l" r="r" t="t"/>
              <a:pathLst>
                <a:path extrusionOk="0" h="1043" w="1152">
                  <a:moveTo>
                    <a:pt x="577" y="1"/>
                  </a:moveTo>
                  <a:cubicBezTo>
                    <a:pt x="346" y="1"/>
                    <a:pt x="132" y="158"/>
                    <a:pt x="72" y="392"/>
                  </a:cubicBezTo>
                  <a:cubicBezTo>
                    <a:pt x="1" y="668"/>
                    <a:pt x="170" y="954"/>
                    <a:pt x="447" y="1025"/>
                  </a:cubicBezTo>
                  <a:cubicBezTo>
                    <a:pt x="491" y="1037"/>
                    <a:pt x="535" y="1042"/>
                    <a:pt x="579" y="1042"/>
                  </a:cubicBezTo>
                  <a:cubicBezTo>
                    <a:pt x="809" y="1042"/>
                    <a:pt x="1020" y="890"/>
                    <a:pt x="1080" y="651"/>
                  </a:cubicBezTo>
                  <a:cubicBezTo>
                    <a:pt x="1151" y="374"/>
                    <a:pt x="982" y="89"/>
                    <a:pt x="705" y="17"/>
                  </a:cubicBezTo>
                  <a:cubicBezTo>
                    <a:pt x="663" y="6"/>
                    <a:pt x="619" y="1"/>
                    <a:pt x="577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3"/>
            <p:cNvSpPr/>
            <p:nvPr/>
          </p:nvSpPr>
          <p:spPr>
            <a:xfrm>
              <a:off x="3614050" y="3480950"/>
              <a:ext cx="42175" cy="42175"/>
            </a:xfrm>
            <a:custGeom>
              <a:rect b="b" l="l" r="r" t="t"/>
              <a:pathLst>
                <a:path extrusionOk="0" h="1687" w="1687">
                  <a:moveTo>
                    <a:pt x="848" y="0"/>
                  </a:moveTo>
                  <a:cubicBezTo>
                    <a:pt x="376" y="0"/>
                    <a:pt x="1" y="375"/>
                    <a:pt x="1" y="839"/>
                  </a:cubicBezTo>
                  <a:cubicBezTo>
                    <a:pt x="1" y="1312"/>
                    <a:pt x="376" y="1686"/>
                    <a:pt x="848" y="1686"/>
                  </a:cubicBezTo>
                  <a:cubicBezTo>
                    <a:pt x="1312" y="1686"/>
                    <a:pt x="1687" y="1312"/>
                    <a:pt x="1687" y="839"/>
                  </a:cubicBezTo>
                  <a:cubicBezTo>
                    <a:pt x="1687" y="375"/>
                    <a:pt x="1312" y="0"/>
                    <a:pt x="848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3"/>
            <p:cNvSpPr/>
            <p:nvPr/>
          </p:nvSpPr>
          <p:spPr>
            <a:xfrm>
              <a:off x="3035525" y="3855175"/>
              <a:ext cx="18975" cy="18975"/>
            </a:xfrm>
            <a:custGeom>
              <a:rect b="b" l="l" r="r" t="t"/>
              <a:pathLst>
                <a:path extrusionOk="0" h="759" w="759">
                  <a:moveTo>
                    <a:pt x="384" y="1"/>
                  </a:moveTo>
                  <a:cubicBezTo>
                    <a:pt x="170" y="1"/>
                    <a:pt x="1" y="170"/>
                    <a:pt x="1" y="375"/>
                  </a:cubicBezTo>
                  <a:cubicBezTo>
                    <a:pt x="1" y="589"/>
                    <a:pt x="170" y="759"/>
                    <a:pt x="384" y="759"/>
                  </a:cubicBezTo>
                  <a:cubicBezTo>
                    <a:pt x="589" y="759"/>
                    <a:pt x="759" y="589"/>
                    <a:pt x="759" y="375"/>
                  </a:cubicBezTo>
                  <a:cubicBezTo>
                    <a:pt x="759" y="170"/>
                    <a:pt x="589" y="1"/>
                    <a:pt x="384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3"/>
            <p:cNvSpPr/>
            <p:nvPr/>
          </p:nvSpPr>
          <p:spPr>
            <a:xfrm>
              <a:off x="3364050" y="3372100"/>
              <a:ext cx="9400" cy="9625"/>
            </a:xfrm>
            <a:custGeom>
              <a:rect b="b" l="l" r="r" t="t"/>
              <a:pathLst>
                <a:path extrusionOk="0" h="385" w="376">
                  <a:moveTo>
                    <a:pt x="188" y="1"/>
                  </a:moveTo>
                  <a:cubicBezTo>
                    <a:pt x="81" y="1"/>
                    <a:pt x="0" y="90"/>
                    <a:pt x="0" y="197"/>
                  </a:cubicBezTo>
                  <a:cubicBezTo>
                    <a:pt x="0" y="304"/>
                    <a:pt x="81" y="384"/>
                    <a:pt x="188" y="384"/>
                  </a:cubicBezTo>
                  <a:cubicBezTo>
                    <a:pt x="295" y="384"/>
                    <a:pt x="375" y="304"/>
                    <a:pt x="375" y="197"/>
                  </a:cubicBezTo>
                  <a:cubicBezTo>
                    <a:pt x="375" y="90"/>
                    <a:pt x="295" y="1"/>
                    <a:pt x="188" y="1"/>
                  </a:cubicBezTo>
                  <a:close/>
                </a:path>
              </a:pathLst>
            </a:custGeom>
            <a:solidFill>
              <a:srgbClr val="8585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4145525" y="3428075"/>
              <a:ext cx="9625" cy="9625"/>
            </a:xfrm>
            <a:custGeom>
              <a:rect b="b" l="l" r="r" t="t"/>
              <a:pathLst>
                <a:path extrusionOk="0" h="385" w="385">
                  <a:moveTo>
                    <a:pt x="188" y="1"/>
                  </a:moveTo>
                  <a:cubicBezTo>
                    <a:pt x="90" y="1"/>
                    <a:pt x="1" y="81"/>
                    <a:pt x="1" y="188"/>
                  </a:cubicBezTo>
                  <a:cubicBezTo>
                    <a:pt x="1" y="295"/>
                    <a:pt x="90" y="384"/>
                    <a:pt x="188" y="384"/>
                  </a:cubicBezTo>
                  <a:cubicBezTo>
                    <a:pt x="295" y="384"/>
                    <a:pt x="384" y="295"/>
                    <a:pt x="384" y="188"/>
                  </a:cubicBezTo>
                  <a:cubicBezTo>
                    <a:pt x="384" y="81"/>
                    <a:pt x="295" y="1"/>
                    <a:pt x="188" y="1"/>
                  </a:cubicBezTo>
                  <a:close/>
                </a:path>
              </a:pathLst>
            </a:custGeom>
            <a:solidFill>
              <a:srgbClr val="8585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3953725" y="3280000"/>
              <a:ext cx="13625" cy="13625"/>
            </a:xfrm>
            <a:custGeom>
              <a:rect b="b" l="l" r="r" t="t"/>
              <a:pathLst>
                <a:path extrusionOk="0" h="545" w="545">
                  <a:moveTo>
                    <a:pt x="277" y="0"/>
                  </a:moveTo>
                  <a:cubicBezTo>
                    <a:pt x="126" y="0"/>
                    <a:pt x="1" y="125"/>
                    <a:pt x="1" y="268"/>
                  </a:cubicBezTo>
                  <a:cubicBezTo>
                    <a:pt x="1" y="420"/>
                    <a:pt x="126" y="545"/>
                    <a:pt x="277" y="545"/>
                  </a:cubicBezTo>
                  <a:cubicBezTo>
                    <a:pt x="429" y="545"/>
                    <a:pt x="545" y="420"/>
                    <a:pt x="545" y="268"/>
                  </a:cubicBezTo>
                  <a:cubicBezTo>
                    <a:pt x="545" y="125"/>
                    <a:pt x="429" y="0"/>
                    <a:pt x="277" y="0"/>
                  </a:cubicBezTo>
                  <a:close/>
                </a:path>
              </a:pathLst>
            </a:custGeom>
            <a:solidFill>
              <a:srgbClr val="FFADE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3722000" y="3835325"/>
              <a:ext cx="363550" cy="89450"/>
            </a:xfrm>
            <a:custGeom>
              <a:rect b="b" l="l" r="r" t="t"/>
              <a:pathLst>
                <a:path extrusionOk="0" h="3578" w="14542">
                  <a:moveTo>
                    <a:pt x="1" y="1"/>
                  </a:moveTo>
                  <a:lnTo>
                    <a:pt x="1" y="3578"/>
                  </a:lnTo>
                  <a:lnTo>
                    <a:pt x="12686" y="3578"/>
                  </a:lnTo>
                  <a:cubicBezTo>
                    <a:pt x="13712" y="3578"/>
                    <a:pt x="14542" y="2748"/>
                    <a:pt x="14542" y="1722"/>
                  </a:cubicBezTo>
                  <a:cubicBezTo>
                    <a:pt x="14542" y="768"/>
                    <a:pt x="13775" y="1"/>
                    <a:pt x="12820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3712425" y="3752800"/>
              <a:ext cx="363550" cy="81000"/>
            </a:xfrm>
            <a:custGeom>
              <a:rect b="b" l="l" r="r" t="t"/>
              <a:pathLst>
                <a:path extrusionOk="0" h="3240" w="14542">
                  <a:moveTo>
                    <a:pt x="1677" y="1"/>
                  </a:moveTo>
                  <a:cubicBezTo>
                    <a:pt x="749" y="1"/>
                    <a:pt x="0" y="750"/>
                    <a:pt x="0" y="1678"/>
                  </a:cubicBezTo>
                  <a:cubicBezTo>
                    <a:pt x="0" y="2543"/>
                    <a:pt x="696" y="3239"/>
                    <a:pt x="1561" y="3239"/>
                  </a:cubicBezTo>
                  <a:lnTo>
                    <a:pt x="14541" y="3239"/>
                  </a:lnTo>
                  <a:lnTo>
                    <a:pt x="145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3"/>
            <p:cNvSpPr/>
            <p:nvPr/>
          </p:nvSpPr>
          <p:spPr>
            <a:xfrm>
              <a:off x="3710850" y="3751250"/>
              <a:ext cx="366450" cy="84100"/>
            </a:xfrm>
            <a:custGeom>
              <a:rect b="b" l="l" r="r" t="t"/>
              <a:pathLst>
                <a:path extrusionOk="0" h="3364" w="14658">
                  <a:moveTo>
                    <a:pt x="14542" y="116"/>
                  </a:moveTo>
                  <a:lnTo>
                    <a:pt x="14542" y="3248"/>
                  </a:lnTo>
                  <a:lnTo>
                    <a:pt x="1624" y="3248"/>
                  </a:lnTo>
                  <a:cubicBezTo>
                    <a:pt x="795" y="3248"/>
                    <a:pt x="117" y="2570"/>
                    <a:pt x="117" y="1740"/>
                  </a:cubicBezTo>
                  <a:cubicBezTo>
                    <a:pt x="117" y="848"/>
                    <a:pt x="848" y="116"/>
                    <a:pt x="1740" y="116"/>
                  </a:cubicBezTo>
                  <a:close/>
                  <a:moveTo>
                    <a:pt x="1740" y="0"/>
                  </a:moveTo>
                  <a:cubicBezTo>
                    <a:pt x="786" y="0"/>
                    <a:pt x="1" y="785"/>
                    <a:pt x="1" y="1740"/>
                  </a:cubicBezTo>
                  <a:cubicBezTo>
                    <a:pt x="1" y="2632"/>
                    <a:pt x="732" y="3364"/>
                    <a:pt x="1624" y="3364"/>
                  </a:cubicBezTo>
                  <a:lnTo>
                    <a:pt x="14658" y="3364"/>
                  </a:lnTo>
                  <a:lnTo>
                    <a:pt x="14658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3"/>
            <p:cNvSpPr/>
            <p:nvPr/>
          </p:nvSpPr>
          <p:spPr>
            <a:xfrm>
              <a:off x="3735375" y="3767750"/>
              <a:ext cx="342825" cy="49750"/>
            </a:xfrm>
            <a:custGeom>
              <a:rect b="b" l="l" r="r" t="t"/>
              <a:pathLst>
                <a:path extrusionOk="0" h="1990" w="13713">
                  <a:moveTo>
                    <a:pt x="1027" y="1"/>
                  </a:moveTo>
                  <a:cubicBezTo>
                    <a:pt x="456" y="1"/>
                    <a:pt x="1" y="464"/>
                    <a:pt x="1" y="1035"/>
                  </a:cubicBezTo>
                  <a:cubicBezTo>
                    <a:pt x="1" y="1562"/>
                    <a:pt x="429" y="1990"/>
                    <a:pt x="955" y="1990"/>
                  </a:cubicBezTo>
                  <a:lnTo>
                    <a:pt x="13713" y="1990"/>
                  </a:lnTo>
                  <a:lnTo>
                    <a:pt x="13713" y="1"/>
                  </a:ln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3"/>
            <p:cNvSpPr/>
            <p:nvPr/>
          </p:nvSpPr>
          <p:spPr>
            <a:xfrm>
              <a:off x="3722000" y="3855175"/>
              <a:ext cx="342825" cy="49750"/>
            </a:xfrm>
            <a:custGeom>
              <a:rect b="b" l="l" r="r" t="t"/>
              <a:pathLst>
                <a:path extrusionOk="0" h="1990" w="13713">
                  <a:moveTo>
                    <a:pt x="1" y="1"/>
                  </a:moveTo>
                  <a:lnTo>
                    <a:pt x="1" y="1990"/>
                  </a:lnTo>
                  <a:lnTo>
                    <a:pt x="12677" y="1990"/>
                  </a:lnTo>
                  <a:cubicBezTo>
                    <a:pt x="13248" y="1990"/>
                    <a:pt x="13712" y="1526"/>
                    <a:pt x="13712" y="955"/>
                  </a:cubicBezTo>
                  <a:cubicBezTo>
                    <a:pt x="13712" y="429"/>
                    <a:pt x="13284" y="1"/>
                    <a:pt x="12758" y="1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3720900" y="3854050"/>
              <a:ext cx="345025" cy="52000"/>
            </a:xfrm>
            <a:custGeom>
              <a:rect b="b" l="l" r="r" t="t"/>
              <a:pathLst>
                <a:path extrusionOk="0" h="2080" w="13801">
                  <a:moveTo>
                    <a:pt x="12802" y="81"/>
                  </a:moveTo>
                  <a:cubicBezTo>
                    <a:pt x="13301" y="81"/>
                    <a:pt x="13712" y="501"/>
                    <a:pt x="13712" y="1000"/>
                  </a:cubicBezTo>
                  <a:cubicBezTo>
                    <a:pt x="13712" y="1544"/>
                    <a:pt x="13275" y="1990"/>
                    <a:pt x="12721" y="1990"/>
                  </a:cubicBezTo>
                  <a:lnTo>
                    <a:pt x="89" y="1990"/>
                  </a:lnTo>
                  <a:lnTo>
                    <a:pt x="89" y="81"/>
                  </a:lnTo>
                  <a:close/>
                  <a:moveTo>
                    <a:pt x="0" y="1"/>
                  </a:moveTo>
                  <a:lnTo>
                    <a:pt x="0" y="2080"/>
                  </a:lnTo>
                  <a:lnTo>
                    <a:pt x="12721" y="2080"/>
                  </a:lnTo>
                  <a:cubicBezTo>
                    <a:pt x="13319" y="2080"/>
                    <a:pt x="13801" y="1598"/>
                    <a:pt x="13801" y="1000"/>
                  </a:cubicBezTo>
                  <a:cubicBezTo>
                    <a:pt x="13801" y="447"/>
                    <a:pt x="13355" y="1"/>
                    <a:pt x="12802" y="1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3"/>
            <p:cNvSpPr/>
            <p:nvPr/>
          </p:nvSpPr>
          <p:spPr>
            <a:xfrm>
              <a:off x="4059225" y="3632600"/>
              <a:ext cx="138075" cy="295750"/>
            </a:xfrm>
            <a:custGeom>
              <a:rect b="b" l="l" r="r" t="t"/>
              <a:pathLst>
                <a:path extrusionOk="0" h="11830" w="5523">
                  <a:moveTo>
                    <a:pt x="3256" y="0"/>
                  </a:moveTo>
                  <a:lnTo>
                    <a:pt x="0" y="661"/>
                  </a:lnTo>
                  <a:lnTo>
                    <a:pt x="2266" y="11830"/>
                  </a:lnTo>
                  <a:lnTo>
                    <a:pt x="5522" y="11170"/>
                  </a:lnTo>
                  <a:lnTo>
                    <a:pt x="3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3"/>
            <p:cNvSpPr/>
            <p:nvPr/>
          </p:nvSpPr>
          <p:spPr>
            <a:xfrm>
              <a:off x="4057650" y="3630825"/>
              <a:ext cx="141425" cy="299100"/>
            </a:xfrm>
            <a:custGeom>
              <a:rect b="b" l="l" r="r" t="t"/>
              <a:pathLst>
                <a:path extrusionOk="0" h="11964" w="5657">
                  <a:moveTo>
                    <a:pt x="3275" y="143"/>
                  </a:moveTo>
                  <a:lnTo>
                    <a:pt x="5514" y="11196"/>
                  </a:lnTo>
                  <a:lnTo>
                    <a:pt x="2374" y="11829"/>
                  </a:lnTo>
                  <a:lnTo>
                    <a:pt x="135" y="776"/>
                  </a:lnTo>
                  <a:lnTo>
                    <a:pt x="3275" y="143"/>
                  </a:lnTo>
                  <a:close/>
                  <a:moveTo>
                    <a:pt x="3373" y="0"/>
                  </a:moveTo>
                  <a:lnTo>
                    <a:pt x="1" y="687"/>
                  </a:lnTo>
                  <a:lnTo>
                    <a:pt x="2267" y="11910"/>
                  </a:lnTo>
                  <a:lnTo>
                    <a:pt x="2285" y="11963"/>
                  </a:lnTo>
                  <a:lnTo>
                    <a:pt x="5657" y="11285"/>
                  </a:lnTo>
                  <a:lnTo>
                    <a:pt x="3382" y="63"/>
                  </a:lnTo>
                  <a:lnTo>
                    <a:pt x="3373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3"/>
            <p:cNvSpPr/>
            <p:nvPr/>
          </p:nvSpPr>
          <p:spPr>
            <a:xfrm>
              <a:off x="4078400" y="3689475"/>
              <a:ext cx="65150" cy="31900"/>
            </a:xfrm>
            <a:custGeom>
              <a:rect b="b" l="l" r="r" t="t"/>
              <a:pathLst>
                <a:path extrusionOk="0" h="1276" w="2606">
                  <a:moveTo>
                    <a:pt x="2445" y="0"/>
                  </a:moveTo>
                  <a:lnTo>
                    <a:pt x="0" y="500"/>
                  </a:lnTo>
                  <a:lnTo>
                    <a:pt x="161" y="1276"/>
                  </a:lnTo>
                  <a:lnTo>
                    <a:pt x="2605" y="785"/>
                  </a:lnTo>
                  <a:lnTo>
                    <a:pt x="2445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3"/>
            <p:cNvSpPr/>
            <p:nvPr/>
          </p:nvSpPr>
          <p:spPr>
            <a:xfrm>
              <a:off x="3532875" y="3493175"/>
              <a:ext cx="106400" cy="54700"/>
            </a:xfrm>
            <a:custGeom>
              <a:rect b="b" l="l" r="r" t="t"/>
              <a:pathLst>
                <a:path extrusionOk="0" h="2188" w="4256">
                  <a:moveTo>
                    <a:pt x="1973" y="1"/>
                  </a:moveTo>
                  <a:cubicBezTo>
                    <a:pt x="1166" y="1"/>
                    <a:pt x="413" y="431"/>
                    <a:pt x="1" y="1126"/>
                  </a:cubicBezTo>
                  <a:lnTo>
                    <a:pt x="1606" y="350"/>
                  </a:lnTo>
                  <a:cubicBezTo>
                    <a:pt x="1740" y="1385"/>
                    <a:pt x="2632" y="2187"/>
                    <a:pt x="3712" y="2187"/>
                  </a:cubicBezTo>
                  <a:cubicBezTo>
                    <a:pt x="3899" y="2187"/>
                    <a:pt x="4078" y="2161"/>
                    <a:pt x="4256" y="2116"/>
                  </a:cubicBezTo>
                  <a:cubicBezTo>
                    <a:pt x="4185" y="1170"/>
                    <a:pt x="3516" y="323"/>
                    <a:pt x="2543" y="73"/>
                  </a:cubicBezTo>
                  <a:cubicBezTo>
                    <a:pt x="2353" y="24"/>
                    <a:pt x="2161" y="1"/>
                    <a:pt x="1973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" name="Google Shape;105;p13"/>
          <p:cNvGrpSpPr/>
          <p:nvPr/>
        </p:nvGrpSpPr>
        <p:grpSpPr>
          <a:xfrm>
            <a:off x="6963419" y="140225"/>
            <a:ext cx="2016161" cy="268074"/>
            <a:chOff x="13926838" y="280450"/>
            <a:chExt cx="4032322" cy="536147"/>
          </a:xfrm>
        </p:grpSpPr>
        <p:grpSp>
          <p:nvGrpSpPr>
            <p:cNvPr id="106" name="Google Shape;106;p13"/>
            <p:cNvGrpSpPr/>
            <p:nvPr/>
          </p:nvGrpSpPr>
          <p:grpSpPr>
            <a:xfrm>
              <a:off x="13926838" y="458525"/>
              <a:ext cx="2251983" cy="179993"/>
              <a:chOff x="4935498" y="1642212"/>
              <a:chExt cx="2734980" cy="217042"/>
            </a:xfrm>
          </p:grpSpPr>
          <p:sp>
            <p:nvSpPr>
              <p:cNvPr id="107" name="Google Shape;107;p13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08" name="Google Shape;108;p13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09" name="Google Shape;109;p13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0" name="Google Shape;110;p13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1" name="Google Shape;111;p13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2" name="Google Shape;112;p13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3" name="Google Shape;113;p13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4" name="Google Shape;114;p13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5" name="Google Shape;115;p13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6" name="Google Shape;116;p13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7" name="Google Shape;117;p13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8" name="Google Shape;118;p13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19" name="Google Shape;119;p13"/>
            <p:cNvSpPr/>
            <p:nvPr/>
          </p:nvSpPr>
          <p:spPr>
            <a:xfrm>
              <a:off x="16407600" y="280450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20" name="Google Shape;120;p13"/>
          <p:cNvSpPr/>
          <p:nvPr/>
        </p:nvSpPr>
        <p:spPr>
          <a:xfrm>
            <a:off x="916165" y="2349525"/>
            <a:ext cx="3917100" cy="673200"/>
          </a:xfrm>
          <a:prstGeom prst="roundRect">
            <a:avLst>
              <a:gd fmla="val 50000" name="adj"/>
            </a:avLst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500">
                <a:solidFill>
                  <a:schemeClr val="lt1"/>
                </a:solidFill>
              </a:rPr>
              <a:t>–</a:t>
            </a:r>
            <a:endParaRPr b="1" sz="3500">
              <a:solidFill>
                <a:schemeClr val="lt1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Simple content  1">
  <p:cSld name="TITLE_5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4"/>
          <p:cNvSpPr/>
          <p:nvPr/>
        </p:nvSpPr>
        <p:spPr>
          <a:xfrm>
            <a:off x="0" y="0"/>
            <a:ext cx="4583700" cy="514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3" name="Google Shape;123;p14"/>
          <p:cNvGrpSpPr/>
          <p:nvPr/>
        </p:nvGrpSpPr>
        <p:grpSpPr>
          <a:xfrm flipH="1">
            <a:off x="-11672" y="2488188"/>
            <a:ext cx="4858662" cy="2655314"/>
            <a:chOff x="833925" y="2613023"/>
            <a:chExt cx="7717061" cy="5030909"/>
          </a:xfrm>
        </p:grpSpPr>
        <p:sp>
          <p:nvSpPr>
            <p:cNvPr id="124" name="Google Shape;124;p14"/>
            <p:cNvSpPr/>
            <p:nvPr/>
          </p:nvSpPr>
          <p:spPr>
            <a:xfrm>
              <a:off x="6543412" y="6446723"/>
              <a:ext cx="2007553" cy="1197209"/>
            </a:xfrm>
            <a:custGeom>
              <a:rect b="b" l="l" r="r" t="t"/>
              <a:pathLst>
                <a:path extrusionOk="0" h="12481" w="20930">
                  <a:moveTo>
                    <a:pt x="3293" y="0"/>
                  </a:moveTo>
                  <a:cubicBezTo>
                    <a:pt x="1473" y="0"/>
                    <a:pt x="1" y="1472"/>
                    <a:pt x="1" y="3292"/>
                  </a:cubicBezTo>
                  <a:lnTo>
                    <a:pt x="1" y="9189"/>
                  </a:lnTo>
                  <a:cubicBezTo>
                    <a:pt x="1" y="11000"/>
                    <a:pt x="1473" y="12481"/>
                    <a:pt x="3293" y="12481"/>
                  </a:cubicBezTo>
                  <a:lnTo>
                    <a:pt x="20929" y="12481"/>
                  </a:lnTo>
                  <a:lnTo>
                    <a:pt x="20929" y="0"/>
                  </a:lnTo>
                  <a:close/>
                </a:path>
              </a:pathLst>
            </a:custGeom>
            <a:solidFill>
              <a:srgbClr val="16161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4"/>
            <p:cNvSpPr/>
            <p:nvPr/>
          </p:nvSpPr>
          <p:spPr>
            <a:xfrm>
              <a:off x="3370345" y="4733514"/>
              <a:ext cx="104460" cy="137841"/>
            </a:xfrm>
            <a:custGeom>
              <a:rect b="b" l="l" r="r" t="t"/>
              <a:pathLst>
                <a:path extrusionOk="0" h="1437" w="1089">
                  <a:moveTo>
                    <a:pt x="545" y="1"/>
                  </a:moveTo>
                  <a:cubicBezTo>
                    <a:pt x="545" y="1"/>
                    <a:pt x="536" y="723"/>
                    <a:pt x="0" y="723"/>
                  </a:cubicBezTo>
                  <a:cubicBezTo>
                    <a:pt x="536" y="723"/>
                    <a:pt x="545" y="1437"/>
                    <a:pt x="545" y="1437"/>
                  </a:cubicBezTo>
                  <a:cubicBezTo>
                    <a:pt x="545" y="1437"/>
                    <a:pt x="562" y="723"/>
                    <a:pt x="1089" y="723"/>
                  </a:cubicBezTo>
                  <a:cubicBezTo>
                    <a:pt x="562" y="723"/>
                    <a:pt x="545" y="1"/>
                    <a:pt x="545" y="1"/>
                  </a:cubicBezTo>
                  <a:close/>
                </a:path>
              </a:pathLst>
            </a:custGeom>
            <a:solidFill>
              <a:srgbClr val="B9A7F7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4"/>
            <p:cNvSpPr/>
            <p:nvPr/>
          </p:nvSpPr>
          <p:spPr>
            <a:xfrm>
              <a:off x="5672326" y="4707039"/>
              <a:ext cx="185706" cy="190886"/>
            </a:xfrm>
            <a:custGeom>
              <a:rect b="b" l="l" r="r" t="t"/>
              <a:pathLst>
                <a:path extrusionOk="0" h="1990" w="1936">
                  <a:moveTo>
                    <a:pt x="963" y="0"/>
                  </a:moveTo>
                  <a:cubicBezTo>
                    <a:pt x="963" y="0"/>
                    <a:pt x="946" y="1008"/>
                    <a:pt x="0" y="1008"/>
                  </a:cubicBezTo>
                  <a:cubicBezTo>
                    <a:pt x="946" y="1008"/>
                    <a:pt x="963" y="1989"/>
                    <a:pt x="963" y="1989"/>
                  </a:cubicBezTo>
                  <a:cubicBezTo>
                    <a:pt x="963" y="1989"/>
                    <a:pt x="990" y="1008"/>
                    <a:pt x="1936" y="1008"/>
                  </a:cubicBezTo>
                  <a:cubicBezTo>
                    <a:pt x="990" y="1008"/>
                    <a:pt x="963" y="0"/>
                    <a:pt x="963" y="0"/>
                  </a:cubicBezTo>
                  <a:close/>
                </a:path>
              </a:pathLst>
            </a:custGeom>
            <a:solidFill>
              <a:srgbClr val="736AA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4"/>
            <p:cNvSpPr/>
            <p:nvPr/>
          </p:nvSpPr>
          <p:spPr>
            <a:xfrm>
              <a:off x="7918576" y="2613023"/>
              <a:ext cx="111366" cy="113860"/>
            </a:xfrm>
            <a:custGeom>
              <a:rect b="b" l="l" r="r" t="t"/>
              <a:pathLst>
                <a:path extrusionOk="0" h="1187" w="1161">
                  <a:moveTo>
                    <a:pt x="581" y="0"/>
                  </a:moveTo>
                  <a:cubicBezTo>
                    <a:pt x="581" y="0"/>
                    <a:pt x="572" y="598"/>
                    <a:pt x="1" y="598"/>
                  </a:cubicBezTo>
                  <a:cubicBezTo>
                    <a:pt x="572" y="598"/>
                    <a:pt x="581" y="1187"/>
                    <a:pt x="581" y="1187"/>
                  </a:cubicBezTo>
                  <a:cubicBezTo>
                    <a:pt x="581" y="1187"/>
                    <a:pt x="598" y="598"/>
                    <a:pt x="1160" y="598"/>
                  </a:cubicBezTo>
                  <a:cubicBezTo>
                    <a:pt x="598" y="598"/>
                    <a:pt x="581" y="0"/>
                    <a:pt x="581" y="0"/>
                  </a:cubicBezTo>
                  <a:close/>
                </a:path>
              </a:pathLst>
            </a:custGeom>
            <a:solidFill>
              <a:srgbClr val="736AA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4"/>
            <p:cNvSpPr/>
            <p:nvPr/>
          </p:nvSpPr>
          <p:spPr>
            <a:xfrm>
              <a:off x="965724" y="4249195"/>
              <a:ext cx="77985" cy="79616"/>
            </a:xfrm>
            <a:custGeom>
              <a:rect b="b" l="l" r="r" t="t"/>
              <a:pathLst>
                <a:path extrusionOk="0" h="830" w="813">
                  <a:moveTo>
                    <a:pt x="402" y="0"/>
                  </a:moveTo>
                  <a:cubicBezTo>
                    <a:pt x="402" y="0"/>
                    <a:pt x="393" y="420"/>
                    <a:pt x="0" y="420"/>
                  </a:cubicBezTo>
                  <a:cubicBezTo>
                    <a:pt x="393" y="420"/>
                    <a:pt x="402" y="830"/>
                    <a:pt x="402" y="830"/>
                  </a:cubicBezTo>
                  <a:cubicBezTo>
                    <a:pt x="402" y="830"/>
                    <a:pt x="420" y="420"/>
                    <a:pt x="812" y="420"/>
                  </a:cubicBezTo>
                  <a:cubicBezTo>
                    <a:pt x="420" y="420"/>
                    <a:pt x="402" y="0"/>
                    <a:pt x="402" y="0"/>
                  </a:cubicBezTo>
                  <a:close/>
                </a:path>
              </a:pathLst>
            </a:custGeom>
            <a:solidFill>
              <a:srgbClr val="00CC7E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4"/>
            <p:cNvSpPr/>
            <p:nvPr/>
          </p:nvSpPr>
          <p:spPr>
            <a:xfrm>
              <a:off x="5189637" y="2968996"/>
              <a:ext cx="77122" cy="80575"/>
            </a:xfrm>
            <a:custGeom>
              <a:rect b="b" l="l" r="r" t="t"/>
              <a:pathLst>
                <a:path extrusionOk="0" h="840" w="804">
                  <a:moveTo>
                    <a:pt x="402" y="0"/>
                  </a:moveTo>
                  <a:cubicBezTo>
                    <a:pt x="402" y="0"/>
                    <a:pt x="393" y="429"/>
                    <a:pt x="1" y="429"/>
                  </a:cubicBezTo>
                  <a:cubicBezTo>
                    <a:pt x="393" y="429"/>
                    <a:pt x="402" y="839"/>
                    <a:pt x="402" y="839"/>
                  </a:cubicBezTo>
                  <a:cubicBezTo>
                    <a:pt x="402" y="839"/>
                    <a:pt x="411" y="429"/>
                    <a:pt x="803" y="429"/>
                  </a:cubicBezTo>
                  <a:cubicBezTo>
                    <a:pt x="411" y="429"/>
                    <a:pt x="402" y="0"/>
                    <a:pt x="402" y="0"/>
                  </a:cubicBezTo>
                  <a:close/>
                </a:path>
              </a:pathLst>
            </a:custGeom>
            <a:solidFill>
              <a:srgbClr val="00CC7E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4"/>
            <p:cNvSpPr/>
            <p:nvPr/>
          </p:nvSpPr>
          <p:spPr>
            <a:xfrm>
              <a:off x="6913965" y="2970722"/>
              <a:ext cx="75395" cy="77122"/>
            </a:xfrm>
            <a:custGeom>
              <a:rect b="b" l="l" r="r" t="t"/>
              <a:pathLst>
                <a:path extrusionOk="0" h="804" w="786">
                  <a:moveTo>
                    <a:pt x="393" y="0"/>
                  </a:moveTo>
                  <a:cubicBezTo>
                    <a:pt x="393" y="0"/>
                    <a:pt x="384" y="411"/>
                    <a:pt x="0" y="411"/>
                  </a:cubicBezTo>
                  <a:cubicBezTo>
                    <a:pt x="384" y="411"/>
                    <a:pt x="393" y="803"/>
                    <a:pt x="393" y="803"/>
                  </a:cubicBezTo>
                  <a:cubicBezTo>
                    <a:pt x="393" y="803"/>
                    <a:pt x="402" y="411"/>
                    <a:pt x="786" y="411"/>
                  </a:cubicBezTo>
                  <a:cubicBezTo>
                    <a:pt x="402" y="411"/>
                    <a:pt x="393" y="0"/>
                    <a:pt x="393" y="0"/>
                  </a:cubicBezTo>
                  <a:close/>
                </a:path>
              </a:pathLst>
            </a:custGeom>
            <a:solidFill>
              <a:srgbClr val="736AA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4"/>
            <p:cNvSpPr/>
            <p:nvPr/>
          </p:nvSpPr>
          <p:spPr>
            <a:xfrm>
              <a:off x="4472510" y="5232606"/>
              <a:ext cx="252564" cy="466279"/>
            </a:xfrm>
            <a:custGeom>
              <a:rect b="b" l="l" r="r" t="t"/>
              <a:pathLst>
                <a:path extrusionOk="0" h="4861" w="2633">
                  <a:moveTo>
                    <a:pt x="84" y="0"/>
                  </a:moveTo>
                  <a:cubicBezTo>
                    <a:pt x="57" y="0"/>
                    <a:pt x="29" y="3"/>
                    <a:pt x="1" y="7"/>
                  </a:cubicBezTo>
                  <a:lnTo>
                    <a:pt x="2258" y="4852"/>
                  </a:lnTo>
                  <a:cubicBezTo>
                    <a:pt x="2312" y="4836"/>
                    <a:pt x="2369" y="4829"/>
                    <a:pt x="2425" y="4829"/>
                  </a:cubicBezTo>
                  <a:cubicBezTo>
                    <a:pt x="2497" y="4829"/>
                    <a:pt x="2567" y="4840"/>
                    <a:pt x="2632" y="4860"/>
                  </a:cubicBezTo>
                  <a:lnTo>
                    <a:pt x="491" y="257"/>
                  </a:lnTo>
                  <a:cubicBezTo>
                    <a:pt x="422" y="95"/>
                    <a:pt x="260" y="0"/>
                    <a:pt x="84" y="0"/>
                  </a:cubicBezTo>
                  <a:close/>
                </a:path>
              </a:pathLst>
            </a:custGeom>
            <a:solidFill>
              <a:srgbClr val="CC9E1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4"/>
            <p:cNvSpPr/>
            <p:nvPr/>
          </p:nvSpPr>
          <p:spPr>
            <a:xfrm>
              <a:off x="4303972" y="5716829"/>
              <a:ext cx="451891" cy="261868"/>
            </a:xfrm>
            <a:custGeom>
              <a:rect b="b" l="l" r="r" t="t"/>
              <a:pathLst>
                <a:path extrusionOk="0" h="2730" w="4711">
                  <a:moveTo>
                    <a:pt x="4196" y="1"/>
                  </a:moveTo>
                  <a:cubicBezTo>
                    <a:pt x="4132" y="1"/>
                    <a:pt x="4067" y="15"/>
                    <a:pt x="4006" y="44"/>
                  </a:cubicBezTo>
                  <a:lnTo>
                    <a:pt x="0" y="1909"/>
                  </a:lnTo>
                  <a:cubicBezTo>
                    <a:pt x="152" y="1971"/>
                    <a:pt x="277" y="2087"/>
                    <a:pt x="348" y="2239"/>
                  </a:cubicBezTo>
                  <a:cubicBezTo>
                    <a:pt x="420" y="2400"/>
                    <a:pt x="428" y="2569"/>
                    <a:pt x="384" y="2730"/>
                  </a:cubicBezTo>
                  <a:lnTo>
                    <a:pt x="4380" y="865"/>
                  </a:lnTo>
                  <a:cubicBezTo>
                    <a:pt x="4612" y="758"/>
                    <a:pt x="4711" y="490"/>
                    <a:pt x="4604" y="258"/>
                  </a:cubicBezTo>
                  <a:cubicBezTo>
                    <a:pt x="4526" y="97"/>
                    <a:pt x="4364" y="1"/>
                    <a:pt x="4196" y="1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4"/>
            <p:cNvSpPr/>
            <p:nvPr/>
          </p:nvSpPr>
          <p:spPr>
            <a:xfrm>
              <a:off x="4044690" y="5240951"/>
              <a:ext cx="624743" cy="655630"/>
            </a:xfrm>
            <a:custGeom>
              <a:rect b="b" l="l" r="r" t="t"/>
              <a:pathLst>
                <a:path extrusionOk="0" h="6835" w="6513">
                  <a:moveTo>
                    <a:pt x="4256" y="1"/>
                  </a:moveTo>
                  <a:lnTo>
                    <a:pt x="0" y="1981"/>
                  </a:lnTo>
                  <a:lnTo>
                    <a:pt x="2257" y="6834"/>
                  </a:lnTo>
                  <a:lnTo>
                    <a:pt x="6513" y="4854"/>
                  </a:lnTo>
                  <a:lnTo>
                    <a:pt x="4256" y="1"/>
                  </a:ln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4"/>
            <p:cNvSpPr/>
            <p:nvPr/>
          </p:nvSpPr>
          <p:spPr>
            <a:xfrm>
              <a:off x="2808135" y="5675582"/>
              <a:ext cx="1450540" cy="441723"/>
            </a:xfrm>
            <a:custGeom>
              <a:rect b="b" l="l" r="r" t="t"/>
              <a:pathLst>
                <a:path extrusionOk="0" h="4605" w="15122">
                  <a:moveTo>
                    <a:pt x="1627" y="0"/>
                  </a:moveTo>
                  <a:cubicBezTo>
                    <a:pt x="1011" y="0"/>
                    <a:pt x="437" y="394"/>
                    <a:pt x="241" y="1019"/>
                  </a:cubicBezTo>
                  <a:cubicBezTo>
                    <a:pt x="0" y="1777"/>
                    <a:pt x="428" y="2589"/>
                    <a:pt x="1187" y="2830"/>
                  </a:cubicBezTo>
                  <a:lnTo>
                    <a:pt x="6673" y="4542"/>
                  </a:lnTo>
                  <a:cubicBezTo>
                    <a:pt x="6807" y="4587"/>
                    <a:pt x="6959" y="4605"/>
                    <a:pt x="7101" y="4605"/>
                  </a:cubicBezTo>
                  <a:cubicBezTo>
                    <a:pt x="7217" y="4605"/>
                    <a:pt x="7333" y="4596"/>
                    <a:pt x="7449" y="4560"/>
                  </a:cubicBezTo>
                  <a:lnTo>
                    <a:pt x="13872" y="2981"/>
                  </a:lnTo>
                  <a:cubicBezTo>
                    <a:pt x="14649" y="2794"/>
                    <a:pt x="15121" y="2009"/>
                    <a:pt x="14934" y="1233"/>
                  </a:cubicBezTo>
                  <a:cubicBezTo>
                    <a:pt x="14775" y="575"/>
                    <a:pt x="14188" y="136"/>
                    <a:pt x="13540" y="136"/>
                  </a:cubicBezTo>
                  <a:cubicBezTo>
                    <a:pt x="13423" y="136"/>
                    <a:pt x="13304" y="150"/>
                    <a:pt x="13186" y="180"/>
                  </a:cubicBezTo>
                  <a:lnTo>
                    <a:pt x="7146" y="1661"/>
                  </a:lnTo>
                  <a:lnTo>
                    <a:pt x="2052" y="64"/>
                  </a:lnTo>
                  <a:cubicBezTo>
                    <a:pt x="1911" y="21"/>
                    <a:pt x="1768" y="0"/>
                    <a:pt x="1627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4"/>
            <p:cNvSpPr/>
            <p:nvPr/>
          </p:nvSpPr>
          <p:spPr>
            <a:xfrm>
              <a:off x="2302328" y="6231652"/>
              <a:ext cx="2471443" cy="1294186"/>
            </a:xfrm>
            <a:custGeom>
              <a:rect b="b" l="l" r="r" t="t"/>
              <a:pathLst>
                <a:path extrusionOk="0" h="13492" w="25765">
                  <a:moveTo>
                    <a:pt x="14073" y="1"/>
                  </a:moveTo>
                  <a:cubicBezTo>
                    <a:pt x="13971" y="1"/>
                    <a:pt x="13868" y="7"/>
                    <a:pt x="13766" y="21"/>
                  </a:cubicBezTo>
                  <a:lnTo>
                    <a:pt x="2071" y="1618"/>
                  </a:lnTo>
                  <a:cubicBezTo>
                    <a:pt x="875" y="1787"/>
                    <a:pt x="1" y="2849"/>
                    <a:pt x="81" y="4062"/>
                  </a:cubicBezTo>
                  <a:cubicBezTo>
                    <a:pt x="170" y="5276"/>
                    <a:pt x="1170" y="6212"/>
                    <a:pt x="2383" y="6212"/>
                  </a:cubicBezTo>
                  <a:lnTo>
                    <a:pt x="4863" y="6212"/>
                  </a:lnTo>
                  <a:lnTo>
                    <a:pt x="11322" y="6203"/>
                  </a:lnTo>
                  <a:lnTo>
                    <a:pt x="18450" y="10137"/>
                  </a:lnTo>
                  <a:lnTo>
                    <a:pt x="21019" y="12796"/>
                  </a:lnTo>
                  <a:cubicBezTo>
                    <a:pt x="21474" y="13260"/>
                    <a:pt x="22072" y="13492"/>
                    <a:pt x="22678" y="13492"/>
                  </a:cubicBezTo>
                  <a:cubicBezTo>
                    <a:pt x="23249" y="13492"/>
                    <a:pt x="23829" y="13278"/>
                    <a:pt x="24275" y="12849"/>
                  </a:cubicBezTo>
                  <a:cubicBezTo>
                    <a:pt x="24668" y="12475"/>
                    <a:pt x="24891" y="11993"/>
                    <a:pt x="24962" y="11502"/>
                  </a:cubicBezTo>
                  <a:cubicBezTo>
                    <a:pt x="25033" y="11413"/>
                    <a:pt x="25096" y="11315"/>
                    <a:pt x="25149" y="11208"/>
                  </a:cubicBezTo>
                  <a:cubicBezTo>
                    <a:pt x="25765" y="10093"/>
                    <a:pt x="25363" y="8692"/>
                    <a:pt x="24248" y="8077"/>
                  </a:cubicBezTo>
                  <a:lnTo>
                    <a:pt x="21287" y="6435"/>
                  </a:lnTo>
                  <a:lnTo>
                    <a:pt x="15738" y="708"/>
                  </a:lnTo>
                  <a:cubicBezTo>
                    <a:pt x="15300" y="255"/>
                    <a:pt x="14698" y="1"/>
                    <a:pt x="14073" y="1"/>
                  </a:cubicBezTo>
                  <a:close/>
                </a:path>
              </a:pathLst>
            </a:custGeom>
            <a:solidFill>
              <a:srgbClr val="FFD148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4"/>
            <p:cNvSpPr/>
            <p:nvPr/>
          </p:nvSpPr>
          <p:spPr>
            <a:xfrm>
              <a:off x="2348563" y="5674814"/>
              <a:ext cx="636734" cy="629060"/>
            </a:xfrm>
            <a:custGeom>
              <a:rect b="b" l="l" r="r" t="t"/>
              <a:pathLst>
                <a:path extrusionOk="0" h="6558" w="6638">
                  <a:moveTo>
                    <a:pt x="2383" y="1"/>
                  </a:moveTo>
                  <a:cubicBezTo>
                    <a:pt x="1589" y="1"/>
                    <a:pt x="911" y="563"/>
                    <a:pt x="768" y="1339"/>
                  </a:cubicBezTo>
                  <a:lnTo>
                    <a:pt x="1" y="5523"/>
                  </a:lnTo>
                  <a:cubicBezTo>
                    <a:pt x="1" y="6094"/>
                    <a:pt x="465" y="6558"/>
                    <a:pt x="1036" y="6558"/>
                  </a:cubicBezTo>
                  <a:lnTo>
                    <a:pt x="4586" y="6558"/>
                  </a:lnTo>
                  <a:cubicBezTo>
                    <a:pt x="5157" y="6558"/>
                    <a:pt x="5532" y="6138"/>
                    <a:pt x="5621" y="5523"/>
                  </a:cubicBezTo>
                  <a:lnTo>
                    <a:pt x="6638" y="1"/>
                  </a:ln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4"/>
            <p:cNvSpPr/>
            <p:nvPr/>
          </p:nvSpPr>
          <p:spPr>
            <a:xfrm>
              <a:off x="4424644" y="6936213"/>
              <a:ext cx="825029" cy="677788"/>
            </a:xfrm>
            <a:custGeom>
              <a:rect b="b" l="l" r="r" t="t"/>
              <a:pathLst>
                <a:path extrusionOk="0" h="7066" w="8601">
                  <a:moveTo>
                    <a:pt x="8600" y="0"/>
                  </a:moveTo>
                  <a:cubicBezTo>
                    <a:pt x="8600" y="0"/>
                    <a:pt x="6894" y="983"/>
                    <a:pt x="4619" y="983"/>
                  </a:cubicBezTo>
                  <a:cubicBezTo>
                    <a:pt x="3600" y="983"/>
                    <a:pt x="2466" y="786"/>
                    <a:pt x="1320" y="214"/>
                  </a:cubicBezTo>
                  <a:lnTo>
                    <a:pt x="0" y="4764"/>
                  </a:lnTo>
                  <a:lnTo>
                    <a:pt x="4621" y="7066"/>
                  </a:lnTo>
                  <a:lnTo>
                    <a:pt x="8600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4"/>
            <p:cNvSpPr/>
            <p:nvPr/>
          </p:nvSpPr>
          <p:spPr>
            <a:xfrm>
              <a:off x="4416874" y="6918179"/>
              <a:ext cx="850737" cy="705222"/>
            </a:xfrm>
            <a:custGeom>
              <a:rect b="b" l="l" r="r" t="t"/>
              <a:pathLst>
                <a:path extrusionOk="0" h="7352" w="8869">
                  <a:moveTo>
                    <a:pt x="8512" y="358"/>
                  </a:moveTo>
                  <a:lnTo>
                    <a:pt x="4675" y="7164"/>
                  </a:lnTo>
                  <a:lnTo>
                    <a:pt x="161" y="4916"/>
                  </a:lnTo>
                  <a:lnTo>
                    <a:pt x="1437" y="500"/>
                  </a:lnTo>
                  <a:cubicBezTo>
                    <a:pt x="2562" y="1045"/>
                    <a:pt x="3678" y="1235"/>
                    <a:pt x="4686" y="1235"/>
                  </a:cubicBezTo>
                  <a:cubicBezTo>
                    <a:pt x="6515" y="1235"/>
                    <a:pt x="7988" y="611"/>
                    <a:pt x="8512" y="358"/>
                  </a:cubicBezTo>
                  <a:close/>
                  <a:moveTo>
                    <a:pt x="8868" y="1"/>
                  </a:moveTo>
                  <a:lnTo>
                    <a:pt x="8645" y="126"/>
                  </a:lnTo>
                  <a:cubicBezTo>
                    <a:pt x="8621" y="144"/>
                    <a:pt x="6928" y="1098"/>
                    <a:pt x="4691" y="1098"/>
                  </a:cubicBezTo>
                  <a:cubicBezTo>
                    <a:pt x="3680" y="1098"/>
                    <a:pt x="2558" y="903"/>
                    <a:pt x="1428" y="340"/>
                  </a:cubicBezTo>
                  <a:lnTo>
                    <a:pt x="1357" y="304"/>
                  </a:lnTo>
                  <a:lnTo>
                    <a:pt x="1" y="4997"/>
                  </a:lnTo>
                  <a:lnTo>
                    <a:pt x="4729" y="7352"/>
                  </a:lnTo>
                  <a:lnTo>
                    <a:pt x="8868" y="1"/>
                  </a:lnTo>
                  <a:close/>
                </a:path>
              </a:pathLst>
            </a:custGeom>
            <a:solidFill>
              <a:srgbClr val="16161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4"/>
            <p:cNvSpPr/>
            <p:nvPr/>
          </p:nvSpPr>
          <p:spPr>
            <a:xfrm>
              <a:off x="2666935" y="6443260"/>
              <a:ext cx="1546367" cy="914046"/>
            </a:xfrm>
            <a:custGeom>
              <a:rect b="b" l="l" r="r" t="t"/>
              <a:pathLst>
                <a:path extrusionOk="0" h="9529" w="16121">
                  <a:moveTo>
                    <a:pt x="0" y="1"/>
                  </a:moveTo>
                  <a:lnTo>
                    <a:pt x="0" y="206"/>
                  </a:lnTo>
                  <a:lnTo>
                    <a:pt x="7467" y="206"/>
                  </a:lnTo>
                  <a:lnTo>
                    <a:pt x="15969" y="9528"/>
                  </a:lnTo>
                  <a:lnTo>
                    <a:pt x="16121" y="9386"/>
                  </a:lnTo>
                  <a:lnTo>
                    <a:pt x="7556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4"/>
            <p:cNvSpPr/>
            <p:nvPr/>
          </p:nvSpPr>
          <p:spPr>
            <a:xfrm>
              <a:off x="2405062" y="5845943"/>
              <a:ext cx="172085" cy="464745"/>
            </a:xfrm>
            <a:custGeom>
              <a:rect b="b" l="l" r="r" t="t"/>
              <a:pathLst>
                <a:path extrusionOk="0" h="4845" w="1794">
                  <a:moveTo>
                    <a:pt x="188" y="1"/>
                  </a:moveTo>
                  <a:lnTo>
                    <a:pt x="0" y="63"/>
                  </a:lnTo>
                  <a:lnTo>
                    <a:pt x="1597" y="4845"/>
                  </a:lnTo>
                  <a:lnTo>
                    <a:pt x="1794" y="4783"/>
                  </a:lnTo>
                  <a:lnTo>
                    <a:pt x="188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4"/>
            <p:cNvSpPr/>
            <p:nvPr/>
          </p:nvSpPr>
          <p:spPr>
            <a:xfrm>
              <a:off x="2429907" y="5710402"/>
              <a:ext cx="1216010" cy="881816"/>
            </a:xfrm>
            <a:custGeom>
              <a:rect b="b" l="l" r="r" t="t"/>
              <a:pathLst>
                <a:path extrusionOk="0" h="9193" w="12677">
                  <a:moveTo>
                    <a:pt x="1625" y="0"/>
                  </a:moveTo>
                  <a:cubicBezTo>
                    <a:pt x="1483" y="0"/>
                    <a:pt x="1339" y="22"/>
                    <a:pt x="1196" y="67"/>
                  </a:cubicBezTo>
                  <a:cubicBezTo>
                    <a:pt x="428" y="299"/>
                    <a:pt x="0" y="1102"/>
                    <a:pt x="232" y="1869"/>
                  </a:cubicBezTo>
                  <a:lnTo>
                    <a:pt x="2159" y="8167"/>
                  </a:lnTo>
                  <a:cubicBezTo>
                    <a:pt x="2275" y="8551"/>
                    <a:pt x="2543" y="8863"/>
                    <a:pt x="2900" y="9041"/>
                  </a:cubicBezTo>
                  <a:cubicBezTo>
                    <a:pt x="3105" y="9139"/>
                    <a:pt x="3319" y="9193"/>
                    <a:pt x="3542" y="9193"/>
                  </a:cubicBezTo>
                  <a:cubicBezTo>
                    <a:pt x="3711" y="9193"/>
                    <a:pt x="3881" y="9157"/>
                    <a:pt x="4050" y="9104"/>
                  </a:cubicBezTo>
                  <a:lnTo>
                    <a:pt x="11544" y="6311"/>
                  </a:lnTo>
                  <a:cubicBezTo>
                    <a:pt x="12293" y="6035"/>
                    <a:pt x="12677" y="5205"/>
                    <a:pt x="12400" y="4456"/>
                  </a:cubicBezTo>
                  <a:cubicBezTo>
                    <a:pt x="12185" y="3872"/>
                    <a:pt x="11627" y="3510"/>
                    <a:pt x="11037" y="3510"/>
                  </a:cubicBezTo>
                  <a:cubicBezTo>
                    <a:pt x="10870" y="3510"/>
                    <a:pt x="10701" y="3539"/>
                    <a:pt x="10536" y="3600"/>
                  </a:cubicBezTo>
                  <a:lnTo>
                    <a:pt x="4479" y="5857"/>
                  </a:lnTo>
                  <a:lnTo>
                    <a:pt x="2998" y="1021"/>
                  </a:lnTo>
                  <a:cubicBezTo>
                    <a:pt x="2809" y="405"/>
                    <a:pt x="2243" y="0"/>
                    <a:pt x="1625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4"/>
            <p:cNvSpPr/>
            <p:nvPr/>
          </p:nvSpPr>
          <p:spPr>
            <a:xfrm>
              <a:off x="3422527" y="6006327"/>
              <a:ext cx="764310" cy="325753"/>
            </a:xfrm>
            <a:custGeom>
              <a:rect b="b" l="l" r="r" t="t"/>
              <a:pathLst>
                <a:path extrusionOk="0" h="3396" w="7968">
                  <a:moveTo>
                    <a:pt x="2628" y="1"/>
                  </a:moveTo>
                  <a:cubicBezTo>
                    <a:pt x="1096" y="1"/>
                    <a:pt x="1" y="568"/>
                    <a:pt x="1" y="568"/>
                  </a:cubicBezTo>
                  <a:lnTo>
                    <a:pt x="768" y="3396"/>
                  </a:lnTo>
                  <a:cubicBezTo>
                    <a:pt x="3061" y="2406"/>
                    <a:pt x="7967" y="1906"/>
                    <a:pt x="5228" y="595"/>
                  </a:cubicBezTo>
                  <a:cubicBezTo>
                    <a:pt x="4306" y="149"/>
                    <a:pt x="3410" y="1"/>
                    <a:pt x="2628" y="1"/>
                  </a:cubicBezTo>
                  <a:close/>
                </a:path>
              </a:pathLst>
            </a:custGeom>
            <a:solidFill>
              <a:srgbClr val="C95B47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4"/>
            <p:cNvSpPr/>
            <p:nvPr/>
          </p:nvSpPr>
          <p:spPr>
            <a:xfrm>
              <a:off x="3645071" y="5960188"/>
              <a:ext cx="368246" cy="110982"/>
            </a:xfrm>
            <a:custGeom>
              <a:rect b="b" l="l" r="r" t="t"/>
              <a:pathLst>
                <a:path extrusionOk="0" h="1157" w="3839">
                  <a:moveTo>
                    <a:pt x="3200" y="0"/>
                  </a:moveTo>
                  <a:cubicBezTo>
                    <a:pt x="3131" y="0"/>
                    <a:pt x="3048" y="13"/>
                    <a:pt x="2953" y="41"/>
                  </a:cubicBezTo>
                  <a:cubicBezTo>
                    <a:pt x="2141" y="282"/>
                    <a:pt x="0" y="496"/>
                    <a:pt x="0" y="496"/>
                  </a:cubicBezTo>
                  <a:lnTo>
                    <a:pt x="964" y="1156"/>
                  </a:lnTo>
                  <a:cubicBezTo>
                    <a:pt x="3376" y="1068"/>
                    <a:pt x="3839" y="0"/>
                    <a:pt x="3200" y="0"/>
                  </a:cubicBezTo>
                  <a:close/>
                </a:path>
              </a:pathLst>
            </a:custGeom>
            <a:solidFill>
              <a:srgbClr val="C95B47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4"/>
            <p:cNvSpPr/>
            <p:nvPr/>
          </p:nvSpPr>
          <p:spPr>
            <a:xfrm>
              <a:off x="3714328" y="6094673"/>
              <a:ext cx="302156" cy="39808"/>
            </a:xfrm>
            <a:custGeom>
              <a:rect b="b" l="l" r="r" t="t"/>
              <a:pathLst>
                <a:path extrusionOk="0" h="415" w="3150">
                  <a:moveTo>
                    <a:pt x="970" y="0"/>
                  </a:moveTo>
                  <a:cubicBezTo>
                    <a:pt x="660" y="0"/>
                    <a:pt x="332" y="14"/>
                    <a:pt x="1" y="48"/>
                  </a:cubicBezTo>
                  <a:lnTo>
                    <a:pt x="27" y="254"/>
                  </a:lnTo>
                  <a:cubicBezTo>
                    <a:pt x="343" y="222"/>
                    <a:pt x="655" y="209"/>
                    <a:pt x="953" y="209"/>
                  </a:cubicBezTo>
                  <a:cubicBezTo>
                    <a:pt x="2143" y="209"/>
                    <a:pt x="3098" y="414"/>
                    <a:pt x="3105" y="414"/>
                  </a:cubicBezTo>
                  <a:lnTo>
                    <a:pt x="3150" y="209"/>
                  </a:lnTo>
                  <a:cubicBezTo>
                    <a:pt x="3143" y="209"/>
                    <a:pt x="2181" y="0"/>
                    <a:pt x="970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4"/>
            <p:cNvSpPr/>
            <p:nvPr/>
          </p:nvSpPr>
          <p:spPr>
            <a:xfrm>
              <a:off x="3715191" y="6024745"/>
              <a:ext cx="237120" cy="40383"/>
            </a:xfrm>
            <a:custGeom>
              <a:rect b="b" l="l" r="r" t="t"/>
              <a:pathLst>
                <a:path extrusionOk="0" h="421" w="2472">
                  <a:moveTo>
                    <a:pt x="136" y="0"/>
                  </a:moveTo>
                  <a:cubicBezTo>
                    <a:pt x="91" y="0"/>
                    <a:pt x="46" y="1"/>
                    <a:pt x="1" y="1"/>
                  </a:cubicBezTo>
                  <a:lnTo>
                    <a:pt x="10" y="207"/>
                  </a:lnTo>
                  <a:cubicBezTo>
                    <a:pt x="54" y="206"/>
                    <a:pt x="98" y="206"/>
                    <a:pt x="142" y="206"/>
                  </a:cubicBezTo>
                  <a:cubicBezTo>
                    <a:pt x="1293" y="206"/>
                    <a:pt x="2419" y="421"/>
                    <a:pt x="2436" y="421"/>
                  </a:cubicBezTo>
                  <a:lnTo>
                    <a:pt x="2472" y="224"/>
                  </a:lnTo>
                  <a:cubicBezTo>
                    <a:pt x="2463" y="216"/>
                    <a:pt x="1313" y="0"/>
                    <a:pt x="136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4"/>
            <p:cNvSpPr/>
            <p:nvPr/>
          </p:nvSpPr>
          <p:spPr>
            <a:xfrm>
              <a:off x="2637774" y="5668004"/>
              <a:ext cx="707812" cy="604216"/>
            </a:xfrm>
            <a:custGeom>
              <a:rect b="b" l="l" r="r" t="t"/>
              <a:pathLst>
                <a:path extrusionOk="0" h="6299" w="7379">
                  <a:moveTo>
                    <a:pt x="197" y="0"/>
                  </a:moveTo>
                  <a:lnTo>
                    <a:pt x="1" y="63"/>
                  </a:lnTo>
                  <a:lnTo>
                    <a:pt x="2204" y="6299"/>
                  </a:lnTo>
                  <a:lnTo>
                    <a:pt x="7379" y="4523"/>
                  </a:lnTo>
                  <a:lnTo>
                    <a:pt x="7316" y="4327"/>
                  </a:lnTo>
                  <a:lnTo>
                    <a:pt x="2329" y="6040"/>
                  </a:lnTo>
                  <a:lnTo>
                    <a:pt x="197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4"/>
            <p:cNvSpPr/>
            <p:nvPr/>
          </p:nvSpPr>
          <p:spPr>
            <a:xfrm>
              <a:off x="4205554" y="6991848"/>
              <a:ext cx="862631" cy="623017"/>
            </a:xfrm>
            <a:custGeom>
              <a:rect b="b" l="l" r="r" t="t"/>
              <a:pathLst>
                <a:path extrusionOk="0" h="6495" w="8993">
                  <a:moveTo>
                    <a:pt x="2846" y="0"/>
                  </a:moveTo>
                  <a:lnTo>
                    <a:pt x="0" y="3738"/>
                  </a:lnTo>
                  <a:lnTo>
                    <a:pt x="2543" y="6495"/>
                  </a:lnTo>
                  <a:lnTo>
                    <a:pt x="8993" y="1731"/>
                  </a:lnTo>
                  <a:lnTo>
                    <a:pt x="8993" y="1731"/>
                  </a:lnTo>
                  <a:cubicBezTo>
                    <a:pt x="8993" y="1731"/>
                    <a:pt x="8666" y="1764"/>
                    <a:pt x="8152" y="1764"/>
                  </a:cubicBezTo>
                  <a:cubicBezTo>
                    <a:pt x="6834" y="1764"/>
                    <a:pt x="4284" y="1547"/>
                    <a:pt x="2846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4"/>
            <p:cNvSpPr/>
            <p:nvPr/>
          </p:nvSpPr>
          <p:spPr>
            <a:xfrm>
              <a:off x="4197017" y="6981584"/>
              <a:ext cx="894285" cy="641817"/>
            </a:xfrm>
            <a:custGeom>
              <a:rect b="b" l="l" r="r" t="t"/>
              <a:pathLst>
                <a:path extrusionOk="0" h="6691" w="9323">
                  <a:moveTo>
                    <a:pt x="2944" y="214"/>
                  </a:moveTo>
                  <a:cubicBezTo>
                    <a:pt x="4394" y="1716"/>
                    <a:pt x="6920" y="1935"/>
                    <a:pt x="8237" y="1935"/>
                  </a:cubicBezTo>
                  <a:cubicBezTo>
                    <a:pt x="8492" y="1935"/>
                    <a:pt x="8702" y="1927"/>
                    <a:pt x="8850" y="1918"/>
                  </a:cubicBezTo>
                  <a:lnTo>
                    <a:pt x="8850" y="1918"/>
                  </a:lnTo>
                  <a:lnTo>
                    <a:pt x="2641" y="6512"/>
                  </a:lnTo>
                  <a:lnTo>
                    <a:pt x="179" y="3845"/>
                  </a:lnTo>
                  <a:lnTo>
                    <a:pt x="2944" y="214"/>
                  </a:lnTo>
                  <a:close/>
                  <a:moveTo>
                    <a:pt x="2935" y="0"/>
                  </a:moveTo>
                  <a:lnTo>
                    <a:pt x="0" y="3854"/>
                  </a:lnTo>
                  <a:lnTo>
                    <a:pt x="2623" y="6691"/>
                  </a:lnTo>
                  <a:lnTo>
                    <a:pt x="9323" y="1740"/>
                  </a:lnTo>
                  <a:lnTo>
                    <a:pt x="9073" y="1766"/>
                  </a:lnTo>
                  <a:cubicBezTo>
                    <a:pt x="9061" y="1766"/>
                    <a:pt x="8748" y="1796"/>
                    <a:pt x="8260" y="1796"/>
                  </a:cubicBezTo>
                  <a:cubicBezTo>
                    <a:pt x="6957" y="1796"/>
                    <a:pt x="4404" y="1588"/>
                    <a:pt x="2989" y="62"/>
                  </a:cubicBezTo>
                  <a:lnTo>
                    <a:pt x="2935" y="0"/>
                  </a:lnTo>
                  <a:close/>
                </a:path>
              </a:pathLst>
            </a:custGeom>
            <a:solidFill>
              <a:srgbClr val="16161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4"/>
            <p:cNvSpPr/>
            <p:nvPr/>
          </p:nvSpPr>
          <p:spPr>
            <a:xfrm>
              <a:off x="2874898" y="5847669"/>
              <a:ext cx="88153" cy="402299"/>
            </a:xfrm>
            <a:custGeom>
              <a:rect b="b" l="l" r="r" t="t"/>
              <a:pathLst>
                <a:path extrusionOk="0" h="4194" w="919">
                  <a:moveTo>
                    <a:pt x="714" y="1"/>
                  </a:moveTo>
                  <a:lnTo>
                    <a:pt x="0" y="4158"/>
                  </a:lnTo>
                  <a:lnTo>
                    <a:pt x="205" y="4194"/>
                  </a:lnTo>
                  <a:lnTo>
                    <a:pt x="919" y="36"/>
                  </a:lnTo>
                  <a:lnTo>
                    <a:pt x="714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4"/>
            <p:cNvSpPr/>
            <p:nvPr/>
          </p:nvSpPr>
          <p:spPr>
            <a:xfrm>
              <a:off x="4045553" y="5631169"/>
              <a:ext cx="213140" cy="339853"/>
            </a:xfrm>
            <a:custGeom>
              <a:rect b="b" l="l" r="r" t="t"/>
              <a:pathLst>
                <a:path extrusionOk="0" h="3543" w="2222">
                  <a:moveTo>
                    <a:pt x="892" y="1"/>
                  </a:moveTo>
                  <a:lnTo>
                    <a:pt x="0" y="598"/>
                  </a:lnTo>
                  <a:lnTo>
                    <a:pt x="812" y="3542"/>
                  </a:lnTo>
                  <a:cubicBezTo>
                    <a:pt x="812" y="3542"/>
                    <a:pt x="1463" y="3328"/>
                    <a:pt x="1668" y="3212"/>
                  </a:cubicBezTo>
                  <a:cubicBezTo>
                    <a:pt x="2088" y="2980"/>
                    <a:pt x="2221" y="2579"/>
                    <a:pt x="2221" y="2579"/>
                  </a:cubicBezTo>
                  <a:lnTo>
                    <a:pt x="892" y="1"/>
                  </a:ln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4"/>
            <p:cNvSpPr/>
            <p:nvPr/>
          </p:nvSpPr>
          <p:spPr>
            <a:xfrm>
              <a:off x="4209775" y="5603831"/>
              <a:ext cx="48920" cy="75395"/>
            </a:xfrm>
            <a:custGeom>
              <a:rect b="b" l="l" r="r" t="t"/>
              <a:pathLst>
                <a:path extrusionOk="0" h="786" w="510">
                  <a:moveTo>
                    <a:pt x="509" y="0"/>
                  </a:moveTo>
                  <a:lnTo>
                    <a:pt x="509" y="0"/>
                  </a:lnTo>
                  <a:cubicBezTo>
                    <a:pt x="465" y="9"/>
                    <a:pt x="420" y="27"/>
                    <a:pt x="376" y="45"/>
                  </a:cubicBezTo>
                  <a:cubicBezTo>
                    <a:pt x="304" y="321"/>
                    <a:pt x="170" y="580"/>
                    <a:pt x="1" y="785"/>
                  </a:cubicBezTo>
                  <a:cubicBezTo>
                    <a:pt x="19" y="767"/>
                    <a:pt x="37" y="750"/>
                    <a:pt x="54" y="732"/>
                  </a:cubicBezTo>
                  <a:cubicBezTo>
                    <a:pt x="260" y="527"/>
                    <a:pt x="420" y="277"/>
                    <a:pt x="509" y="0"/>
                  </a:cubicBez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4"/>
            <p:cNvSpPr/>
            <p:nvPr/>
          </p:nvSpPr>
          <p:spPr>
            <a:xfrm>
              <a:off x="4077208" y="5608052"/>
              <a:ext cx="168632" cy="117313"/>
            </a:xfrm>
            <a:custGeom>
              <a:rect b="b" l="l" r="r" t="t"/>
              <a:pathLst>
                <a:path extrusionOk="0" h="1223" w="1758">
                  <a:moveTo>
                    <a:pt x="1758" y="1"/>
                  </a:moveTo>
                  <a:lnTo>
                    <a:pt x="1758" y="1"/>
                  </a:lnTo>
                  <a:cubicBezTo>
                    <a:pt x="1205" y="242"/>
                    <a:pt x="607" y="438"/>
                    <a:pt x="0" y="590"/>
                  </a:cubicBezTo>
                  <a:cubicBezTo>
                    <a:pt x="196" y="804"/>
                    <a:pt x="384" y="1009"/>
                    <a:pt x="580" y="1223"/>
                  </a:cubicBezTo>
                  <a:cubicBezTo>
                    <a:pt x="874" y="1116"/>
                    <a:pt x="1151" y="955"/>
                    <a:pt x="1383" y="741"/>
                  </a:cubicBezTo>
                  <a:cubicBezTo>
                    <a:pt x="1552" y="536"/>
                    <a:pt x="1686" y="277"/>
                    <a:pt x="1758" y="1"/>
                  </a:cubicBez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4"/>
            <p:cNvSpPr/>
            <p:nvPr/>
          </p:nvSpPr>
          <p:spPr>
            <a:xfrm>
              <a:off x="4245746" y="5539658"/>
              <a:ext cx="22350" cy="68489"/>
            </a:xfrm>
            <a:custGeom>
              <a:rect b="b" l="l" r="r" t="t"/>
              <a:pathLst>
                <a:path extrusionOk="0" h="714" w="233">
                  <a:moveTo>
                    <a:pt x="197" y="0"/>
                  </a:moveTo>
                  <a:cubicBezTo>
                    <a:pt x="152" y="0"/>
                    <a:pt x="117" y="27"/>
                    <a:pt x="90" y="45"/>
                  </a:cubicBezTo>
                  <a:cubicBezTo>
                    <a:pt x="108" y="277"/>
                    <a:pt x="72" y="500"/>
                    <a:pt x="1" y="714"/>
                  </a:cubicBezTo>
                  <a:cubicBezTo>
                    <a:pt x="45" y="696"/>
                    <a:pt x="90" y="678"/>
                    <a:pt x="134" y="669"/>
                  </a:cubicBezTo>
                  <a:cubicBezTo>
                    <a:pt x="206" y="455"/>
                    <a:pt x="233" y="223"/>
                    <a:pt x="197" y="0"/>
                  </a:cubicBez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4"/>
            <p:cNvSpPr/>
            <p:nvPr/>
          </p:nvSpPr>
          <p:spPr>
            <a:xfrm>
              <a:off x="4077208" y="5543879"/>
              <a:ext cx="178895" cy="120766"/>
            </a:xfrm>
            <a:custGeom>
              <a:rect b="b" l="l" r="r" t="t"/>
              <a:pathLst>
                <a:path extrusionOk="0" h="1259" w="1865">
                  <a:moveTo>
                    <a:pt x="1847" y="1"/>
                  </a:moveTo>
                  <a:cubicBezTo>
                    <a:pt x="1436" y="322"/>
                    <a:pt x="1008" y="607"/>
                    <a:pt x="562" y="875"/>
                  </a:cubicBezTo>
                  <a:cubicBezTo>
                    <a:pt x="384" y="1009"/>
                    <a:pt x="196" y="1134"/>
                    <a:pt x="0" y="1259"/>
                  </a:cubicBezTo>
                  <a:cubicBezTo>
                    <a:pt x="607" y="1107"/>
                    <a:pt x="1205" y="911"/>
                    <a:pt x="1758" y="670"/>
                  </a:cubicBezTo>
                  <a:cubicBezTo>
                    <a:pt x="1829" y="456"/>
                    <a:pt x="1865" y="233"/>
                    <a:pt x="1847" y="1"/>
                  </a:cubicBez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4"/>
            <p:cNvSpPr/>
            <p:nvPr/>
          </p:nvSpPr>
          <p:spPr>
            <a:xfrm>
              <a:off x="4246609" y="5527476"/>
              <a:ext cx="18033" cy="16499"/>
            </a:xfrm>
            <a:custGeom>
              <a:rect b="b" l="l" r="r" t="t"/>
              <a:pathLst>
                <a:path extrusionOk="0" h="172" w="188">
                  <a:moveTo>
                    <a:pt x="76" y="1"/>
                  </a:moveTo>
                  <a:cubicBezTo>
                    <a:pt x="47" y="1"/>
                    <a:pt x="24" y="24"/>
                    <a:pt x="1" y="47"/>
                  </a:cubicBezTo>
                  <a:cubicBezTo>
                    <a:pt x="45" y="56"/>
                    <a:pt x="72" y="118"/>
                    <a:pt x="81" y="172"/>
                  </a:cubicBezTo>
                  <a:cubicBezTo>
                    <a:pt x="108" y="154"/>
                    <a:pt x="143" y="127"/>
                    <a:pt x="188" y="127"/>
                  </a:cubicBezTo>
                  <a:cubicBezTo>
                    <a:pt x="170" y="65"/>
                    <a:pt x="143" y="2"/>
                    <a:pt x="90" y="2"/>
                  </a:cubicBezTo>
                  <a:cubicBezTo>
                    <a:pt x="85" y="1"/>
                    <a:pt x="80" y="1"/>
                    <a:pt x="76" y="1"/>
                  </a:cubicBez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4"/>
            <p:cNvSpPr/>
            <p:nvPr/>
          </p:nvSpPr>
          <p:spPr>
            <a:xfrm>
              <a:off x="4131117" y="5531888"/>
              <a:ext cx="123260" cy="95922"/>
            </a:xfrm>
            <a:custGeom>
              <a:rect b="b" l="l" r="r" t="t"/>
              <a:pathLst>
                <a:path extrusionOk="0" h="1000" w="1285">
                  <a:moveTo>
                    <a:pt x="1205" y="1"/>
                  </a:moveTo>
                  <a:cubicBezTo>
                    <a:pt x="874" y="322"/>
                    <a:pt x="518" y="616"/>
                    <a:pt x="143" y="893"/>
                  </a:cubicBezTo>
                  <a:cubicBezTo>
                    <a:pt x="98" y="929"/>
                    <a:pt x="54" y="964"/>
                    <a:pt x="0" y="1000"/>
                  </a:cubicBezTo>
                  <a:cubicBezTo>
                    <a:pt x="446" y="732"/>
                    <a:pt x="874" y="447"/>
                    <a:pt x="1285" y="126"/>
                  </a:cubicBezTo>
                  <a:cubicBezTo>
                    <a:pt x="1276" y="72"/>
                    <a:pt x="1249" y="10"/>
                    <a:pt x="1205" y="1"/>
                  </a:cubicBez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4"/>
            <p:cNvSpPr/>
            <p:nvPr/>
          </p:nvSpPr>
          <p:spPr>
            <a:xfrm>
              <a:off x="2590771" y="5290640"/>
              <a:ext cx="340621" cy="340621"/>
            </a:xfrm>
            <a:custGeom>
              <a:rect b="b" l="l" r="r" t="t"/>
              <a:pathLst>
                <a:path extrusionOk="0" h="3551" w="3551">
                  <a:moveTo>
                    <a:pt x="1776" y="0"/>
                  </a:moveTo>
                  <a:cubicBezTo>
                    <a:pt x="794" y="0"/>
                    <a:pt x="0" y="794"/>
                    <a:pt x="0" y="1775"/>
                  </a:cubicBezTo>
                  <a:cubicBezTo>
                    <a:pt x="0" y="2757"/>
                    <a:pt x="794" y="3551"/>
                    <a:pt x="1776" y="3551"/>
                  </a:cubicBezTo>
                  <a:cubicBezTo>
                    <a:pt x="2757" y="3551"/>
                    <a:pt x="3551" y="2757"/>
                    <a:pt x="3551" y="1775"/>
                  </a:cubicBezTo>
                  <a:cubicBezTo>
                    <a:pt x="3551" y="794"/>
                    <a:pt x="2757" y="0"/>
                    <a:pt x="1776" y="0"/>
                  </a:cubicBezTo>
                  <a:close/>
                </a:path>
              </a:pathLst>
            </a:custGeom>
            <a:solidFill>
              <a:srgbClr val="C95B47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4"/>
            <p:cNvSpPr/>
            <p:nvPr/>
          </p:nvSpPr>
          <p:spPr>
            <a:xfrm>
              <a:off x="2808998" y="5490737"/>
              <a:ext cx="77985" cy="42110"/>
            </a:xfrm>
            <a:custGeom>
              <a:rect b="b" l="l" r="r" t="t"/>
              <a:pathLst>
                <a:path extrusionOk="0" h="439" w="813">
                  <a:moveTo>
                    <a:pt x="135" y="1"/>
                  </a:moveTo>
                  <a:cubicBezTo>
                    <a:pt x="97" y="1"/>
                    <a:pt x="59" y="21"/>
                    <a:pt x="36" y="55"/>
                  </a:cubicBezTo>
                  <a:cubicBezTo>
                    <a:pt x="0" y="109"/>
                    <a:pt x="18" y="180"/>
                    <a:pt x="80" y="216"/>
                  </a:cubicBezTo>
                  <a:cubicBezTo>
                    <a:pt x="89" y="225"/>
                    <a:pt x="375" y="394"/>
                    <a:pt x="669" y="439"/>
                  </a:cubicBezTo>
                  <a:lnTo>
                    <a:pt x="687" y="439"/>
                  </a:lnTo>
                  <a:cubicBezTo>
                    <a:pt x="750" y="439"/>
                    <a:pt x="794" y="394"/>
                    <a:pt x="803" y="332"/>
                  </a:cubicBezTo>
                  <a:cubicBezTo>
                    <a:pt x="812" y="269"/>
                    <a:pt x="767" y="216"/>
                    <a:pt x="705" y="207"/>
                  </a:cubicBezTo>
                  <a:cubicBezTo>
                    <a:pt x="455" y="171"/>
                    <a:pt x="196" y="19"/>
                    <a:pt x="196" y="19"/>
                  </a:cubicBezTo>
                  <a:cubicBezTo>
                    <a:pt x="177" y="7"/>
                    <a:pt x="156" y="1"/>
                    <a:pt x="135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4"/>
            <p:cNvSpPr/>
            <p:nvPr/>
          </p:nvSpPr>
          <p:spPr>
            <a:xfrm>
              <a:off x="2760173" y="5421384"/>
              <a:ext cx="76258" cy="32805"/>
            </a:xfrm>
            <a:custGeom>
              <a:rect b="b" l="l" r="r" t="t"/>
              <a:pathLst>
                <a:path extrusionOk="0" h="342" w="795">
                  <a:moveTo>
                    <a:pt x="419" y="0"/>
                  </a:moveTo>
                  <a:cubicBezTo>
                    <a:pt x="268" y="0"/>
                    <a:pt x="132" y="70"/>
                    <a:pt x="54" y="127"/>
                  </a:cubicBezTo>
                  <a:cubicBezTo>
                    <a:pt x="10" y="172"/>
                    <a:pt x="1" y="243"/>
                    <a:pt x="36" y="296"/>
                  </a:cubicBezTo>
                  <a:cubicBezTo>
                    <a:pt x="63" y="323"/>
                    <a:pt x="90" y="341"/>
                    <a:pt x="126" y="341"/>
                  </a:cubicBezTo>
                  <a:cubicBezTo>
                    <a:pt x="152" y="341"/>
                    <a:pt x="179" y="332"/>
                    <a:pt x="197" y="314"/>
                  </a:cubicBezTo>
                  <a:cubicBezTo>
                    <a:pt x="203" y="308"/>
                    <a:pt x="301" y="234"/>
                    <a:pt x="416" y="234"/>
                  </a:cubicBezTo>
                  <a:cubicBezTo>
                    <a:pt x="473" y="234"/>
                    <a:pt x="533" y="252"/>
                    <a:pt x="589" y="305"/>
                  </a:cubicBezTo>
                  <a:cubicBezTo>
                    <a:pt x="611" y="327"/>
                    <a:pt x="638" y="338"/>
                    <a:pt x="666" y="338"/>
                  </a:cubicBezTo>
                  <a:cubicBezTo>
                    <a:pt x="696" y="338"/>
                    <a:pt x="727" y="324"/>
                    <a:pt x="750" y="296"/>
                  </a:cubicBezTo>
                  <a:cubicBezTo>
                    <a:pt x="795" y="252"/>
                    <a:pt x="795" y="180"/>
                    <a:pt x="750" y="136"/>
                  </a:cubicBezTo>
                  <a:cubicBezTo>
                    <a:pt x="642" y="36"/>
                    <a:pt x="527" y="0"/>
                    <a:pt x="419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4"/>
            <p:cNvSpPr/>
            <p:nvPr/>
          </p:nvSpPr>
          <p:spPr>
            <a:xfrm>
              <a:off x="2873171" y="5420904"/>
              <a:ext cx="70215" cy="32422"/>
            </a:xfrm>
            <a:custGeom>
              <a:rect b="b" l="l" r="r" t="t"/>
              <a:pathLst>
                <a:path extrusionOk="0" h="338" w="732">
                  <a:moveTo>
                    <a:pt x="382" y="1"/>
                  </a:moveTo>
                  <a:cubicBezTo>
                    <a:pt x="251" y="1"/>
                    <a:pt x="129" y="62"/>
                    <a:pt x="54" y="132"/>
                  </a:cubicBezTo>
                  <a:cubicBezTo>
                    <a:pt x="9" y="177"/>
                    <a:pt x="0" y="248"/>
                    <a:pt x="45" y="293"/>
                  </a:cubicBezTo>
                  <a:cubicBezTo>
                    <a:pt x="68" y="321"/>
                    <a:pt x="99" y="334"/>
                    <a:pt x="129" y="334"/>
                  </a:cubicBezTo>
                  <a:cubicBezTo>
                    <a:pt x="157" y="334"/>
                    <a:pt x="184" y="323"/>
                    <a:pt x="205" y="301"/>
                  </a:cubicBezTo>
                  <a:cubicBezTo>
                    <a:pt x="228" y="290"/>
                    <a:pt x="300" y="234"/>
                    <a:pt x="381" y="234"/>
                  </a:cubicBezTo>
                  <a:cubicBezTo>
                    <a:pt x="426" y="234"/>
                    <a:pt x="473" y="251"/>
                    <a:pt x="518" y="301"/>
                  </a:cubicBezTo>
                  <a:cubicBezTo>
                    <a:pt x="544" y="319"/>
                    <a:pt x="571" y="337"/>
                    <a:pt x="607" y="337"/>
                  </a:cubicBezTo>
                  <a:cubicBezTo>
                    <a:pt x="634" y="337"/>
                    <a:pt x="660" y="328"/>
                    <a:pt x="687" y="301"/>
                  </a:cubicBezTo>
                  <a:cubicBezTo>
                    <a:pt x="732" y="257"/>
                    <a:pt x="732" y="185"/>
                    <a:pt x="687" y="141"/>
                  </a:cubicBezTo>
                  <a:cubicBezTo>
                    <a:pt x="593" y="39"/>
                    <a:pt x="485" y="1"/>
                    <a:pt x="382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4"/>
            <p:cNvSpPr/>
            <p:nvPr/>
          </p:nvSpPr>
          <p:spPr>
            <a:xfrm>
              <a:off x="2541083" y="5139368"/>
              <a:ext cx="413426" cy="344745"/>
            </a:xfrm>
            <a:custGeom>
              <a:rect b="b" l="l" r="r" t="t"/>
              <a:pathLst>
                <a:path extrusionOk="0" h="3594" w="4310">
                  <a:moveTo>
                    <a:pt x="3498" y="0"/>
                  </a:moveTo>
                  <a:cubicBezTo>
                    <a:pt x="3442" y="0"/>
                    <a:pt x="3385" y="8"/>
                    <a:pt x="3328" y="25"/>
                  </a:cubicBezTo>
                  <a:cubicBezTo>
                    <a:pt x="3123" y="78"/>
                    <a:pt x="2954" y="230"/>
                    <a:pt x="2775" y="355"/>
                  </a:cubicBezTo>
                  <a:cubicBezTo>
                    <a:pt x="2187" y="739"/>
                    <a:pt x="1437" y="712"/>
                    <a:pt x="875" y="1140"/>
                  </a:cubicBezTo>
                  <a:cubicBezTo>
                    <a:pt x="536" y="1381"/>
                    <a:pt x="304" y="1764"/>
                    <a:pt x="179" y="2166"/>
                  </a:cubicBezTo>
                  <a:cubicBezTo>
                    <a:pt x="81" y="2460"/>
                    <a:pt x="1" y="2781"/>
                    <a:pt x="28" y="3085"/>
                  </a:cubicBezTo>
                  <a:cubicBezTo>
                    <a:pt x="46" y="3343"/>
                    <a:pt x="188" y="3593"/>
                    <a:pt x="456" y="3593"/>
                  </a:cubicBezTo>
                  <a:cubicBezTo>
                    <a:pt x="634" y="3593"/>
                    <a:pt x="813" y="3477"/>
                    <a:pt x="929" y="3335"/>
                  </a:cubicBezTo>
                  <a:cubicBezTo>
                    <a:pt x="1045" y="3192"/>
                    <a:pt x="1125" y="3013"/>
                    <a:pt x="1196" y="2835"/>
                  </a:cubicBezTo>
                  <a:cubicBezTo>
                    <a:pt x="1259" y="2683"/>
                    <a:pt x="1312" y="2523"/>
                    <a:pt x="1419" y="2407"/>
                  </a:cubicBezTo>
                  <a:cubicBezTo>
                    <a:pt x="1535" y="2264"/>
                    <a:pt x="1714" y="2184"/>
                    <a:pt x="1883" y="2139"/>
                  </a:cubicBezTo>
                  <a:cubicBezTo>
                    <a:pt x="2052" y="2101"/>
                    <a:pt x="2225" y="2091"/>
                    <a:pt x="2400" y="2091"/>
                  </a:cubicBezTo>
                  <a:cubicBezTo>
                    <a:pt x="2593" y="2091"/>
                    <a:pt x="2788" y="2103"/>
                    <a:pt x="2981" y="2103"/>
                  </a:cubicBezTo>
                  <a:cubicBezTo>
                    <a:pt x="3346" y="2095"/>
                    <a:pt x="3739" y="2023"/>
                    <a:pt x="4006" y="1756"/>
                  </a:cubicBezTo>
                  <a:cubicBezTo>
                    <a:pt x="4212" y="1541"/>
                    <a:pt x="4310" y="1229"/>
                    <a:pt x="4292" y="926"/>
                  </a:cubicBezTo>
                  <a:cubicBezTo>
                    <a:pt x="4283" y="667"/>
                    <a:pt x="4185" y="408"/>
                    <a:pt x="4006" y="230"/>
                  </a:cubicBezTo>
                  <a:cubicBezTo>
                    <a:pt x="3870" y="86"/>
                    <a:pt x="3685" y="0"/>
                    <a:pt x="3498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4"/>
            <p:cNvSpPr/>
            <p:nvPr/>
          </p:nvSpPr>
          <p:spPr>
            <a:xfrm>
              <a:off x="2547989" y="5409585"/>
              <a:ext cx="85659" cy="85659"/>
            </a:xfrm>
            <a:custGeom>
              <a:rect b="b" l="l" r="r" t="t"/>
              <a:pathLst>
                <a:path extrusionOk="0" h="893" w="893">
                  <a:moveTo>
                    <a:pt x="446" y="0"/>
                  </a:moveTo>
                  <a:cubicBezTo>
                    <a:pt x="205" y="0"/>
                    <a:pt x="0" y="196"/>
                    <a:pt x="0" y="446"/>
                  </a:cubicBezTo>
                  <a:cubicBezTo>
                    <a:pt x="0" y="687"/>
                    <a:pt x="205" y="892"/>
                    <a:pt x="446" y="892"/>
                  </a:cubicBezTo>
                  <a:cubicBezTo>
                    <a:pt x="696" y="892"/>
                    <a:pt x="892" y="687"/>
                    <a:pt x="892" y="446"/>
                  </a:cubicBezTo>
                  <a:cubicBezTo>
                    <a:pt x="892" y="196"/>
                    <a:pt x="696" y="0"/>
                    <a:pt x="446" y="0"/>
                  </a:cubicBezTo>
                  <a:close/>
                </a:path>
              </a:pathLst>
            </a:custGeom>
            <a:solidFill>
              <a:srgbClr val="C95B47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4"/>
            <p:cNvSpPr/>
            <p:nvPr/>
          </p:nvSpPr>
          <p:spPr>
            <a:xfrm>
              <a:off x="1350763" y="5493423"/>
              <a:ext cx="86522" cy="86522"/>
            </a:xfrm>
            <a:custGeom>
              <a:rect b="b" l="l" r="r" t="t"/>
              <a:pathLst>
                <a:path extrusionOk="0" h="902" w="902">
                  <a:moveTo>
                    <a:pt x="456" y="0"/>
                  </a:moveTo>
                  <a:cubicBezTo>
                    <a:pt x="206" y="0"/>
                    <a:pt x="1" y="206"/>
                    <a:pt x="1" y="455"/>
                  </a:cubicBezTo>
                  <a:cubicBezTo>
                    <a:pt x="1" y="705"/>
                    <a:pt x="206" y="901"/>
                    <a:pt x="456" y="901"/>
                  </a:cubicBezTo>
                  <a:cubicBezTo>
                    <a:pt x="705" y="901"/>
                    <a:pt x="902" y="705"/>
                    <a:pt x="902" y="455"/>
                  </a:cubicBezTo>
                  <a:cubicBezTo>
                    <a:pt x="902" y="206"/>
                    <a:pt x="705" y="0"/>
                    <a:pt x="456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4"/>
            <p:cNvSpPr/>
            <p:nvPr/>
          </p:nvSpPr>
          <p:spPr>
            <a:xfrm>
              <a:off x="7999056" y="3723724"/>
              <a:ext cx="61678" cy="61774"/>
            </a:xfrm>
            <a:custGeom>
              <a:rect b="b" l="l" r="r" t="t"/>
              <a:pathLst>
                <a:path extrusionOk="0" h="644" w="643">
                  <a:moveTo>
                    <a:pt x="321" y="1"/>
                  </a:moveTo>
                  <a:cubicBezTo>
                    <a:pt x="143" y="1"/>
                    <a:pt x="0" y="144"/>
                    <a:pt x="0" y="322"/>
                  </a:cubicBezTo>
                  <a:cubicBezTo>
                    <a:pt x="0" y="500"/>
                    <a:pt x="143" y="643"/>
                    <a:pt x="321" y="643"/>
                  </a:cubicBezTo>
                  <a:cubicBezTo>
                    <a:pt x="500" y="643"/>
                    <a:pt x="643" y="500"/>
                    <a:pt x="643" y="322"/>
                  </a:cubicBezTo>
                  <a:cubicBezTo>
                    <a:pt x="643" y="144"/>
                    <a:pt x="500" y="1"/>
                    <a:pt x="321" y="1"/>
                  </a:cubicBezTo>
                  <a:close/>
                </a:path>
              </a:pathLst>
            </a:custGeom>
            <a:solidFill>
              <a:srgbClr val="00CC7E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4"/>
            <p:cNvSpPr/>
            <p:nvPr/>
          </p:nvSpPr>
          <p:spPr>
            <a:xfrm>
              <a:off x="961408" y="2704534"/>
              <a:ext cx="42877" cy="43741"/>
            </a:xfrm>
            <a:custGeom>
              <a:rect b="b" l="l" r="r" t="t"/>
              <a:pathLst>
                <a:path extrusionOk="0" h="456" w="447">
                  <a:moveTo>
                    <a:pt x="224" y="1"/>
                  </a:moveTo>
                  <a:cubicBezTo>
                    <a:pt x="99" y="1"/>
                    <a:pt x="1" y="108"/>
                    <a:pt x="1" y="233"/>
                  </a:cubicBezTo>
                  <a:cubicBezTo>
                    <a:pt x="1" y="358"/>
                    <a:pt x="99" y="456"/>
                    <a:pt x="224" y="456"/>
                  </a:cubicBezTo>
                  <a:cubicBezTo>
                    <a:pt x="349" y="456"/>
                    <a:pt x="447" y="358"/>
                    <a:pt x="447" y="233"/>
                  </a:cubicBezTo>
                  <a:cubicBezTo>
                    <a:pt x="447" y="108"/>
                    <a:pt x="349" y="1"/>
                    <a:pt x="224" y="1"/>
                  </a:cubicBezTo>
                  <a:close/>
                </a:path>
              </a:pathLst>
            </a:custGeom>
            <a:solidFill>
              <a:srgbClr val="8585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2613025" y="3084488"/>
              <a:ext cx="92469" cy="92565"/>
            </a:xfrm>
            <a:custGeom>
              <a:rect b="b" l="l" r="r" t="t"/>
              <a:pathLst>
                <a:path extrusionOk="0" h="965" w="964">
                  <a:moveTo>
                    <a:pt x="482" y="1"/>
                  </a:moveTo>
                  <a:cubicBezTo>
                    <a:pt x="214" y="1"/>
                    <a:pt x="0" y="215"/>
                    <a:pt x="0" y="483"/>
                  </a:cubicBezTo>
                  <a:cubicBezTo>
                    <a:pt x="0" y="750"/>
                    <a:pt x="214" y="964"/>
                    <a:pt x="482" y="964"/>
                  </a:cubicBezTo>
                  <a:cubicBezTo>
                    <a:pt x="750" y="964"/>
                    <a:pt x="964" y="750"/>
                    <a:pt x="964" y="483"/>
                  </a:cubicBezTo>
                  <a:cubicBezTo>
                    <a:pt x="964" y="215"/>
                    <a:pt x="750" y="1"/>
                    <a:pt x="482" y="1"/>
                  </a:cubicBezTo>
                  <a:close/>
                </a:path>
              </a:pathLst>
            </a:custGeom>
            <a:solidFill>
              <a:srgbClr val="FFA99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4"/>
            <p:cNvSpPr/>
            <p:nvPr/>
          </p:nvSpPr>
          <p:spPr>
            <a:xfrm>
              <a:off x="4734382" y="4038642"/>
              <a:ext cx="61678" cy="61774"/>
            </a:xfrm>
            <a:custGeom>
              <a:rect b="b" l="l" r="r" t="t"/>
              <a:pathLst>
                <a:path extrusionOk="0" h="644" w="643">
                  <a:moveTo>
                    <a:pt x="322" y="1"/>
                  </a:moveTo>
                  <a:cubicBezTo>
                    <a:pt x="143" y="1"/>
                    <a:pt x="1" y="143"/>
                    <a:pt x="1" y="322"/>
                  </a:cubicBezTo>
                  <a:cubicBezTo>
                    <a:pt x="1" y="500"/>
                    <a:pt x="143" y="643"/>
                    <a:pt x="322" y="643"/>
                  </a:cubicBezTo>
                  <a:cubicBezTo>
                    <a:pt x="500" y="643"/>
                    <a:pt x="643" y="500"/>
                    <a:pt x="643" y="322"/>
                  </a:cubicBezTo>
                  <a:cubicBezTo>
                    <a:pt x="643" y="143"/>
                    <a:pt x="500" y="1"/>
                    <a:pt x="322" y="1"/>
                  </a:cubicBezTo>
                  <a:close/>
                </a:path>
              </a:pathLst>
            </a:custGeom>
            <a:solidFill>
              <a:srgbClr val="FFADEE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4"/>
            <p:cNvSpPr/>
            <p:nvPr/>
          </p:nvSpPr>
          <p:spPr>
            <a:xfrm>
              <a:off x="5584172" y="6204506"/>
              <a:ext cx="88249" cy="87385"/>
            </a:xfrm>
            <a:custGeom>
              <a:rect b="b" l="l" r="r" t="t"/>
              <a:pathLst>
                <a:path extrusionOk="0" h="911" w="920">
                  <a:moveTo>
                    <a:pt x="464" y="1"/>
                  </a:moveTo>
                  <a:cubicBezTo>
                    <a:pt x="205" y="1"/>
                    <a:pt x="0" y="206"/>
                    <a:pt x="0" y="456"/>
                  </a:cubicBezTo>
                  <a:cubicBezTo>
                    <a:pt x="0" y="706"/>
                    <a:pt x="205" y="911"/>
                    <a:pt x="464" y="911"/>
                  </a:cubicBezTo>
                  <a:cubicBezTo>
                    <a:pt x="714" y="911"/>
                    <a:pt x="919" y="706"/>
                    <a:pt x="919" y="456"/>
                  </a:cubicBezTo>
                  <a:cubicBezTo>
                    <a:pt x="919" y="206"/>
                    <a:pt x="714" y="1"/>
                    <a:pt x="464" y="1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1835179" y="7208348"/>
              <a:ext cx="1646510" cy="404793"/>
            </a:xfrm>
            <a:custGeom>
              <a:rect b="b" l="l" r="r" t="t"/>
              <a:pathLst>
                <a:path extrusionOk="0" h="4220" w="17165">
                  <a:moveTo>
                    <a:pt x="2034" y="0"/>
                  </a:moveTo>
                  <a:cubicBezTo>
                    <a:pt x="910" y="0"/>
                    <a:pt x="0" y="910"/>
                    <a:pt x="0" y="2034"/>
                  </a:cubicBezTo>
                  <a:cubicBezTo>
                    <a:pt x="0" y="3238"/>
                    <a:pt x="981" y="4220"/>
                    <a:pt x="2195" y="4220"/>
                  </a:cubicBezTo>
                  <a:lnTo>
                    <a:pt x="17164" y="4220"/>
                  </a:lnTo>
                  <a:lnTo>
                    <a:pt x="17164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1878824" y="6834341"/>
              <a:ext cx="1646510" cy="367191"/>
            </a:xfrm>
            <a:custGeom>
              <a:rect b="b" l="l" r="r" t="t"/>
              <a:pathLst>
                <a:path extrusionOk="0" h="3828" w="17165">
                  <a:moveTo>
                    <a:pt x="0" y="1"/>
                  </a:moveTo>
                  <a:lnTo>
                    <a:pt x="0" y="3828"/>
                  </a:lnTo>
                  <a:lnTo>
                    <a:pt x="15326" y="3828"/>
                  </a:lnTo>
                  <a:cubicBezTo>
                    <a:pt x="16343" y="3828"/>
                    <a:pt x="17164" y="2998"/>
                    <a:pt x="17164" y="1981"/>
                  </a:cubicBezTo>
                  <a:cubicBezTo>
                    <a:pt x="17164" y="884"/>
                    <a:pt x="16281" y="1"/>
                    <a:pt x="15184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1871917" y="6827531"/>
              <a:ext cx="1660227" cy="380908"/>
            </a:xfrm>
            <a:custGeom>
              <a:rect b="b" l="l" r="r" t="t"/>
              <a:pathLst>
                <a:path extrusionOk="0" h="3971" w="17308">
                  <a:moveTo>
                    <a:pt x="15256" y="134"/>
                  </a:moveTo>
                  <a:cubicBezTo>
                    <a:pt x="16308" y="134"/>
                    <a:pt x="17165" y="999"/>
                    <a:pt x="17165" y="2052"/>
                  </a:cubicBezTo>
                  <a:cubicBezTo>
                    <a:pt x="17165" y="3033"/>
                    <a:pt x="16371" y="3827"/>
                    <a:pt x="15398" y="3827"/>
                  </a:cubicBezTo>
                  <a:lnTo>
                    <a:pt x="143" y="3827"/>
                  </a:lnTo>
                  <a:lnTo>
                    <a:pt x="143" y="134"/>
                  </a:lnTo>
                  <a:close/>
                  <a:moveTo>
                    <a:pt x="1" y="0"/>
                  </a:moveTo>
                  <a:lnTo>
                    <a:pt x="1" y="3970"/>
                  </a:lnTo>
                  <a:lnTo>
                    <a:pt x="15398" y="3970"/>
                  </a:lnTo>
                  <a:cubicBezTo>
                    <a:pt x="16451" y="3970"/>
                    <a:pt x="17307" y="3114"/>
                    <a:pt x="17307" y="2052"/>
                  </a:cubicBezTo>
                  <a:cubicBezTo>
                    <a:pt x="17307" y="919"/>
                    <a:pt x="16389" y="0"/>
                    <a:pt x="15256" y="0"/>
                  </a:cubicBezTo>
                  <a:close/>
                </a:path>
              </a:pathLst>
            </a:custGeom>
            <a:solidFill>
              <a:srgbClr val="16161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1869328" y="6901968"/>
              <a:ext cx="1552410" cy="225993"/>
            </a:xfrm>
            <a:custGeom>
              <a:rect b="b" l="l" r="r" t="t"/>
              <a:pathLst>
                <a:path extrusionOk="0" h="2356" w="16184">
                  <a:moveTo>
                    <a:pt x="1" y="0"/>
                  </a:moveTo>
                  <a:lnTo>
                    <a:pt x="1" y="2356"/>
                  </a:lnTo>
                  <a:lnTo>
                    <a:pt x="15051" y="2356"/>
                  </a:lnTo>
                  <a:cubicBezTo>
                    <a:pt x="15675" y="2356"/>
                    <a:pt x="16184" y="1847"/>
                    <a:pt x="16184" y="1223"/>
                  </a:cubicBezTo>
                  <a:cubicBezTo>
                    <a:pt x="16184" y="545"/>
                    <a:pt x="15639" y="0"/>
                    <a:pt x="14961" y="0"/>
                  </a:cubicBez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1929280" y="7298133"/>
              <a:ext cx="1552410" cy="225226"/>
            </a:xfrm>
            <a:custGeom>
              <a:rect b="b" l="l" r="r" t="t"/>
              <a:pathLst>
                <a:path extrusionOk="0" h="2348" w="16184">
                  <a:moveTo>
                    <a:pt x="1133" y="1"/>
                  </a:moveTo>
                  <a:cubicBezTo>
                    <a:pt x="500" y="1"/>
                    <a:pt x="0" y="500"/>
                    <a:pt x="0" y="1134"/>
                  </a:cubicBezTo>
                  <a:cubicBezTo>
                    <a:pt x="0" y="1803"/>
                    <a:pt x="545" y="2347"/>
                    <a:pt x="1214" y="2347"/>
                  </a:cubicBezTo>
                  <a:lnTo>
                    <a:pt x="16183" y="2347"/>
                  </a:lnTo>
                  <a:lnTo>
                    <a:pt x="16183" y="1"/>
                  </a:ln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1924100" y="7293049"/>
              <a:ext cx="1562673" cy="235394"/>
            </a:xfrm>
            <a:custGeom>
              <a:rect b="b" l="l" r="r" t="t"/>
              <a:pathLst>
                <a:path extrusionOk="0" h="2454" w="16291">
                  <a:moveTo>
                    <a:pt x="16184" y="98"/>
                  </a:moveTo>
                  <a:lnTo>
                    <a:pt x="16184" y="2355"/>
                  </a:lnTo>
                  <a:lnTo>
                    <a:pt x="1268" y="2355"/>
                  </a:lnTo>
                  <a:cubicBezTo>
                    <a:pt x="625" y="2355"/>
                    <a:pt x="99" y="1829"/>
                    <a:pt x="99" y="1187"/>
                  </a:cubicBezTo>
                  <a:cubicBezTo>
                    <a:pt x="99" y="589"/>
                    <a:pt x="590" y="98"/>
                    <a:pt x="1187" y="98"/>
                  </a:cubicBezTo>
                  <a:close/>
                  <a:moveTo>
                    <a:pt x="1187" y="0"/>
                  </a:moveTo>
                  <a:cubicBezTo>
                    <a:pt x="527" y="0"/>
                    <a:pt x="1" y="527"/>
                    <a:pt x="1" y="1187"/>
                  </a:cubicBezTo>
                  <a:cubicBezTo>
                    <a:pt x="1" y="1883"/>
                    <a:pt x="572" y="2454"/>
                    <a:pt x="1268" y="2454"/>
                  </a:cubicBezTo>
                  <a:lnTo>
                    <a:pt x="16291" y="2454"/>
                  </a:lnTo>
                  <a:lnTo>
                    <a:pt x="16291" y="0"/>
                  </a:lnTo>
                  <a:close/>
                </a:path>
              </a:pathLst>
            </a:custGeom>
            <a:solidFill>
              <a:srgbClr val="B9A7F7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1329372" y="6290070"/>
              <a:ext cx="624839" cy="1339366"/>
            </a:xfrm>
            <a:custGeom>
              <a:rect b="b" l="l" r="r" t="t"/>
              <a:pathLst>
                <a:path extrusionOk="0" h="13963" w="6514">
                  <a:moveTo>
                    <a:pt x="2668" y="1"/>
                  </a:moveTo>
                  <a:lnTo>
                    <a:pt x="1" y="13186"/>
                  </a:lnTo>
                  <a:lnTo>
                    <a:pt x="3846" y="13962"/>
                  </a:lnTo>
                  <a:lnTo>
                    <a:pt x="6513" y="777"/>
                  </a:lnTo>
                  <a:lnTo>
                    <a:pt x="2668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1320835" y="6282396"/>
              <a:ext cx="641050" cy="1354713"/>
            </a:xfrm>
            <a:custGeom>
              <a:rect b="b" l="l" r="r" t="t"/>
              <a:pathLst>
                <a:path extrusionOk="0" h="14123" w="6683">
                  <a:moveTo>
                    <a:pt x="2811" y="161"/>
                  </a:moveTo>
                  <a:lnTo>
                    <a:pt x="6522" y="911"/>
                  </a:lnTo>
                  <a:lnTo>
                    <a:pt x="3881" y="13962"/>
                  </a:lnTo>
                  <a:lnTo>
                    <a:pt x="170" y="13213"/>
                  </a:lnTo>
                  <a:lnTo>
                    <a:pt x="2811" y="161"/>
                  </a:lnTo>
                  <a:close/>
                  <a:moveTo>
                    <a:pt x="2704" y="1"/>
                  </a:moveTo>
                  <a:lnTo>
                    <a:pt x="0" y="13320"/>
                  </a:lnTo>
                  <a:lnTo>
                    <a:pt x="3988" y="14123"/>
                  </a:lnTo>
                  <a:lnTo>
                    <a:pt x="6682" y="803"/>
                  </a:lnTo>
                  <a:lnTo>
                    <a:pt x="2704" y="1"/>
                  </a:lnTo>
                  <a:close/>
                </a:path>
              </a:pathLst>
            </a:custGeom>
            <a:solidFill>
              <a:srgbClr val="16161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1572443" y="6547721"/>
              <a:ext cx="294482" cy="144651"/>
            </a:xfrm>
            <a:custGeom>
              <a:rect b="b" l="l" r="r" t="t"/>
              <a:pathLst>
                <a:path extrusionOk="0" h="1508" w="3070">
                  <a:moveTo>
                    <a:pt x="188" y="0"/>
                  </a:moveTo>
                  <a:lnTo>
                    <a:pt x="0" y="919"/>
                  </a:lnTo>
                  <a:lnTo>
                    <a:pt x="2891" y="1508"/>
                  </a:lnTo>
                  <a:lnTo>
                    <a:pt x="3069" y="589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6172857" y="5966423"/>
              <a:ext cx="2253220" cy="382827"/>
            </a:xfrm>
            <a:custGeom>
              <a:rect b="b" l="l" r="r" t="t"/>
              <a:pathLst>
                <a:path extrusionOk="0" h="3991" w="23490">
                  <a:moveTo>
                    <a:pt x="21618" y="0"/>
                  </a:moveTo>
                  <a:cubicBezTo>
                    <a:pt x="21585" y="0"/>
                    <a:pt x="21552" y="1"/>
                    <a:pt x="21518" y="3"/>
                  </a:cubicBezTo>
                  <a:lnTo>
                    <a:pt x="15042" y="351"/>
                  </a:lnTo>
                  <a:lnTo>
                    <a:pt x="9778" y="351"/>
                  </a:lnTo>
                  <a:lnTo>
                    <a:pt x="1892" y="145"/>
                  </a:lnTo>
                  <a:cubicBezTo>
                    <a:pt x="1876" y="145"/>
                    <a:pt x="1859" y="145"/>
                    <a:pt x="1843" y="145"/>
                  </a:cubicBezTo>
                  <a:cubicBezTo>
                    <a:pt x="866" y="145"/>
                    <a:pt x="54" y="929"/>
                    <a:pt x="28" y="1912"/>
                  </a:cubicBezTo>
                  <a:cubicBezTo>
                    <a:pt x="1" y="2920"/>
                    <a:pt x="795" y="3750"/>
                    <a:pt x="1794" y="3776"/>
                  </a:cubicBezTo>
                  <a:lnTo>
                    <a:pt x="9707" y="3990"/>
                  </a:lnTo>
                  <a:lnTo>
                    <a:pt x="15193" y="3990"/>
                  </a:lnTo>
                  <a:lnTo>
                    <a:pt x="21724" y="3625"/>
                  </a:lnTo>
                  <a:cubicBezTo>
                    <a:pt x="22723" y="3571"/>
                    <a:pt x="23490" y="2715"/>
                    <a:pt x="23436" y="1716"/>
                  </a:cubicBezTo>
                  <a:cubicBezTo>
                    <a:pt x="23385" y="749"/>
                    <a:pt x="22582" y="0"/>
                    <a:pt x="21618" y="0"/>
                  </a:cubicBez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4"/>
            <p:cNvSpPr/>
            <p:nvPr/>
          </p:nvSpPr>
          <p:spPr>
            <a:xfrm>
              <a:off x="6457847" y="5120471"/>
              <a:ext cx="757404" cy="1145794"/>
            </a:xfrm>
            <a:custGeom>
              <a:rect b="b" l="l" r="r" t="t"/>
              <a:pathLst>
                <a:path extrusionOk="0" h="11945" w="7896">
                  <a:moveTo>
                    <a:pt x="4593" y="1"/>
                  </a:moveTo>
                  <a:cubicBezTo>
                    <a:pt x="4069" y="1"/>
                    <a:pt x="3565" y="295"/>
                    <a:pt x="3328" y="802"/>
                  </a:cubicBezTo>
                  <a:lnTo>
                    <a:pt x="313" y="7073"/>
                  </a:lnTo>
                  <a:cubicBezTo>
                    <a:pt x="1" y="7724"/>
                    <a:pt x="232" y="8509"/>
                    <a:pt x="848" y="8893"/>
                  </a:cubicBezTo>
                  <a:lnTo>
                    <a:pt x="5558" y="11739"/>
                  </a:lnTo>
                  <a:cubicBezTo>
                    <a:pt x="5790" y="11882"/>
                    <a:pt x="6040" y="11944"/>
                    <a:pt x="6290" y="11944"/>
                  </a:cubicBezTo>
                  <a:cubicBezTo>
                    <a:pt x="6763" y="11944"/>
                    <a:pt x="7227" y="11703"/>
                    <a:pt x="7494" y="11266"/>
                  </a:cubicBezTo>
                  <a:cubicBezTo>
                    <a:pt x="7896" y="10606"/>
                    <a:pt x="7682" y="9732"/>
                    <a:pt x="7021" y="9330"/>
                  </a:cubicBezTo>
                  <a:lnTo>
                    <a:pt x="3408" y="7145"/>
                  </a:lnTo>
                  <a:lnTo>
                    <a:pt x="5862" y="2024"/>
                  </a:lnTo>
                  <a:cubicBezTo>
                    <a:pt x="6201" y="1319"/>
                    <a:pt x="5906" y="481"/>
                    <a:pt x="5202" y="142"/>
                  </a:cubicBezTo>
                  <a:cubicBezTo>
                    <a:pt x="5006" y="46"/>
                    <a:pt x="4798" y="1"/>
                    <a:pt x="4593" y="1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7508693" y="5124883"/>
              <a:ext cx="671841" cy="1072893"/>
            </a:xfrm>
            <a:custGeom>
              <a:rect b="b" l="l" r="r" t="t"/>
              <a:pathLst>
                <a:path extrusionOk="0" h="11185" w="7004">
                  <a:moveTo>
                    <a:pt x="2082" y="1"/>
                  </a:moveTo>
                  <a:cubicBezTo>
                    <a:pt x="1858" y="1"/>
                    <a:pt x="1630" y="54"/>
                    <a:pt x="1419" y="167"/>
                  </a:cubicBezTo>
                  <a:cubicBezTo>
                    <a:pt x="732" y="533"/>
                    <a:pt x="473" y="1389"/>
                    <a:pt x="839" y="2076"/>
                  </a:cubicBezTo>
                  <a:lnTo>
                    <a:pt x="3515" y="7081"/>
                  </a:lnTo>
                  <a:lnTo>
                    <a:pt x="919" y="8544"/>
                  </a:lnTo>
                  <a:cubicBezTo>
                    <a:pt x="241" y="8927"/>
                    <a:pt x="1" y="9784"/>
                    <a:pt x="375" y="10462"/>
                  </a:cubicBezTo>
                  <a:cubicBezTo>
                    <a:pt x="634" y="10926"/>
                    <a:pt x="1116" y="11184"/>
                    <a:pt x="1606" y="11184"/>
                  </a:cubicBezTo>
                  <a:cubicBezTo>
                    <a:pt x="1838" y="11184"/>
                    <a:pt x="2079" y="11122"/>
                    <a:pt x="2293" y="10997"/>
                  </a:cubicBezTo>
                  <a:lnTo>
                    <a:pt x="6094" y="8865"/>
                  </a:lnTo>
                  <a:cubicBezTo>
                    <a:pt x="6763" y="8490"/>
                    <a:pt x="7004" y="7652"/>
                    <a:pt x="6647" y="6974"/>
                  </a:cubicBezTo>
                  <a:lnTo>
                    <a:pt x="3328" y="747"/>
                  </a:lnTo>
                  <a:cubicBezTo>
                    <a:pt x="3075" y="271"/>
                    <a:pt x="2587" y="1"/>
                    <a:pt x="2082" y="1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6918282" y="5151166"/>
              <a:ext cx="789058" cy="691505"/>
            </a:xfrm>
            <a:custGeom>
              <a:rect b="b" l="l" r="r" t="t"/>
              <a:pathLst>
                <a:path extrusionOk="0" h="7209" w="8226">
                  <a:moveTo>
                    <a:pt x="0" y="0"/>
                  </a:moveTo>
                  <a:lnTo>
                    <a:pt x="0" y="6191"/>
                  </a:lnTo>
                  <a:cubicBezTo>
                    <a:pt x="0" y="6753"/>
                    <a:pt x="455" y="7208"/>
                    <a:pt x="1017" y="7208"/>
                  </a:cubicBezTo>
                  <a:lnTo>
                    <a:pt x="7208" y="7208"/>
                  </a:lnTo>
                  <a:cubicBezTo>
                    <a:pt x="7770" y="7208"/>
                    <a:pt x="8225" y="6753"/>
                    <a:pt x="8225" y="6191"/>
                  </a:cubicBezTo>
                  <a:lnTo>
                    <a:pt x="8225" y="0"/>
                  </a:ln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4"/>
            <p:cNvSpPr/>
            <p:nvPr/>
          </p:nvSpPr>
          <p:spPr>
            <a:xfrm>
              <a:off x="7363177" y="5347043"/>
              <a:ext cx="220910" cy="196066"/>
            </a:xfrm>
            <a:custGeom>
              <a:rect b="b" l="l" r="r" t="t"/>
              <a:pathLst>
                <a:path extrusionOk="0" h="2044" w="2303">
                  <a:moveTo>
                    <a:pt x="2169" y="135"/>
                  </a:moveTo>
                  <a:lnTo>
                    <a:pt x="2169" y="1517"/>
                  </a:lnTo>
                  <a:cubicBezTo>
                    <a:pt x="2169" y="1741"/>
                    <a:pt x="1999" y="1910"/>
                    <a:pt x="1776" y="1910"/>
                  </a:cubicBezTo>
                  <a:lnTo>
                    <a:pt x="527" y="1910"/>
                  </a:lnTo>
                  <a:cubicBezTo>
                    <a:pt x="313" y="1910"/>
                    <a:pt x="135" y="1741"/>
                    <a:pt x="135" y="1517"/>
                  </a:cubicBezTo>
                  <a:lnTo>
                    <a:pt x="135" y="135"/>
                  </a:lnTo>
                  <a:close/>
                  <a:moveTo>
                    <a:pt x="1" y="1"/>
                  </a:moveTo>
                  <a:lnTo>
                    <a:pt x="1" y="1517"/>
                  </a:lnTo>
                  <a:cubicBezTo>
                    <a:pt x="1" y="1812"/>
                    <a:pt x="233" y="2044"/>
                    <a:pt x="527" y="2044"/>
                  </a:cubicBezTo>
                  <a:lnTo>
                    <a:pt x="1776" y="2044"/>
                  </a:lnTo>
                  <a:cubicBezTo>
                    <a:pt x="2071" y="2044"/>
                    <a:pt x="2303" y="1812"/>
                    <a:pt x="2303" y="1517"/>
                  </a:cubicBezTo>
                  <a:lnTo>
                    <a:pt x="2303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4"/>
            <p:cNvSpPr/>
            <p:nvPr/>
          </p:nvSpPr>
          <p:spPr>
            <a:xfrm>
              <a:off x="7697855" y="5324789"/>
              <a:ext cx="19760" cy="279998"/>
            </a:xfrm>
            <a:custGeom>
              <a:rect b="b" l="l" r="r" t="t"/>
              <a:pathLst>
                <a:path extrusionOk="0" h="2919" w="206">
                  <a:moveTo>
                    <a:pt x="0" y="1"/>
                  </a:moveTo>
                  <a:lnTo>
                    <a:pt x="0" y="2918"/>
                  </a:lnTo>
                  <a:lnTo>
                    <a:pt x="205" y="2918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4"/>
            <p:cNvSpPr/>
            <p:nvPr/>
          </p:nvSpPr>
          <p:spPr>
            <a:xfrm>
              <a:off x="6908018" y="5324789"/>
              <a:ext cx="19760" cy="279998"/>
            </a:xfrm>
            <a:custGeom>
              <a:rect b="b" l="l" r="r" t="t"/>
              <a:pathLst>
                <a:path extrusionOk="0" h="2919" w="206">
                  <a:moveTo>
                    <a:pt x="0" y="1"/>
                  </a:moveTo>
                  <a:lnTo>
                    <a:pt x="0" y="2918"/>
                  </a:lnTo>
                  <a:lnTo>
                    <a:pt x="205" y="2918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4"/>
            <p:cNvSpPr/>
            <p:nvPr/>
          </p:nvSpPr>
          <p:spPr>
            <a:xfrm>
              <a:off x="7126149" y="4712987"/>
              <a:ext cx="374098" cy="369781"/>
            </a:xfrm>
            <a:custGeom>
              <a:rect b="b" l="l" r="r" t="t"/>
              <a:pathLst>
                <a:path extrusionOk="0" h="3855" w="3900">
                  <a:moveTo>
                    <a:pt x="1955" y="0"/>
                  </a:moveTo>
                  <a:cubicBezTo>
                    <a:pt x="875" y="0"/>
                    <a:pt x="1" y="866"/>
                    <a:pt x="1" y="1927"/>
                  </a:cubicBezTo>
                  <a:cubicBezTo>
                    <a:pt x="1" y="2570"/>
                    <a:pt x="322" y="3141"/>
                    <a:pt x="813" y="3489"/>
                  </a:cubicBezTo>
                  <a:cubicBezTo>
                    <a:pt x="1134" y="3721"/>
                    <a:pt x="1526" y="3854"/>
                    <a:pt x="1955" y="3854"/>
                  </a:cubicBezTo>
                  <a:cubicBezTo>
                    <a:pt x="2383" y="3854"/>
                    <a:pt x="2775" y="3721"/>
                    <a:pt x="3096" y="3480"/>
                  </a:cubicBezTo>
                  <a:cubicBezTo>
                    <a:pt x="3587" y="3132"/>
                    <a:pt x="3899" y="2570"/>
                    <a:pt x="3899" y="1927"/>
                  </a:cubicBezTo>
                  <a:cubicBezTo>
                    <a:pt x="3899" y="866"/>
                    <a:pt x="3025" y="0"/>
                    <a:pt x="1955" y="0"/>
                  </a:cubicBezTo>
                  <a:close/>
                </a:path>
              </a:pathLst>
            </a:custGeom>
            <a:solidFill>
              <a:srgbClr val="FBD77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4"/>
            <p:cNvSpPr/>
            <p:nvPr/>
          </p:nvSpPr>
          <p:spPr>
            <a:xfrm>
              <a:off x="7191185" y="4708478"/>
              <a:ext cx="245753" cy="49976"/>
            </a:xfrm>
            <a:custGeom>
              <a:rect b="b" l="l" r="r" t="t"/>
              <a:pathLst>
                <a:path extrusionOk="0" h="521" w="2562">
                  <a:moveTo>
                    <a:pt x="1271" y="1"/>
                  </a:moveTo>
                  <a:cubicBezTo>
                    <a:pt x="892" y="1"/>
                    <a:pt x="456" y="131"/>
                    <a:pt x="1" y="520"/>
                  </a:cubicBezTo>
                  <a:lnTo>
                    <a:pt x="2561" y="520"/>
                  </a:lnTo>
                  <a:cubicBezTo>
                    <a:pt x="2561" y="520"/>
                    <a:pt x="2030" y="1"/>
                    <a:pt x="1271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4"/>
            <p:cNvSpPr/>
            <p:nvPr/>
          </p:nvSpPr>
          <p:spPr>
            <a:xfrm>
              <a:off x="7293056" y="4863587"/>
              <a:ext cx="53141" cy="22350"/>
            </a:xfrm>
            <a:custGeom>
              <a:rect b="b" l="l" r="r" t="t"/>
              <a:pathLst>
                <a:path extrusionOk="0" h="233" w="554">
                  <a:moveTo>
                    <a:pt x="116" y="1"/>
                  </a:moveTo>
                  <a:cubicBezTo>
                    <a:pt x="54" y="1"/>
                    <a:pt x="0" y="54"/>
                    <a:pt x="0" y="117"/>
                  </a:cubicBezTo>
                  <a:cubicBezTo>
                    <a:pt x="0" y="188"/>
                    <a:pt x="54" y="233"/>
                    <a:pt x="116" y="233"/>
                  </a:cubicBezTo>
                  <a:lnTo>
                    <a:pt x="438" y="233"/>
                  </a:lnTo>
                  <a:cubicBezTo>
                    <a:pt x="500" y="233"/>
                    <a:pt x="554" y="188"/>
                    <a:pt x="554" y="117"/>
                  </a:cubicBezTo>
                  <a:cubicBezTo>
                    <a:pt x="554" y="54"/>
                    <a:pt x="500" y="1"/>
                    <a:pt x="438" y="1"/>
                  </a:cubicBezTo>
                  <a:close/>
                </a:path>
              </a:pathLst>
            </a:custGeom>
            <a:solidFill>
              <a:srgbClr val="1D1D1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4"/>
            <p:cNvSpPr/>
            <p:nvPr/>
          </p:nvSpPr>
          <p:spPr>
            <a:xfrm>
              <a:off x="7150130" y="4863587"/>
              <a:ext cx="54004" cy="22350"/>
            </a:xfrm>
            <a:custGeom>
              <a:rect b="b" l="l" r="r" t="t"/>
              <a:pathLst>
                <a:path extrusionOk="0" h="233" w="563">
                  <a:moveTo>
                    <a:pt x="117" y="1"/>
                  </a:moveTo>
                  <a:cubicBezTo>
                    <a:pt x="54" y="1"/>
                    <a:pt x="1" y="54"/>
                    <a:pt x="1" y="117"/>
                  </a:cubicBezTo>
                  <a:cubicBezTo>
                    <a:pt x="1" y="188"/>
                    <a:pt x="54" y="233"/>
                    <a:pt x="117" y="233"/>
                  </a:cubicBezTo>
                  <a:lnTo>
                    <a:pt x="447" y="233"/>
                  </a:lnTo>
                  <a:cubicBezTo>
                    <a:pt x="509" y="233"/>
                    <a:pt x="563" y="188"/>
                    <a:pt x="563" y="117"/>
                  </a:cubicBezTo>
                  <a:cubicBezTo>
                    <a:pt x="563" y="54"/>
                    <a:pt x="509" y="1"/>
                    <a:pt x="447" y="1"/>
                  </a:cubicBezTo>
                  <a:close/>
                </a:path>
              </a:pathLst>
            </a:custGeom>
            <a:solidFill>
              <a:srgbClr val="1D1D1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4"/>
            <p:cNvSpPr/>
            <p:nvPr/>
          </p:nvSpPr>
          <p:spPr>
            <a:xfrm>
              <a:off x="7477038" y="4848143"/>
              <a:ext cx="85659" cy="84891"/>
            </a:xfrm>
            <a:custGeom>
              <a:rect b="b" l="l" r="r" t="t"/>
              <a:pathLst>
                <a:path extrusionOk="0" h="885" w="893">
                  <a:moveTo>
                    <a:pt x="447" y="1"/>
                  </a:moveTo>
                  <a:cubicBezTo>
                    <a:pt x="197" y="1"/>
                    <a:pt x="0" y="197"/>
                    <a:pt x="0" y="438"/>
                  </a:cubicBezTo>
                  <a:cubicBezTo>
                    <a:pt x="0" y="688"/>
                    <a:pt x="197" y="884"/>
                    <a:pt x="447" y="884"/>
                  </a:cubicBezTo>
                  <a:cubicBezTo>
                    <a:pt x="696" y="884"/>
                    <a:pt x="893" y="688"/>
                    <a:pt x="893" y="438"/>
                  </a:cubicBezTo>
                  <a:cubicBezTo>
                    <a:pt x="893" y="197"/>
                    <a:pt x="696" y="1"/>
                    <a:pt x="447" y="1"/>
                  </a:cubicBezTo>
                  <a:close/>
                </a:path>
              </a:pathLst>
            </a:custGeom>
            <a:solidFill>
              <a:srgbClr val="FBD77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4"/>
            <p:cNvSpPr/>
            <p:nvPr/>
          </p:nvSpPr>
          <p:spPr>
            <a:xfrm>
              <a:off x="7222073" y="5004307"/>
              <a:ext cx="80479" cy="26283"/>
            </a:xfrm>
            <a:custGeom>
              <a:rect b="b" l="l" r="r" t="t"/>
              <a:pathLst>
                <a:path extrusionOk="0" h="274" w="839">
                  <a:moveTo>
                    <a:pt x="710" y="1"/>
                  </a:moveTo>
                  <a:cubicBezTo>
                    <a:pt x="700" y="1"/>
                    <a:pt x="689" y="2"/>
                    <a:pt x="678" y="6"/>
                  </a:cubicBezTo>
                  <a:cubicBezTo>
                    <a:pt x="579" y="31"/>
                    <a:pt x="471" y="39"/>
                    <a:pt x="378" y="39"/>
                  </a:cubicBezTo>
                  <a:cubicBezTo>
                    <a:pt x="245" y="39"/>
                    <a:pt x="143" y="23"/>
                    <a:pt x="143" y="23"/>
                  </a:cubicBezTo>
                  <a:cubicBezTo>
                    <a:pt x="137" y="23"/>
                    <a:pt x="132" y="22"/>
                    <a:pt x="127" y="22"/>
                  </a:cubicBezTo>
                  <a:cubicBezTo>
                    <a:pt x="70" y="22"/>
                    <a:pt x="17" y="64"/>
                    <a:pt x="9" y="121"/>
                  </a:cubicBezTo>
                  <a:cubicBezTo>
                    <a:pt x="0" y="184"/>
                    <a:pt x="45" y="246"/>
                    <a:pt x="107" y="255"/>
                  </a:cubicBezTo>
                  <a:cubicBezTo>
                    <a:pt x="116" y="255"/>
                    <a:pt x="223" y="273"/>
                    <a:pt x="375" y="273"/>
                  </a:cubicBezTo>
                  <a:cubicBezTo>
                    <a:pt x="482" y="273"/>
                    <a:pt x="616" y="264"/>
                    <a:pt x="740" y="229"/>
                  </a:cubicBezTo>
                  <a:cubicBezTo>
                    <a:pt x="803" y="211"/>
                    <a:pt x="839" y="148"/>
                    <a:pt x="821" y="86"/>
                  </a:cubicBezTo>
                  <a:cubicBezTo>
                    <a:pt x="806" y="34"/>
                    <a:pt x="761" y="1"/>
                    <a:pt x="710" y="1"/>
                  </a:cubicBezTo>
                  <a:close/>
                </a:path>
              </a:pathLst>
            </a:custGeom>
            <a:solidFill>
              <a:srgbClr val="1D1D1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4"/>
            <p:cNvSpPr/>
            <p:nvPr/>
          </p:nvSpPr>
          <p:spPr>
            <a:xfrm>
              <a:off x="6150603" y="5980140"/>
              <a:ext cx="1174187" cy="722488"/>
            </a:xfrm>
            <a:custGeom>
              <a:rect b="b" l="l" r="r" t="t"/>
              <a:pathLst>
                <a:path extrusionOk="0" h="7532" w="12241">
                  <a:moveTo>
                    <a:pt x="2080" y="0"/>
                  </a:moveTo>
                  <a:cubicBezTo>
                    <a:pt x="1403" y="0"/>
                    <a:pt x="752" y="380"/>
                    <a:pt x="438" y="1028"/>
                  </a:cubicBezTo>
                  <a:cubicBezTo>
                    <a:pt x="1" y="1938"/>
                    <a:pt x="384" y="3027"/>
                    <a:pt x="1294" y="3455"/>
                  </a:cubicBezTo>
                  <a:lnTo>
                    <a:pt x="9386" y="7353"/>
                  </a:lnTo>
                  <a:cubicBezTo>
                    <a:pt x="9636" y="7469"/>
                    <a:pt x="9903" y="7532"/>
                    <a:pt x="10171" y="7532"/>
                  </a:cubicBezTo>
                  <a:cubicBezTo>
                    <a:pt x="10849" y="7532"/>
                    <a:pt x="11500" y="7148"/>
                    <a:pt x="11812" y="6497"/>
                  </a:cubicBezTo>
                  <a:cubicBezTo>
                    <a:pt x="12241" y="5596"/>
                    <a:pt x="11866" y="4508"/>
                    <a:pt x="10956" y="4070"/>
                  </a:cubicBezTo>
                  <a:lnTo>
                    <a:pt x="2865" y="181"/>
                  </a:lnTo>
                  <a:cubicBezTo>
                    <a:pt x="2611" y="58"/>
                    <a:pt x="2344" y="0"/>
                    <a:pt x="2080" y="0"/>
                  </a:cubicBez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4"/>
            <p:cNvSpPr/>
            <p:nvPr/>
          </p:nvSpPr>
          <p:spPr>
            <a:xfrm>
              <a:off x="7147540" y="6363739"/>
              <a:ext cx="744646" cy="562298"/>
            </a:xfrm>
            <a:custGeom>
              <a:rect b="b" l="l" r="r" t="t"/>
              <a:pathLst>
                <a:path extrusionOk="0" h="5862" w="7763">
                  <a:moveTo>
                    <a:pt x="2026" y="0"/>
                  </a:moveTo>
                  <a:lnTo>
                    <a:pt x="1" y="3791"/>
                  </a:lnTo>
                  <a:lnTo>
                    <a:pt x="2668" y="5861"/>
                  </a:lnTo>
                  <a:lnTo>
                    <a:pt x="7762" y="589"/>
                  </a:lnTo>
                  <a:lnTo>
                    <a:pt x="7762" y="589"/>
                  </a:lnTo>
                  <a:cubicBezTo>
                    <a:pt x="7762" y="589"/>
                    <a:pt x="6617" y="910"/>
                    <a:pt x="5244" y="910"/>
                  </a:cubicBezTo>
                  <a:cubicBezTo>
                    <a:pt x="4163" y="910"/>
                    <a:pt x="2941" y="711"/>
                    <a:pt x="2026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4"/>
            <p:cNvSpPr/>
            <p:nvPr/>
          </p:nvSpPr>
          <p:spPr>
            <a:xfrm>
              <a:off x="7140729" y="6357312"/>
              <a:ext cx="758267" cy="575535"/>
            </a:xfrm>
            <a:custGeom>
              <a:rect b="b" l="l" r="r" t="t"/>
              <a:pathLst>
                <a:path extrusionOk="0" h="6000" w="7905">
                  <a:moveTo>
                    <a:pt x="2115" y="174"/>
                  </a:moveTo>
                  <a:cubicBezTo>
                    <a:pt x="3033" y="846"/>
                    <a:pt x="4239" y="1035"/>
                    <a:pt x="5308" y="1035"/>
                  </a:cubicBezTo>
                  <a:cubicBezTo>
                    <a:pt x="6326" y="1035"/>
                    <a:pt x="7219" y="863"/>
                    <a:pt x="7619" y="772"/>
                  </a:cubicBezTo>
                  <a:lnTo>
                    <a:pt x="7619" y="772"/>
                  </a:lnTo>
                  <a:lnTo>
                    <a:pt x="2730" y="5839"/>
                  </a:lnTo>
                  <a:lnTo>
                    <a:pt x="161" y="3841"/>
                  </a:lnTo>
                  <a:lnTo>
                    <a:pt x="2115" y="174"/>
                  </a:lnTo>
                  <a:close/>
                  <a:moveTo>
                    <a:pt x="2096" y="1"/>
                  </a:moveTo>
                  <a:cubicBezTo>
                    <a:pt x="2090" y="1"/>
                    <a:pt x="2084" y="2"/>
                    <a:pt x="2079" y="5"/>
                  </a:cubicBezTo>
                  <a:cubicBezTo>
                    <a:pt x="2061" y="5"/>
                    <a:pt x="2043" y="22"/>
                    <a:pt x="2035" y="40"/>
                  </a:cubicBezTo>
                  <a:lnTo>
                    <a:pt x="18" y="3832"/>
                  </a:lnTo>
                  <a:cubicBezTo>
                    <a:pt x="1" y="3858"/>
                    <a:pt x="9" y="3894"/>
                    <a:pt x="36" y="3912"/>
                  </a:cubicBezTo>
                  <a:lnTo>
                    <a:pt x="2695" y="5982"/>
                  </a:lnTo>
                  <a:cubicBezTo>
                    <a:pt x="2704" y="5991"/>
                    <a:pt x="2721" y="6000"/>
                    <a:pt x="2739" y="6000"/>
                  </a:cubicBezTo>
                  <a:cubicBezTo>
                    <a:pt x="2757" y="6000"/>
                    <a:pt x="2775" y="5991"/>
                    <a:pt x="2784" y="5973"/>
                  </a:cubicBezTo>
                  <a:lnTo>
                    <a:pt x="7878" y="700"/>
                  </a:lnTo>
                  <a:cubicBezTo>
                    <a:pt x="7896" y="674"/>
                    <a:pt x="7905" y="647"/>
                    <a:pt x="7887" y="620"/>
                  </a:cubicBezTo>
                  <a:cubicBezTo>
                    <a:pt x="7872" y="598"/>
                    <a:pt x="7851" y="582"/>
                    <a:pt x="7830" y="582"/>
                  </a:cubicBezTo>
                  <a:cubicBezTo>
                    <a:pt x="7825" y="582"/>
                    <a:pt x="7820" y="583"/>
                    <a:pt x="7815" y="584"/>
                  </a:cubicBezTo>
                  <a:cubicBezTo>
                    <a:pt x="7795" y="594"/>
                    <a:pt x="6664" y="904"/>
                    <a:pt x="5315" y="904"/>
                  </a:cubicBezTo>
                  <a:cubicBezTo>
                    <a:pt x="4243" y="904"/>
                    <a:pt x="3033" y="709"/>
                    <a:pt x="2133" y="14"/>
                  </a:cubicBezTo>
                  <a:cubicBezTo>
                    <a:pt x="2126" y="7"/>
                    <a:pt x="2111" y="1"/>
                    <a:pt x="2096" y="1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4"/>
            <p:cNvSpPr/>
            <p:nvPr/>
          </p:nvSpPr>
          <p:spPr>
            <a:xfrm>
              <a:off x="7170657" y="5961914"/>
              <a:ext cx="1281141" cy="793759"/>
            </a:xfrm>
            <a:custGeom>
              <a:rect b="b" l="l" r="r" t="t"/>
              <a:pathLst>
                <a:path extrusionOk="0" h="8275" w="13356">
                  <a:moveTo>
                    <a:pt x="11276" y="0"/>
                  </a:moveTo>
                  <a:cubicBezTo>
                    <a:pt x="11003" y="0"/>
                    <a:pt x="10726" y="62"/>
                    <a:pt x="10465" y="192"/>
                  </a:cubicBezTo>
                  <a:lnTo>
                    <a:pt x="1259" y="4840"/>
                  </a:lnTo>
                  <a:cubicBezTo>
                    <a:pt x="358" y="5286"/>
                    <a:pt x="1" y="6384"/>
                    <a:pt x="456" y="7276"/>
                  </a:cubicBezTo>
                  <a:cubicBezTo>
                    <a:pt x="777" y="7909"/>
                    <a:pt x="1410" y="8275"/>
                    <a:pt x="2079" y="8275"/>
                  </a:cubicBezTo>
                  <a:cubicBezTo>
                    <a:pt x="2356" y="8275"/>
                    <a:pt x="2632" y="8212"/>
                    <a:pt x="2891" y="8079"/>
                  </a:cubicBezTo>
                  <a:lnTo>
                    <a:pt x="12098" y="3440"/>
                  </a:lnTo>
                  <a:cubicBezTo>
                    <a:pt x="12990" y="2985"/>
                    <a:pt x="13356" y="1896"/>
                    <a:pt x="12901" y="995"/>
                  </a:cubicBezTo>
                  <a:cubicBezTo>
                    <a:pt x="12578" y="364"/>
                    <a:pt x="11939" y="0"/>
                    <a:pt x="11276" y="0"/>
                  </a:cubicBez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4"/>
            <p:cNvSpPr/>
            <p:nvPr/>
          </p:nvSpPr>
          <p:spPr>
            <a:xfrm>
              <a:off x="6700055" y="6292660"/>
              <a:ext cx="916539" cy="692369"/>
            </a:xfrm>
            <a:custGeom>
              <a:rect b="b" l="l" r="r" t="t"/>
              <a:pathLst>
                <a:path extrusionOk="0" h="7218" w="9555">
                  <a:moveTo>
                    <a:pt x="7083" y="1"/>
                  </a:moveTo>
                  <a:cubicBezTo>
                    <a:pt x="5933" y="892"/>
                    <a:pt x="4399" y="1139"/>
                    <a:pt x="3053" y="1139"/>
                  </a:cubicBezTo>
                  <a:cubicBezTo>
                    <a:pt x="1382" y="1139"/>
                    <a:pt x="0" y="759"/>
                    <a:pt x="0" y="759"/>
                  </a:cubicBezTo>
                  <a:lnTo>
                    <a:pt x="0" y="759"/>
                  </a:lnTo>
                  <a:lnTo>
                    <a:pt x="6254" y="7218"/>
                  </a:lnTo>
                  <a:lnTo>
                    <a:pt x="9555" y="4657"/>
                  </a:lnTo>
                  <a:lnTo>
                    <a:pt x="708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4"/>
            <p:cNvSpPr/>
            <p:nvPr/>
          </p:nvSpPr>
          <p:spPr>
            <a:xfrm>
              <a:off x="6692285" y="6284986"/>
              <a:ext cx="932846" cy="707716"/>
            </a:xfrm>
            <a:custGeom>
              <a:rect b="b" l="l" r="r" t="t"/>
              <a:pathLst>
                <a:path extrusionOk="0" h="7378" w="9725">
                  <a:moveTo>
                    <a:pt x="7138" y="206"/>
                  </a:moveTo>
                  <a:lnTo>
                    <a:pt x="9529" y="4711"/>
                  </a:lnTo>
                  <a:lnTo>
                    <a:pt x="6344" y="7191"/>
                  </a:lnTo>
                  <a:lnTo>
                    <a:pt x="340" y="982"/>
                  </a:lnTo>
                  <a:lnTo>
                    <a:pt x="340" y="982"/>
                  </a:lnTo>
                  <a:cubicBezTo>
                    <a:pt x="825" y="1089"/>
                    <a:pt x="1905" y="1294"/>
                    <a:pt x="3141" y="1294"/>
                  </a:cubicBezTo>
                  <a:cubicBezTo>
                    <a:pt x="4472" y="1294"/>
                    <a:pt x="5986" y="1057"/>
                    <a:pt x="7138" y="206"/>
                  </a:cubicBezTo>
                  <a:close/>
                  <a:moveTo>
                    <a:pt x="7182" y="0"/>
                  </a:moveTo>
                  <a:cubicBezTo>
                    <a:pt x="7156" y="0"/>
                    <a:pt x="7129" y="0"/>
                    <a:pt x="7111" y="18"/>
                  </a:cubicBezTo>
                  <a:cubicBezTo>
                    <a:pt x="5984" y="889"/>
                    <a:pt x="4471" y="1130"/>
                    <a:pt x="3140" y="1130"/>
                  </a:cubicBezTo>
                  <a:cubicBezTo>
                    <a:pt x="1498" y="1130"/>
                    <a:pt x="133" y="764"/>
                    <a:pt x="108" y="759"/>
                  </a:cubicBezTo>
                  <a:cubicBezTo>
                    <a:pt x="102" y="757"/>
                    <a:pt x="95" y="756"/>
                    <a:pt x="89" y="756"/>
                  </a:cubicBezTo>
                  <a:cubicBezTo>
                    <a:pt x="60" y="756"/>
                    <a:pt x="33" y="772"/>
                    <a:pt x="19" y="794"/>
                  </a:cubicBezTo>
                  <a:cubicBezTo>
                    <a:pt x="1" y="830"/>
                    <a:pt x="1" y="866"/>
                    <a:pt x="28" y="892"/>
                  </a:cubicBezTo>
                  <a:lnTo>
                    <a:pt x="6281" y="7351"/>
                  </a:lnTo>
                  <a:cubicBezTo>
                    <a:pt x="6290" y="7369"/>
                    <a:pt x="6317" y="7378"/>
                    <a:pt x="6335" y="7378"/>
                  </a:cubicBezTo>
                  <a:cubicBezTo>
                    <a:pt x="6353" y="7378"/>
                    <a:pt x="6371" y="7378"/>
                    <a:pt x="6388" y="7360"/>
                  </a:cubicBezTo>
                  <a:lnTo>
                    <a:pt x="9680" y="4800"/>
                  </a:lnTo>
                  <a:cubicBezTo>
                    <a:pt x="9716" y="4773"/>
                    <a:pt x="9725" y="4728"/>
                    <a:pt x="9707" y="4702"/>
                  </a:cubicBezTo>
                  <a:lnTo>
                    <a:pt x="7236" y="45"/>
                  </a:lnTo>
                  <a:cubicBezTo>
                    <a:pt x="7227" y="27"/>
                    <a:pt x="7200" y="9"/>
                    <a:pt x="7182" y="0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4"/>
            <p:cNvSpPr/>
            <p:nvPr/>
          </p:nvSpPr>
          <p:spPr>
            <a:xfrm>
              <a:off x="7075693" y="5596061"/>
              <a:ext cx="232900" cy="256017"/>
            </a:xfrm>
            <a:custGeom>
              <a:rect b="b" l="l" r="r" t="t"/>
              <a:pathLst>
                <a:path extrusionOk="0" h="2669" w="2428">
                  <a:moveTo>
                    <a:pt x="1" y="1"/>
                  </a:moveTo>
                  <a:lnTo>
                    <a:pt x="1" y="2668"/>
                  </a:lnTo>
                  <a:lnTo>
                    <a:pt x="2427" y="2668"/>
                  </a:lnTo>
                  <a:cubicBezTo>
                    <a:pt x="2427" y="2668"/>
                    <a:pt x="2222" y="866"/>
                    <a:pt x="1" y="1"/>
                  </a:cubicBezTo>
                  <a:close/>
                </a:path>
              </a:pathLst>
            </a:custGeom>
            <a:solidFill>
              <a:srgbClr val="F2F2F2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4"/>
            <p:cNvSpPr/>
            <p:nvPr/>
          </p:nvSpPr>
          <p:spPr>
            <a:xfrm>
              <a:off x="7308500" y="5596061"/>
              <a:ext cx="232804" cy="256017"/>
            </a:xfrm>
            <a:custGeom>
              <a:rect b="b" l="l" r="r" t="t"/>
              <a:pathLst>
                <a:path extrusionOk="0" h="2669" w="2427">
                  <a:moveTo>
                    <a:pt x="2427" y="1"/>
                  </a:moveTo>
                  <a:cubicBezTo>
                    <a:pt x="214" y="866"/>
                    <a:pt x="0" y="2668"/>
                    <a:pt x="0" y="2668"/>
                  </a:cubicBezTo>
                  <a:lnTo>
                    <a:pt x="2427" y="2668"/>
                  </a:lnTo>
                  <a:lnTo>
                    <a:pt x="2427" y="1"/>
                  </a:lnTo>
                  <a:close/>
                </a:path>
              </a:pathLst>
            </a:custGeom>
            <a:solidFill>
              <a:srgbClr val="F2F2F2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4"/>
            <p:cNvSpPr/>
            <p:nvPr/>
          </p:nvSpPr>
          <p:spPr>
            <a:xfrm>
              <a:off x="6951567" y="5635486"/>
              <a:ext cx="359518" cy="248247"/>
            </a:xfrm>
            <a:custGeom>
              <a:rect b="b" l="l" r="r" t="t"/>
              <a:pathLst>
                <a:path extrusionOk="0" h="2588" w="3748">
                  <a:moveTo>
                    <a:pt x="465" y="0"/>
                  </a:moveTo>
                  <a:lnTo>
                    <a:pt x="1" y="464"/>
                  </a:lnTo>
                  <a:lnTo>
                    <a:pt x="3195" y="2587"/>
                  </a:lnTo>
                  <a:lnTo>
                    <a:pt x="3748" y="2257"/>
                  </a:lnTo>
                  <a:cubicBezTo>
                    <a:pt x="2784" y="527"/>
                    <a:pt x="465" y="0"/>
                    <a:pt x="465" y="0"/>
                  </a:cubicBezTo>
                  <a:close/>
                </a:path>
              </a:pathLst>
            </a:custGeom>
            <a:solidFill>
              <a:srgbClr val="E5E5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4"/>
            <p:cNvSpPr/>
            <p:nvPr/>
          </p:nvSpPr>
          <p:spPr>
            <a:xfrm>
              <a:off x="7305910" y="5635486"/>
              <a:ext cx="360381" cy="248247"/>
            </a:xfrm>
            <a:custGeom>
              <a:rect b="b" l="l" r="r" t="t"/>
              <a:pathLst>
                <a:path extrusionOk="0" h="2588" w="3757">
                  <a:moveTo>
                    <a:pt x="3292" y="0"/>
                  </a:moveTo>
                  <a:cubicBezTo>
                    <a:pt x="3292" y="0"/>
                    <a:pt x="973" y="527"/>
                    <a:pt x="0" y="2257"/>
                  </a:cubicBezTo>
                  <a:lnTo>
                    <a:pt x="562" y="2587"/>
                  </a:lnTo>
                  <a:lnTo>
                    <a:pt x="3756" y="464"/>
                  </a:lnTo>
                  <a:lnTo>
                    <a:pt x="3292" y="0"/>
                  </a:lnTo>
                  <a:close/>
                </a:path>
              </a:pathLst>
            </a:custGeom>
            <a:solidFill>
              <a:srgbClr val="E5E5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4"/>
            <p:cNvSpPr/>
            <p:nvPr/>
          </p:nvSpPr>
          <p:spPr>
            <a:xfrm>
              <a:off x="7346966" y="5670210"/>
              <a:ext cx="360381" cy="716157"/>
            </a:xfrm>
            <a:custGeom>
              <a:rect b="b" l="l" r="r" t="t"/>
              <a:pathLst>
                <a:path extrusionOk="0" h="7466" w="3757">
                  <a:moveTo>
                    <a:pt x="3587" y="0"/>
                  </a:moveTo>
                  <a:cubicBezTo>
                    <a:pt x="3560" y="0"/>
                    <a:pt x="3532" y="7"/>
                    <a:pt x="3506" y="22"/>
                  </a:cubicBezTo>
                  <a:lnTo>
                    <a:pt x="250" y="1851"/>
                  </a:lnTo>
                  <a:cubicBezTo>
                    <a:pt x="206" y="1877"/>
                    <a:pt x="170" y="1931"/>
                    <a:pt x="170" y="1993"/>
                  </a:cubicBezTo>
                  <a:lnTo>
                    <a:pt x="0" y="4625"/>
                  </a:lnTo>
                  <a:lnTo>
                    <a:pt x="170" y="7293"/>
                  </a:lnTo>
                  <a:cubicBezTo>
                    <a:pt x="170" y="7395"/>
                    <a:pt x="248" y="7466"/>
                    <a:pt x="337" y="7466"/>
                  </a:cubicBezTo>
                  <a:cubicBezTo>
                    <a:pt x="364" y="7466"/>
                    <a:pt x="392" y="7459"/>
                    <a:pt x="420" y="7444"/>
                  </a:cubicBezTo>
                  <a:lnTo>
                    <a:pt x="3667" y="5615"/>
                  </a:lnTo>
                  <a:cubicBezTo>
                    <a:pt x="3721" y="5589"/>
                    <a:pt x="3756" y="5526"/>
                    <a:pt x="3756" y="5464"/>
                  </a:cubicBezTo>
                  <a:lnTo>
                    <a:pt x="3756" y="165"/>
                  </a:lnTo>
                  <a:cubicBezTo>
                    <a:pt x="3756" y="69"/>
                    <a:pt x="3673" y="0"/>
                    <a:pt x="3587" y="0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4"/>
            <p:cNvSpPr/>
            <p:nvPr/>
          </p:nvSpPr>
          <p:spPr>
            <a:xfrm>
              <a:off x="7363177" y="5670210"/>
              <a:ext cx="344170" cy="716157"/>
            </a:xfrm>
            <a:custGeom>
              <a:rect b="b" l="l" r="r" t="t"/>
              <a:pathLst>
                <a:path extrusionOk="0" h="7466" w="3588">
                  <a:moveTo>
                    <a:pt x="3418" y="0"/>
                  </a:moveTo>
                  <a:cubicBezTo>
                    <a:pt x="3391" y="0"/>
                    <a:pt x="3363" y="7"/>
                    <a:pt x="3337" y="22"/>
                  </a:cubicBezTo>
                  <a:lnTo>
                    <a:pt x="2918" y="254"/>
                  </a:lnTo>
                  <a:lnTo>
                    <a:pt x="2918" y="5464"/>
                  </a:lnTo>
                  <a:cubicBezTo>
                    <a:pt x="2918" y="5526"/>
                    <a:pt x="2882" y="5589"/>
                    <a:pt x="2829" y="5615"/>
                  </a:cubicBezTo>
                  <a:lnTo>
                    <a:pt x="1" y="7203"/>
                  </a:lnTo>
                  <a:lnTo>
                    <a:pt x="1" y="7293"/>
                  </a:lnTo>
                  <a:cubicBezTo>
                    <a:pt x="1" y="7395"/>
                    <a:pt x="79" y="7466"/>
                    <a:pt x="168" y="7466"/>
                  </a:cubicBezTo>
                  <a:cubicBezTo>
                    <a:pt x="195" y="7466"/>
                    <a:pt x="223" y="7459"/>
                    <a:pt x="251" y="7444"/>
                  </a:cubicBezTo>
                  <a:lnTo>
                    <a:pt x="3498" y="5615"/>
                  </a:lnTo>
                  <a:cubicBezTo>
                    <a:pt x="3552" y="5589"/>
                    <a:pt x="3587" y="5526"/>
                    <a:pt x="3587" y="5464"/>
                  </a:cubicBezTo>
                  <a:lnTo>
                    <a:pt x="3587" y="165"/>
                  </a:lnTo>
                  <a:cubicBezTo>
                    <a:pt x="3587" y="69"/>
                    <a:pt x="3504" y="0"/>
                    <a:pt x="3418" y="0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203" name="Google Shape;203;p14"/>
            <p:cNvSpPr/>
            <p:nvPr/>
          </p:nvSpPr>
          <p:spPr>
            <a:xfrm>
              <a:off x="6910512" y="5670210"/>
              <a:ext cx="344170" cy="716157"/>
            </a:xfrm>
            <a:custGeom>
              <a:rect b="b" l="l" r="r" t="t"/>
              <a:pathLst>
                <a:path extrusionOk="0" h="7466" w="3588">
                  <a:moveTo>
                    <a:pt x="167" y="0"/>
                  </a:moveTo>
                  <a:cubicBezTo>
                    <a:pt x="78" y="0"/>
                    <a:pt x="1" y="69"/>
                    <a:pt x="1" y="165"/>
                  </a:cubicBezTo>
                  <a:lnTo>
                    <a:pt x="1" y="5464"/>
                  </a:lnTo>
                  <a:cubicBezTo>
                    <a:pt x="1" y="5526"/>
                    <a:pt x="28" y="5589"/>
                    <a:pt x="81" y="5615"/>
                  </a:cubicBezTo>
                  <a:lnTo>
                    <a:pt x="3337" y="7444"/>
                  </a:lnTo>
                  <a:cubicBezTo>
                    <a:pt x="3363" y="7459"/>
                    <a:pt x="3390" y="7466"/>
                    <a:pt x="3417" y="7466"/>
                  </a:cubicBezTo>
                  <a:cubicBezTo>
                    <a:pt x="3504" y="7466"/>
                    <a:pt x="3587" y="7395"/>
                    <a:pt x="3587" y="7293"/>
                  </a:cubicBezTo>
                  <a:lnTo>
                    <a:pt x="3587" y="1993"/>
                  </a:lnTo>
                  <a:cubicBezTo>
                    <a:pt x="3587" y="1931"/>
                    <a:pt x="3551" y="1877"/>
                    <a:pt x="3498" y="1851"/>
                  </a:cubicBezTo>
                  <a:lnTo>
                    <a:pt x="251" y="22"/>
                  </a:lnTo>
                  <a:cubicBezTo>
                    <a:pt x="223" y="7"/>
                    <a:pt x="194" y="0"/>
                    <a:pt x="167" y="0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4"/>
            <p:cNvSpPr/>
            <p:nvPr/>
          </p:nvSpPr>
          <p:spPr>
            <a:xfrm>
              <a:off x="6910512" y="5670210"/>
              <a:ext cx="360381" cy="716157"/>
            </a:xfrm>
            <a:custGeom>
              <a:rect b="b" l="l" r="r" t="t"/>
              <a:pathLst>
                <a:path extrusionOk="0" h="7466" w="3757">
                  <a:moveTo>
                    <a:pt x="167" y="0"/>
                  </a:moveTo>
                  <a:cubicBezTo>
                    <a:pt x="78" y="0"/>
                    <a:pt x="1" y="69"/>
                    <a:pt x="1" y="165"/>
                  </a:cubicBezTo>
                  <a:lnTo>
                    <a:pt x="1" y="254"/>
                  </a:lnTo>
                  <a:lnTo>
                    <a:pt x="2829" y="1851"/>
                  </a:lnTo>
                  <a:cubicBezTo>
                    <a:pt x="2882" y="1877"/>
                    <a:pt x="2909" y="1931"/>
                    <a:pt x="2909" y="1993"/>
                  </a:cubicBezTo>
                  <a:lnTo>
                    <a:pt x="2909" y="7203"/>
                  </a:lnTo>
                  <a:lnTo>
                    <a:pt x="3337" y="7444"/>
                  </a:lnTo>
                  <a:cubicBezTo>
                    <a:pt x="3363" y="7459"/>
                    <a:pt x="3390" y="7466"/>
                    <a:pt x="3417" y="7466"/>
                  </a:cubicBezTo>
                  <a:cubicBezTo>
                    <a:pt x="3504" y="7466"/>
                    <a:pt x="3587" y="7395"/>
                    <a:pt x="3587" y="7293"/>
                  </a:cubicBezTo>
                  <a:lnTo>
                    <a:pt x="3757" y="4634"/>
                  </a:lnTo>
                  <a:lnTo>
                    <a:pt x="3587" y="1993"/>
                  </a:lnTo>
                  <a:cubicBezTo>
                    <a:pt x="3587" y="1931"/>
                    <a:pt x="3551" y="1877"/>
                    <a:pt x="3498" y="1851"/>
                  </a:cubicBezTo>
                  <a:lnTo>
                    <a:pt x="251" y="22"/>
                  </a:lnTo>
                  <a:cubicBezTo>
                    <a:pt x="223" y="7"/>
                    <a:pt x="194" y="0"/>
                    <a:pt x="167" y="0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4"/>
            <p:cNvSpPr/>
            <p:nvPr/>
          </p:nvSpPr>
          <p:spPr>
            <a:xfrm>
              <a:off x="7254591" y="5851986"/>
              <a:ext cx="108680" cy="545991"/>
            </a:xfrm>
            <a:custGeom>
              <a:rect b="b" l="l" r="r" t="t"/>
              <a:pathLst>
                <a:path extrusionOk="0" h="5692" w="1133">
                  <a:moveTo>
                    <a:pt x="170" y="0"/>
                  </a:moveTo>
                  <a:cubicBezTo>
                    <a:pt x="71" y="0"/>
                    <a:pt x="0" y="81"/>
                    <a:pt x="0" y="170"/>
                  </a:cubicBezTo>
                  <a:lnTo>
                    <a:pt x="0" y="5522"/>
                  </a:lnTo>
                  <a:cubicBezTo>
                    <a:pt x="0" y="5612"/>
                    <a:pt x="71" y="5692"/>
                    <a:pt x="170" y="5692"/>
                  </a:cubicBezTo>
                  <a:lnTo>
                    <a:pt x="963" y="5692"/>
                  </a:lnTo>
                  <a:cubicBezTo>
                    <a:pt x="1053" y="5692"/>
                    <a:pt x="1133" y="5612"/>
                    <a:pt x="1133" y="5522"/>
                  </a:cubicBezTo>
                  <a:lnTo>
                    <a:pt x="1133" y="170"/>
                  </a:lnTo>
                  <a:cubicBezTo>
                    <a:pt x="1133" y="81"/>
                    <a:pt x="1053" y="0"/>
                    <a:pt x="963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4"/>
            <p:cNvSpPr/>
            <p:nvPr/>
          </p:nvSpPr>
          <p:spPr>
            <a:xfrm>
              <a:off x="7292193" y="5851986"/>
              <a:ext cx="71079" cy="545991"/>
            </a:xfrm>
            <a:custGeom>
              <a:rect b="b" l="l" r="r" t="t"/>
              <a:pathLst>
                <a:path extrusionOk="0" h="5692" w="741">
                  <a:moveTo>
                    <a:pt x="1" y="0"/>
                  </a:moveTo>
                  <a:cubicBezTo>
                    <a:pt x="90" y="0"/>
                    <a:pt x="170" y="81"/>
                    <a:pt x="170" y="170"/>
                  </a:cubicBezTo>
                  <a:lnTo>
                    <a:pt x="170" y="5522"/>
                  </a:lnTo>
                  <a:cubicBezTo>
                    <a:pt x="170" y="5612"/>
                    <a:pt x="90" y="5692"/>
                    <a:pt x="1" y="5692"/>
                  </a:cubicBezTo>
                  <a:lnTo>
                    <a:pt x="571" y="5692"/>
                  </a:lnTo>
                  <a:cubicBezTo>
                    <a:pt x="661" y="5692"/>
                    <a:pt x="741" y="5612"/>
                    <a:pt x="741" y="5522"/>
                  </a:cubicBezTo>
                  <a:lnTo>
                    <a:pt x="741" y="170"/>
                  </a:lnTo>
                  <a:cubicBezTo>
                    <a:pt x="741" y="81"/>
                    <a:pt x="661" y="0"/>
                    <a:pt x="571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4"/>
            <p:cNvSpPr/>
            <p:nvPr/>
          </p:nvSpPr>
          <p:spPr>
            <a:xfrm>
              <a:off x="7296510" y="6040188"/>
              <a:ext cx="23981" cy="169591"/>
            </a:xfrm>
            <a:custGeom>
              <a:rect b="b" l="l" r="r" t="t"/>
              <a:pathLst>
                <a:path extrusionOk="0" h="1768" w="250">
                  <a:moveTo>
                    <a:pt x="125" y="1"/>
                  </a:moveTo>
                  <a:cubicBezTo>
                    <a:pt x="63" y="1"/>
                    <a:pt x="0" y="54"/>
                    <a:pt x="0" y="126"/>
                  </a:cubicBezTo>
                  <a:lnTo>
                    <a:pt x="0" y="1642"/>
                  </a:lnTo>
                  <a:cubicBezTo>
                    <a:pt x="0" y="1714"/>
                    <a:pt x="63" y="1767"/>
                    <a:pt x="125" y="1767"/>
                  </a:cubicBezTo>
                  <a:cubicBezTo>
                    <a:pt x="196" y="1767"/>
                    <a:pt x="250" y="1714"/>
                    <a:pt x="250" y="1642"/>
                  </a:cubicBezTo>
                  <a:lnTo>
                    <a:pt x="250" y="126"/>
                  </a:lnTo>
                  <a:cubicBezTo>
                    <a:pt x="250" y="54"/>
                    <a:pt x="196" y="1"/>
                    <a:pt x="125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4"/>
            <p:cNvSpPr/>
            <p:nvPr/>
          </p:nvSpPr>
          <p:spPr>
            <a:xfrm>
              <a:off x="833925" y="7623315"/>
              <a:ext cx="7717061" cy="19760"/>
            </a:xfrm>
            <a:custGeom>
              <a:rect b="b" l="l" r="r" t="t"/>
              <a:pathLst>
                <a:path extrusionOk="0" h="206" w="80451">
                  <a:moveTo>
                    <a:pt x="0" y="1"/>
                  </a:moveTo>
                  <a:lnTo>
                    <a:pt x="0" y="206"/>
                  </a:lnTo>
                  <a:lnTo>
                    <a:pt x="80450" y="206"/>
                  </a:lnTo>
                  <a:lnTo>
                    <a:pt x="80450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</p:grpSp>
      <p:grpSp>
        <p:nvGrpSpPr>
          <p:cNvPr id="209" name="Google Shape;209;p14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210" name="Google Shape;210;p14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4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2" name="Google Shape;212;p14"/>
          <p:cNvSpPr/>
          <p:nvPr/>
        </p:nvSpPr>
        <p:spPr>
          <a:xfrm>
            <a:off x="4572000" y="0"/>
            <a:ext cx="45837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4"/>
          <p:cNvSpPr txBox="1"/>
          <p:nvPr/>
        </p:nvSpPr>
        <p:spPr>
          <a:xfrm>
            <a:off x="530550" y="1963225"/>
            <a:ext cx="35754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Montserrat"/>
                <a:ea typeface="Montserrat"/>
                <a:cs typeface="Montserrat"/>
                <a:sym typeface="Montserrat"/>
              </a:rPr>
              <a:t>¿Qué vamos a </a:t>
            </a:r>
            <a:r>
              <a:rPr b="1" lang="es-419" sz="2700">
                <a:latin typeface="Montserrat"/>
                <a:ea typeface="Montserrat"/>
                <a:cs typeface="Montserrat"/>
                <a:sym typeface="Montserrat"/>
              </a:rPr>
              <a:t>lograr </a:t>
            </a:r>
            <a:r>
              <a:rPr lang="es-419" sz="2700">
                <a:latin typeface="Montserrat"/>
                <a:ea typeface="Montserrat"/>
                <a:cs typeface="Montserrat"/>
                <a:sym typeface="Montserrat"/>
              </a:rPr>
              <a:t>hoy?</a:t>
            </a:r>
            <a:endParaRPr sz="27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14" name="Google Shape;214;p14"/>
          <p:cNvSpPr/>
          <p:nvPr/>
        </p:nvSpPr>
        <p:spPr>
          <a:xfrm>
            <a:off x="3107049" y="2292669"/>
            <a:ext cx="998905" cy="89163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4"/>
          <p:cNvSpPr txBox="1"/>
          <p:nvPr/>
        </p:nvSpPr>
        <p:spPr>
          <a:xfrm>
            <a:off x="4959425" y="617625"/>
            <a:ext cx="4002000" cy="445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66700" lvl="0" marL="2286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rgbClr val="FDBF00"/>
              </a:buClr>
              <a:buSzPts val="2400"/>
              <a:buFont typeface="Archivo"/>
              <a:buChar char="■"/>
            </a:pPr>
            <a:r>
              <a:t/>
            </a:r>
            <a:endParaRPr sz="24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66700" lvl="0" marL="2286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rgbClr val="FDBF00"/>
              </a:buClr>
              <a:buSzPts val="2400"/>
              <a:buFont typeface="Archivo"/>
              <a:buChar char="■"/>
            </a:pPr>
            <a:r>
              <a:t/>
            </a:r>
            <a:endParaRPr sz="24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66700" lvl="0" marL="228600" rtl="0" algn="l">
              <a:lnSpc>
                <a:spcPct val="115000"/>
              </a:lnSpc>
              <a:spcBef>
                <a:spcPts val="1300"/>
              </a:spcBef>
              <a:spcAft>
                <a:spcPts val="1300"/>
              </a:spcAft>
              <a:buClr>
                <a:srgbClr val="FDBF00"/>
              </a:buClr>
              <a:buSzPts val="2400"/>
              <a:buFont typeface="Archivo"/>
              <a:buChar char="■"/>
            </a:pPr>
            <a:r>
              <a:t/>
            </a:r>
            <a:endParaRPr sz="24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216" name="Google Shape;216;p14"/>
          <p:cNvGrpSpPr/>
          <p:nvPr/>
        </p:nvGrpSpPr>
        <p:grpSpPr>
          <a:xfrm>
            <a:off x="182769" y="123212"/>
            <a:ext cx="2033948" cy="268074"/>
            <a:chOff x="365538" y="246425"/>
            <a:chExt cx="4067897" cy="536147"/>
          </a:xfrm>
        </p:grpSpPr>
        <p:sp>
          <p:nvSpPr>
            <p:cNvPr id="217" name="Google Shape;217;p14"/>
            <p:cNvSpPr/>
            <p:nvPr/>
          </p:nvSpPr>
          <p:spPr>
            <a:xfrm>
              <a:off x="2881875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218" name="Google Shape;218;p14"/>
            <p:cNvGrpSpPr/>
            <p:nvPr/>
          </p:nvGrpSpPr>
          <p:grpSpPr>
            <a:xfrm>
              <a:off x="365538" y="424500"/>
              <a:ext cx="2251983" cy="179993"/>
              <a:chOff x="4935498" y="1642212"/>
              <a:chExt cx="2734980" cy="217042"/>
            </a:xfrm>
          </p:grpSpPr>
          <p:sp>
            <p:nvSpPr>
              <p:cNvPr id="219" name="Google Shape;219;p14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0" name="Google Shape;220;p14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1" name="Google Shape;221;p14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2" name="Google Shape;222;p14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3" name="Google Shape;223;p14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4" name="Google Shape;224;p14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5" name="Google Shape;225;p14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6" name="Google Shape;226;p14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7" name="Google Shape;227;p14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8" name="Google Shape;228;p14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9" name="Google Shape;229;p14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30" name="Google Shape;230;p14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231" name="Google Shape;231;p14"/>
          <p:cNvSpPr/>
          <p:nvPr/>
        </p:nvSpPr>
        <p:spPr>
          <a:xfrm flipH="1" rot="10800000">
            <a:off x="0" y="1364125"/>
            <a:ext cx="64500" cy="19464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8A6DF1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Graphic 1/2">
  <p:cSld name="TITLE_4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5"/>
          <p:cNvSpPr/>
          <p:nvPr/>
        </p:nvSpPr>
        <p:spPr>
          <a:xfrm>
            <a:off x="-6050" y="0"/>
            <a:ext cx="4583700" cy="5147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5"/>
          <p:cNvSpPr txBox="1"/>
          <p:nvPr/>
        </p:nvSpPr>
        <p:spPr>
          <a:xfrm>
            <a:off x="381375" y="1611725"/>
            <a:ext cx="4002000" cy="25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-266700" lvl="0" marL="2286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rgbClr val="FDBF00"/>
              </a:buClr>
              <a:buSzPts val="2400"/>
              <a:buFont typeface="Archivo"/>
              <a:buChar char="■"/>
            </a:pPr>
            <a:r>
              <a:t/>
            </a:r>
            <a:endParaRPr sz="24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66700" lvl="0" marL="2286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rgbClr val="FDBF00"/>
              </a:buClr>
              <a:buSzPts val="2400"/>
              <a:buFont typeface="Archivo"/>
              <a:buChar char="■"/>
            </a:pPr>
            <a:r>
              <a:t/>
            </a:r>
            <a:endParaRPr sz="24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66700" lvl="0" marL="228600" rtl="0" algn="l">
              <a:lnSpc>
                <a:spcPct val="115000"/>
              </a:lnSpc>
              <a:spcBef>
                <a:spcPts val="1300"/>
              </a:spcBef>
              <a:spcAft>
                <a:spcPts val="1300"/>
              </a:spcAft>
              <a:buClr>
                <a:srgbClr val="FDBF00"/>
              </a:buClr>
              <a:buSzPts val="2400"/>
              <a:buFont typeface="Archivo"/>
              <a:buChar char="■"/>
            </a:pPr>
            <a:r>
              <a:t/>
            </a:r>
            <a:endParaRPr sz="24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35" name="Google Shape;235;p15"/>
          <p:cNvSpPr txBox="1"/>
          <p:nvPr/>
        </p:nvSpPr>
        <p:spPr>
          <a:xfrm>
            <a:off x="5309763" y="1963225"/>
            <a:ext cx="34932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Montserrat"/>
                <a:ea typeface="Montserrat"/>
                <a:cs typeface="Montserrat"/>
                <a:sym typeface="Montserrat"/>
              </a:rPr>
              <a:t>¿Qué vamos a </a:t>
            </a:r>
            <a:r>
              <a:rPr b="1" lang="es-419" sz="2700">
                <a:latin typeface="Montserrat"/>
                <a:ea typeface="Montserrat"/>
                <a:cs typeface="Montserrat"/>
                <a:sym typeface="Montserrat"/>
              </a:rPr>
              <a:t>aprender </a:t>
            </a:r>
            <a:r>
              <a:rPr lang="es-419" sz="2700">
                <a:latin typeface="Montserrat"/>
                <a:ea typeface="Montserrat"/>
                <a:cs typeface="Montserrat"/>
                <a:sym typeface="Montserrat"/>
              </a:rPr>
              <a:t>hoy?</a:t>
            </a:r>
            <a:endParaRPr sz="27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36" name="Google Shape;236;p15"/>
          <p:cNvSpPr/>
          <p:nvPr/>
        </p:nvSpPr>
        <p:spPr>
          <a:xfrm>
            <a:off x="5704438" y="2699515"/>
            <a:ext cx="1527461" cy="89178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7" name="Google Shape;237;p15"/>
          <p:cNvGrpSpPr/>
          <p:nvPr/>
        </p:nvGrpSpPr>
        <p:grpSpPr>
          <a:xfrm>
            <a:off x="7057486" y="3311407"/>
            <a:ext cx="2082383" cy="2636076"/>
            <a:chOff x="6473425" y="1889175"/>
            <a:chExt cx="598077" cy="765100"/>
          </a:xfrm>
        </p:grpSpPr>
        <p:sp>
          <p:nvSpPr>
            <p:cNvPr id="238" name="Google Shape;238;p15"/>
            <p:cNvSpPr/>
            <p:nvPr/>
          </p:nvSpPr>
          <p:spPr>
            <a:xfrm>
              <a:off x="6659725" y="2015050"/>
              <a:ext cx="217275" cy="107625"/>
            </a:xfrm>
            <a:custGeom>
              <a:rect b="b" l="l" r="r" t="t"/>
              <a:pathLst>
                <a:path extrusionOk="0" h="4305" w="8691">
                  <a:moveTo>
                    <a:pt x="2425" y="1"/>
                  </a:moveTo>
                  <a:cubicBezTo>
                    <a:pt x="1995" y="70"/>
                    <a:pt x="1109" y="343"/>
                    <a:pt x="1109" y="343"/>
                  </a:cubicBezTo>
                  <a:cubicBezTo>
                    <a:pt x="1" y="1536"/>
                    <a:pt x="1707" y="3497"/>
                    <a:pt x="3767" y="4062"/>
                  </a:cubicBezTo>
                  <a:cubicBezTo>
                    <a:pt x="4392" y="4232"/>
                    <a:pt x="4946" y="4304"/>
                    <a:pt x="5429" y="4304"/>
                  </a:cubicBezTo>
                  <a:cubicBezTo>
                    <a:pt x="6539" y="4304"/>
                    <a:pt x="7266" y="3921"/>
                    <a:pt x="7584" y="3460"/>
                  </a:cubicBezTo>
                  <a:cubicBezTo>
                    <a:pt x="8691" y="1861"/>
                    <a:pt x="7888" y="373"/>
                    <a:pt x="5732" y="373"/>
                  </a:cubicBezTo>
                  <a:cubicBezTo>
                    <a:pt x="5573" y="373"/>
                    <a:pt x="5406" y="381"/>
                    <a:pt x="5232" y="398"/>
                  </a:cubicBezTo>
                  <a:cubicBezTo>
                    <a:pt x="5008" y="420"/>
                    <a:pt x="4794" y="429"/>
                    <a:pt x="4593" y="429"/>
                  </a:cubicBezTo>
                  <a:cubicBezTo>
                    <a:pt x="3235" y="429"/>
                    <a:pt x="2425" y="1"/>
                    <a:pt x="2425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239" name="Google Shape;239;p15"/>
            <p:cNvSpPr/>
            <p:nvPr/>
          </p:nvSpPr>
          <p:spPr>
            <a:xfrm>
              <a:off x="6543150" y="2075350"/>
              <a:ext cx="139850" cy="191750"/>
            </a:xfrm>
            <a:custGeom>
              <a:rect b="b" l="l" r="r" t="t"/>
              <a:pathLst>
                <a:path extrusionOk="0" h="7670" w="5594">
                  <a:moveTo>
                    <a:pt x="4624" y="1"/>
                  </a:moveTo>
                  <a:cubicBezTo>
                    <a:pt x="4301" y="1"/>
                    <a:pt x="3992" y="187"/>
                    <a:pt x="3851" y="502"/>
                  </a:cubicBezTo>
                  <a:lnTo>
                    <a:pt x="2064" y="4421"/>
                  </a:lnTo>
                  <a:lnTo>
                    <a:pt x="325" y="6229"/>
                  </a:lnTo>
                  <a:cubicBezTo>
                    <a:pt x="1" y="6568"/>
                    <a:pt x="12" y="7104"/>
                    <a:pt x="351" y="7432"/>
                  </a:cubicBezTo>
                  <a:cubicBezTo>
                    <a:pt x="515" y="7589"/>
                    <a:pt x="726" y="7669"/>
                    <a:pt x="941" y="7669"/>
                  </a:cubicBezTo>
                  <a:cubicBezTo>
                    <a:pt x="1164" y="7669"/>
                    <a:pt x="1386" y="7582"/>
                    <a:pt x="1554" y="7407"/>
                  </a:cubicBezTo>
                  <a:lnTo>
                    <a:pt x="3391" y="5496"/>
                  </a:lnTo>
                  <a:cubicBezTo>
                    <a:pt x="3461" y="5427"/>
                    <a:pt x="3515" y="5347"/>
                    <a:pt x="3555" y="5259"/>
                  </a:cubicBezTo>
                  <a:lnTo>
                    <a:pt x="5400" y="1205"/>
                  </a:lnTo>
                  <a:cubicBezTo>
                    <a:pt x="5593" y="779"/>
                    <a:pt x="5404" y="272"/>
                    <a:pt x="4977" y="79"/>
                  </a:cubicBezTo>
                  <a:cubicBezTo>
                    <a:pt x="4863" y="26"/>
                    <a:pt x="4743" y="1"/>
                    <a:pt x="4624" y="1"/>
                  </a:cubicBez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5"/>
            <p:cNvSpPr/>
            <p:nvPr/>
          </p:nvSpPr>
          <p:spPr>
            <a:xfrm>
              <a:off x="6473425" y="2227325"/>
              <a:ext cx="110400" cy="61500"/>
            </a:xfrm>
            <a:custGeom>
              <a:rect b="b" l="l" r="r" t="t"/>
              <a:pathLst>
                <a:path extrusionOk="0" h="2460" w="4416">
                  <a:moveTo>
                    <a:pt x="3216" y="1"/>
                  </a:moveTo>
                  <a:cubicBezTo>
                    <a:pt x="3216" y="1"/>
                    <a:pt x="1682" y="248"/>
                    <a:pt x="1357" y="252"/>
                  </a:cubicBezTo>
                  <a:cubicBezTo>
                    <a:pt x="1033" y="252"/>
                    <a:pt x="1499" y="763"/>
                    <a:pt x="2225" y="766"/>
                  </a:cubicBezTo>
                  <a:cubicBezTo>
                    <a:pt x="2225" y="766"/>
                    <a:pt x="1186" y="1441"/>
                    <a:pt x="591" y="1524"/>
                  </a:cubicBezTo>
                  <a:cubicBezTo>
                    <a:pt x="1" y="1608"/>
                    <a:pt x="602" y="2447"/>
                    <a:pt x="1656" y="2458"/>
                  </a:cubicBezTo>
                  <a:cubicBezTo>
                    <a:pt x="1735" y="2459"/>
                    <a:pt x="1812" y="2459"/>
                    <a:pt x="1888" y="2459"/>
                  </a:cubicBezTo>
                  <a:cubicBezTo>
                    <a:pt x="2824" y="2459"/>
                    <a:pt x="3519" y="2359"/>
                    <a:pt x="4416" y="1229"/>
                  </a:cubicBezTo>
                  <a:lnTo>
                    <a:pt x="3216" y="1"/>
                  </a:ln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5"/>
            <p:cNvSpPr/>
            <p:nvPr/>
          </p:nvSpPr>
          <p:spPr>
            <a:xfrm>
              <a:off x="6520000" y="2250200"/>
              <a:ext cx="26000" cy="28825"/>
            </a:xfrm>
            <a:custGeom>
              <a:rect b="b" l="l" r="r" t="t"/>
              <a:pathLst>
                <a:path extrusionOk="0" h="1153" w="1040">
                  <a:moveTo>
                    <a:pt x="117" y="1"/>
                  </a:moveTo>
                  <a:lnTo>
                    <a:pt x="1" y="70"/>
                  </a:lnTo>
                  <a:cubicBezTo>
                    <a:pt x="23" y="106"/>
                    <a:pt x="533" y="967"/>
                    <a:pt x="989" y="1153"/>
                  </a:cubicBezTo>
                  <a:lnTo>
                    <a:pt x="1040" y="1029"/>
                  </a:lnTo>
                  <a:cubicBezTo>
                    <a:pt x="628" y="857"/>
                    <a:pt x="125" y="12"/>
                    <a:pt x="117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5"/>
            <p:cNvSpPr/>
            <p:nvPr/>
          </p:nvSpPr>
          <p:spPr>
            <a:xfrm>
              <a:off x="6484725" y="2257500"/>
              <a:ext cx="41700" cy="19250"/>
            </a:xfrm>
            <a:custGeom>
              <a:rect b="b" l="l" r="r" t="t"/>
              <a:pathLst>
                <a:path extrusionOk="0" h="770" w="1668">
                  <a:moveTo>
                    <a:pt x="1594" y="0"/>
                  </a:moveTo>
                  <a:cubicBezTo>
                    <a:pt x="1587" y="8"/>
                    <a:pt x="785" y="511"/>
                    <a:pt x="1" y="635"/>
                  </a:cubicBezTo>
                  <a:lnTo>
                    <a:pt x="23" y="770"/>
                  </a:lnTo>
                  <a:cubicBezTo>
                    <a:pt x="832" y="642"/>
                    <a:pt x="1634" y="139"/>
                    <a:pt x="1667" y="117"/>
                  </a:cubicBezTo>
                  <a:lnTo>
                    <a:pt x="1594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5"/>
            <p:cNvSpPr/>
            <p:nvPr/>
          </p:nvSpPr>
          <p:spPr>
            <a:xfrm>
              <a:off x="6494300" y="2265525"/>
              <a:ext cx="37950" cy="20075"/>
            </a:xfrm>
            <a:custGeom>
              <a:rect b="b" l="l" r="r" t="t"/>
              <a:pathLst>
                <a:path extrusionOk="0" h="803" w="1518">
                  <a:moveTo>
                    <a:pt x="1452" y="0"/>
                  </a:moveTo>
                  <a:cubicBezTo>
                    <a:pt x="1448" y="4"/>
                    <a:pt x="1437" y="11"/>
                    <a:pt x="1419" y="22"/>
                  </a:cubicBezTo>
                  <a:cubicBezTo>
                    <a:pt x="795" y="405"/>
                    <a:pt x="289" y="634"/>
                    <a:pt x="1" y="667"/>
                  </a:cubicBezTo>
                  <a:lnTo>
                    <a:pt x="15" y="802"/>
                  </a:lnTo>
                  <a:cubicBezTo>
                    <a:pt x="435" y="755"/>
                    <a:pt x="1120" y="365"/>
                    <a:pt x="1492" y="135"/>
                  </a:cubicBezTo>
                  <a:cubicBezTo>
                    <a:pt x="1506" y="128"/>
                    <a:pt x="1514" y="124"/>
                    <a:pt x="1517" y="120"/>
                  </a:cubicBezTo>
                  <a:lnTo>
                    <a:pt x="1452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5"/>
            <p:cNvSpPr/>
            <p:nvPr/>
          </p:nvSpPr>
          <p:spPr>
            <a:xfrm>
              <a:off x="6510625" y="2272250"/>
              <a:ext cx="28275" cy="18000"/>
            </a:xfrm>
            <a:custGeom>
              <a:rect b="b" l="l" r="r" t="t"/>
              <a:pathLst>
                <a:path extrusionOk="0" h="720" w="1131">
                  <a:moveTo>
                    <a:pt x="1047" y="1"/>
                  </a:moveTo>
                  <a:cubicBezTo>
                    <a:pt x="1039" y="5"/>
                    <a:pt x="394" y="500"/>
                    <a:pt x="0" y="588"/>
                  </a:cubicBezTo>
                  <a:lnTo>
                    <a:pt x="29" y="719"/>
                  </a:lnTo>
                  <a:cubicBezTo>
                    <a:pt x="452" y="628"/>
                    <a:pt x="1101" y="128"/>
                    <a:pt x="1130" y="107"/>
                  </a:cubicBezTo>
                  <a:lnTo>
                    <a:pt x="1047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5"/>
            <p:cNvSpPr/>
            <p:nvPr/>
          </p:nvSpPr>
          <p:spPr>
            <a:xfrm>
              <a:off x="6527750" y="2245375"/>
              <a:ext cx="26550" cy="11425"/>
            </a:xfrm>
            <a:custGeom>
              <a:rect b="b" l="l" r="r" t="t"/>
              <a:pathLst>
                <a:path extrusionOk="0" h="457" w="1062">
                  <a:moveTo>
                    <a:pt x="106" y="0"/>
                  </a:moveTo>
                  <a:lnTo>
                    <a:pt x="1" y="84"/>
                  </a:lnTo>
                  <a:cubicBezTo>
                    <a:pt x="4" y="92"/>
                    <a:pt x="296" y="456"/>
                    <a:pt x="752" y="456"/>
                  </a:cubicBezTo>
                  <a:cubicBezTo>
                    <a:pt x="850" y="456"/>
                    <a:pt x="952" y="438"/>
                    <a:pt x="1062" y="401"/>
                  </a:cubicBezTo>
                  <a:lnTo>
                    <a:pt x="1014" y="274"/>
                  </a:lnTo>
                  <a:cubicBezTo>
                    <a:pt x="921" y="306"/>
                    <a:pt x="833" y="320"/>
                    <a:pt x="751" y="320"/>
                  </a:cubicBezTo>
                  <a:cubicBezTo>
                    <a:pt x="365" y="320"/>
                    <a:pt x="121" y="18"/>
                    <a:pt x="106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5"/>
            <p:cNvSpPr/>
            <p:nvPr/>
          </p:nvSpPr>
          <p:spPr>
            <a:xfrm>
              <a:off x="6620625" y="2073350"/>
              <a:ext cx="60000" cy="68425"/>
            </a:xfrm>
            <a:custGeom>
              <a:rect b="b" l="l" r="r" t="t"/>
              <a:pathLst>
                <a:path extrusionOk="0" h="2737" w="2400">
                  <a:moveTo>
                    <a:pt x="1372" y="0"/>
                  </a:moveTo>
                  <a:cubicBezTo>
                    <a:pt x="985" y="0"/>
                    <a:pt x="626" y="246"/>
                    <a:pt x="500" y="633"/>
                  </a:cubicBezTo>
                  <a:lnTo>
                    <a:pt x="1" y="2171"/>
                  </a:lnTo>
                  <a:lnTo>
                    <a:pt x="1743" y="2736"/>
                  </a:lnTo>
                  <a:lnTo>
                    <a:pt x="2243" y="1198"/>
                  </a:lnTo>
                  <a:cubicBezTo>
                    <a:pt x="2400" y="717"/>
                    <a:pt x="2137" y="199"/>
                    <a:pt x="1656" y="46"/>
                  </a:cubicBezTo>
                  <a:cubicBezTo>
                    <a:pt x="1562" y="15"/>
                    <a:pt x="1466" y="0"/>
                    <a:pt x="1372" y="0"/>
                  </a:cubicBezTo>
                  <a:close/>
                </a:path>
              </a:pathLst>
            </a:custGeom>
            <a:solidFill>
              <a:srgbClr val="FDCF4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5"/>
            <p:cNvSpPr/>
            <p:nvPr/>
          </p:nvSpPr>
          <p:spPr>
            <a:xfrm>
              <a:off x="6580700" y="2182750"/>
              <a:ext cx="217325" cy="439250"/>
            </a:xfrm>
            <a:custGeom>
              <a:rect b="b" l="l" r="r" t="t"/>
              <a:pathLst>
                <a:path extrusionOk="0" h="17570" w="8693">
                  <a:moveTo>
                    <a:pt x="3588" y="1"/>
                  </a:moveTo>
                  <a:cubicBezTo>
                    <a:pt x="2907" y="1"/>
                    <a:pt x="2323" y="497"/>
                    <a:pt x="2210" y="1171"/>
                  </a:cubicBezTo>
                  <a:lnTo>
                    <a:pt x="1022" y="8444"/>
                  </a:lnTo>
                  <a:cubicBezTo>
                    <a:pt x="1018" y="8463"/>
                    <a:pt x="1014" y="8481"/>
                    <a:pt x="1014" y="8499"/>
                  </a:cubicBezTo>
                  <a:lnTo>
                    <a:pt x="96" y="15965"/>
                  </a:lnTo>
                  <a:cubicBezTo>
                    <a:pt x="1" y="16731"/>
                    <a:pt x="544" y="17427"/>
                    <a:pt x="1310" y="17522"/>
                  </a:cubicBezTo>
                  <a:cubicBezTo>
                    <a:pt x="1366" y="17529"/>
                    <a:pt x="1422" y="17532"/>
                    <a:pt x="1477" y="17532"/>
                  </a:cubicBezTo>
                  <a:cubicBezTo>
                    <a:pt x="2175" y="17532"/>
                    <a:pt x="2779" y="17014"/>
                    <a:pt x="2866" y="16304"/>
                  </a:cubicBezTo>
                  <a:lnTo>
                    <a:pt x="3782" y="8867"/>
                  </a:lnTo>
                  <a:lnTo>
                    <a:pt x="4773" y="2790"/>
                  </a:lnTo>
                  <a:lnTo>
                    <a:pt x="5134" y="2790"/>
                  </a:lnTo>
                  <a:lnTo>
                    <a:pt x="5484" y="8546"/>
                  </a:lnTo>
                  <a:lnTo>
                    <a:pt x="5867" y="16246"/>
                  </a:lnTo>
                  <a:cubicBezTo>
                    <a:pt x="5903" y="16990"/>
                    <a:pt x="6519" y="17569"/>
                    <a:pt x="7260" y="17569"/>
                  </a:cubicBezTo>
                  <a:lnTo>
                    <a:pt x="7329" y="17569"/>
                  </a:lnTo>
                  <a:cubicBezTo>
                    <a:pt x="8098" y="17533"/>
                    <a:pt x="8692" y="16877"/>
                    <a:pt x="8652" y="16108"/>
                  </a:cubicBezTo>
                  <a:lnTo>
                    <a:pt x="8273" y="8401"/>
                  </a:lnTo>
                  <a:lnTo>
                    <a:pt x="8273" y="8382"/>
                  </a:lnTo>
                  <a:lnTo>
                    <a:pt x="7839" y="1310"/>
                  </a:lnTo>
                  <a:cubicBezTo>
                    <a:pt x="7796" y="573"/>
                    <a:pt x="7183" y="1"/>
                    <a:pt x="6447" y="1"/>
                  </a:cubicBez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5"/>
            <p:cNvSpPr/>
            <p:nvPr/>
          </p:nvSpPr>
          <p:spPr>
            <a:xfrm>
              <a:off x="6680700" y="2013050"/>
              <a:ext cx="52150" cy="52150"/>
            </a:xfrm>
            <a:custGeom>
              <a:rect b="b" l="l" r="r" t="t"/>
              <a:pathLst>
                <a:path extrusionOk="0" h="2086" w="2086">
                  <a:moveTo>
                    <a:pt x="1043" y="0"/>
                  </a:moveTo>
                  <a:cubicBezTo>
                    <a:pt x="467" y="0"/>
                    <a:pt x="0" y="467"/>
                    <a:pt x="0" y="1043"/>
                  </a:cubicBezTo>
                  <a:cubicBezTo>
                    <a:pt x="0" y="1619"/>
                    <a:pt x="467" y="2086"/>
                    <a:pt x="1043" y="2086"/>
                  </a:cubicBezTo>
                  <a:cubicBezTo>
                    <a:pt x="1619" y="2086"/>
                    <a:pt x="2086" y="1619"/>
                    <a:pt x="2086" y="1043"/>
                  </a:cubicBezTo>
                  <a:cubicBezTo>
                    <a:pt x="2086" y="467"/>
                    <a:pt x="1619" y="0"/>
                    <a:pt x="1043" y="0"/>
                  </a:cubicBez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5"/>
            <p:cNvSpPr/>
            <p:nvPr/>
          </p:nvSpPr>
          <p:spPr>
            <a:xfrm>
              <a:off x="6654725" y="2074750"/>
              <a:ext cx="104100" cy="96550"/>
            </a:xfrm>
            <a:custGeom>
              <a:rect b="b" l="l" r="r" t="t"/>
              <a:pathLst>
                <a:path extrusionOk="0" h="3862" w="4164">
                  <a:moveTo>
                    <a:pt x="0" y="1"/>
                  </a:moveTo>
                  <a:lnTo>
                    <a:pt x="0" y="3180"/>
                  </a:lnTo>
                  <a:cubicBezTo>
                    <a:pt x="0" y="3555"/>
                    <a:pt x="306" y="3861"/>
                    <a:pt x="682" y="3861"/>
                  </a:cubicBezTo>
                  <a:lnTo>
                    <a:pt x="3482" y="3861"/>
                  </a:lnTo>
                  <a:cubicBezTo>
                    <a:pt x="3861" y="3861"/>
                    <a:pt x="4164" y="3555"/>
                    <a:pt x="4164" y="3180"/>
                  </a:cubicBezTo>
                  <a:lnTo>
                    <a:pt x="4164" y="1"/>
                  </a:lnTo>
                  <a:close/>
                </a:path>
              </a:pathLst>
            </a:custGeom>
            <a:solidFill>
              <a:srgbClr val="FDCF4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250" name="Google Shape;250;p15"/>
            <p:cNvSpPr/>
            <p:nvPr/>
          </p:nvSpPr>
          <p:spPr>
            <a:xfrm>
              <a:off x="6605500" y="2181750"/>
              <a:ext cx="185050" cy="173850"/>
            </a:xfrm>
            <a:custGeom>
              <a:rect b="b" l="l" r="r" t="t"/>
              <a:pathLst>
                <a:path extrusionOk="0" h="6954" w="7402">
                  <a:moveTo>
                    <a:pt x="2308" y="1"/>
                  </a:moveTo>
                  <a:cubicBezTo>
                    <a:pt x="1535" y="1"/>
                    <a:pt x="883" y="569"/>
                    <a:pt x="777" y="1335"/>
                  </a:cubicBezTo>
                  <a:lnTo>
                    <a:pt x="1" y="6953"/>
                  </a:lnTo>
                  <a:lnTo>
                    <a:pt x="7401" y="6953"/>
                  </a:lnTo>
                  <a:lnTo>
                    <a:pt x="7190" y="1758"/>
                  </a:lnTo>
                  <a:cubicBezTo>
                    <a:pt x="7099" y="624"/>
                    <a:pt x="6599" y="1"/>
                    <a:pt x="5662" y="1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5"/>
            <p:cNvSpPr/>
            <p:nvPr/>
          </p:nvSpPr>
          <p:spPr>
            <a:xfrm>
              <a:off x="6740475" y="2075350"/>
              <a:ext cx="145125" cy="167775"/>
            </a:xfrm>
            <a:custGeom>
              <a:rect b="b" l="l" r="r" t="t"/>
              <a:pathLst>
                <a:path extrusionOk="0" h="6711" w="5805">
                  <a:moveTo>
                    <a:pt x="960" y="1"/>
                  </a:moveTo>
                  <a:cubicBezTo>
                    <a:pt x="709" y="1"/>
                    <a:pt x="460" y="111"/>
                    <a:pt x="293" y="323"/>
                  </a:cubicBezTo>
                  <a:cubicBezTo>
                    <a:pt x="1" y="691"/>
                    <a:pt x="59" y="1227"/>
                    <a:pt x="427" y="1519"/>
                  </a:cubicBezTo>
                  <a:lnTo>
                    <a:pt x="3603" y="4042"/>
                  </a:lnTo>
                  <a:lnTo>
                    <a:pt x="2210" y="5205"/>
                  </a:lnTo>
                  <a:cubicBezTo>
                    <a:pt x="1849" y="5507"/>
                    <a:pt x="1798" y="6043"/>
                    <a:pt x="2101" y="6404"/>
                  </a:cubicBezTo>
                  <a:cubicBezTo>
                    <a:pt x="2269" y="6605"/>
                    <a:pt x="2509" y="6710"/>
                    <a:pt x="2753" y="6710"/>
                  </a:cubicBezTo>
                  <a:cubicBezTo>
                    <a:pt x="2947" y="6710"/>
                    <a:pt x="3140" y="6645"/>
                    <a:pt x="3300" y="6513"/>
                  </a:cubicBezTo>
                  <a:lnTo>
                    <a:pt x="5499" y="4680"/>
                  </a:lnTo>
                  <a:cubicBezTo>
                    <a:pt x="5692" y="4516"/>
                    <a:pt x="5805" y="4271"/>
                    <a:pt x="5801" y="4016"/>
                  </a:cubicBezTo>
                  <a:cubicBezTo>
                    <a:pt x="5801" y="3757"/>
                    <a:pt x="5681" y="3517"/>
                    <a:pt x="5480" y="3360"/>
                  </a:cubicBezTo>
                  <a:lnTo>
                    <a:pt x="1488" y="184"/>
                  </a:lnTo>
                  <a:cubicBezTo>
                    <a:pt x="1332" y="61"/>
                    <a:pt x="1146" y="1"/>
                    <a:pt x="960" y="1"/>
                  </a:cubicBez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5"/>
            <p:cNvSpPr/>
            <p:nvPr/>
          </p:nvSpPr>
          <p:spPr>
            <a:xfrm>
              <a:off x="6736900" y="2200450"/>
              <a:ext cx="91650" cy="65000"/>
            </a:xfrm>
            <a:custGeom>
              <a:rect b="b" l="l" r="r" t="t"/>
              <a:pathLst>
                <a:path extrusionOk="0" h="2600" w="3666">
                  <a:moveTo>
                    <a:pt x="2594" y="0"/>
                  </a:moveTo>
                  <a:cubicBezTo>
                    <a:pt x="2594" y="0"/>
                    <a:pt x="1599" y="693"/>
                    <a:pt x="767" y="1054"/>
                  </a:cubicBezTo>
                  <a:cubicBezTo>
                    <a:pt x="445" y="1192"/>
                    <a:pt x="468" y="1234"/>
                    <a:pt x="617" y="1234"/>
                  </a:cubicBezTo>
                  <a:cubicBezTo>
                    <a:pt x="854" y="1234"/>
                    <a:pt x="1412" y="1127"/>
                    <a:pt x="1413" y="1127"/>
                  </a:cubicBezTo>
                  <a:lnTo>
                    <a:pt x="1413" y="1127"/>
                  </a:lnTo>
                  <a:cubicBezTo>
                    <a:pt x="1413" y="1127"/>
                    <a:pt x="727" y="1677"/>
                    <a:pt x="355" y="1867"/>
                  </a:cubicBezTo>
                  <a:cubicBezTo>
                    <a:pt x="1" y="2044"/>
                    <a:pt x="986" y="2600"/>
                    <a:pt x="1550" y="2600"/>
                  </a:cubicBezTo>
                  <a:cubicBezTo>
                    <a:pt x="1577" y="2600"/>
                    <a:pt x="1603" y="2599"/>
                    <a:pt x="1628" y="2596"/>
                  </a:cubicBezTo>
                  <a:cubicBezTo>
                    <a:pt x="2175" y="2541"/>
                    <a:pt x="3312" y="1776"/>
                    <a:pt x="3666" y="1283"/>
                  </a:cubicBezTo>
                  <a:lnTo>
                    <a:pt x="2594" y="0"/>
                  </a:ln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5"/>
            <p:cNvSpPr/>
            <p:nvPr/>
          </p:nvSpPr>
          <p:spPr>
            <a:xfrm>
              <a:off x="6749050" y="2238625"/>
              <a:ext cx="32475" cy="19350"/>
            </a:xfrm>
            <a:custGeom>
              <a:rect b="b" l="l" r="r" t="t"/>
              <a:pathLst>
                <a:path extrusionOk="0" h="774" w="1299">
                  <a:moveTo>
                    <a:pt x="1211" y="1"/>
                  </a:moveTo>
                  <a:cubicBezTo>
                    <a:pt x="839" y="314"/>
                    <a:pt x="8" y="642"/>
                    <a:pt x="1" y="646"/>
                  </a:cubicBezTo>
                  <a:lnTo>
                    <a:pt x="52" y="774"/>
                  </a:lnTo>
                  <a:cubicBezTo>
                    <a:pt x="84" y="759"/>
                    <a:pt x="908" y="431"/>
                    <a:pt x="1298" y="106"/>
                  </a:cubicBezTo>
                  <a:lnTo>
                    <a:pt x="1211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5"/>
            <p:cNvSpPr/>
            <p:nvPr/>
          </p:nvSpPr>
          <p:spPr>
            <a:xfrm>
              <a:off x="6757250" y="2244725"/>
              <a:ext cx="36025" cy="17900"/>
            </a:xfrm>
            <a:custGeom>
              <a:rect b="b" l="l" r="r" t="t"/>
              <a:pathLst>
                <a:path extrusionOk="0" h="716" w="1441">
                  <a:moveTo>
                    <a:pt x="1353" y="1"/>
                  </a:moveTo>
                  <a:cubicBezTo>
                    <a:pt x="916" y="376"/>
                    <a:pt x="114" y="570"/>
                    <a:pt x="23" y="581"/>
                  </a:cubicBezTo>
                  <a:lnTo>
                    <a:pt x="30" y="650"/>
                  </a:lnTo>
                  <a:lnTo>
                    <a:pt x="1" y="712"/>
                  </a:lnTo>
                  <a:cubicBezTo>
                    <a:pt x="4" y="712"/>
                    <a:pt x="12" y="715"/>
                    <a:pt x="19" y="715"/>
                  </a:cubicBezTo>
                  <a:cubicBezTo>
                    <a:pt x="172" y="715"/>
                    <a:pt x="1014" y="471"/>
                    <a:pt x="1441" y="107"/>
                  </a:cubicBezTo>
                  <a:lnTo>
                    <a:pt x="1353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5"/>
            <p:cNvSpPr/>
            <p:nvPr/>
          </p:nvSpPr>
          <p:spPr>
            <a:xfrm>
              <a:off x="6766925" y="2250575"/>
              <a:ext cx="32925" cy="15425"/>
            </a:xfrm>
            <a:custGeom>
              <a:rect b="b" l="l" r="r" t="t"/>
              <a:pathLst>
                <a:path extrusionOk="0" h="617" w="1317">
                  <a:moveTo>
                    <a:pt x="1225" y="0"/>
                  </a:moveTo>
                  <a:cubicBezTo>
                    <a:pt x="823" y="370"/>
                    <a:pt x="136" y="482"/>
                    <a:pt x="30" y="482"/>
                  </a:cubicBezTo>
                  <a:cubicBezTo>
                    <a:pt x="29" y="482"/>
                    <a:pt x="27" y="482"/>
                    <a:pt x="26" y="481"/>
                  </a:cubicBezTo>
                  <a:lnTo>
                    <a:pt x="15" y="547"/>
                  </a:lnTo>
                  <a:lnTo>
                    <a:pt x="0" y="613"/>
                  </a:lnTo>
                  <a:cubicBezTo>
                    <a:pt x="4" y="613"/>
                    <a:pt x="11" y="616"/>
                    <a:pt x="22" y="616"/>
                  </a:cubicBezTo>
                  <a:cubicBezTo>
                    <a:pt x="164" y="616"/>
                    <a:pt x="882" y="503"/>
                    <a:pt x="1316" y="102"/>
                  </a:cubicBezTo>
                  <a:lnTo>
                    <a:pt x="1225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5"/>
            <p:cNvSpPr/>
            <p:nvPr/>
          </p:nvSpPr>
          <p:spPr>
            <a:xfrm>
              <a:off x="6739400" y="2072875"/>
              <a:ext cx="71100" cy="66700"/>
            </a:xfrm>
            <a:custGeom>
              <a:rect b="b" l="l" r="r" t="t"/>
              <a:pathLst>
                <a:path extrusionOk="0" h="2668" w="2844">
                  <a:moveTo>
                    <a:pt x="1024" y="0"/>
                  </a:moveTo>
                  <a:cubicBezTo>
                    <a:pt x="768" y="0"/>
                    <a:pt x="513" y="107"/>
                    <a:pt x="332" y="316"/>
                  </a:cubicBezTo>
                  <a:cubicBezTo>
                    <a:pt x="0" y="699"/>
                    <a:pt x="40" y="1275"/>
                    <a:pt x="419" y="1607"/>
                  </a:cubicBezTo>
                  <a:lnTo>
                    <a:pt x="1641" y="2668"/>
                  </a:lnTo>
                  <a:lnTo>
                    <a:pt x="2844" y="1286"/>
                  </a:lnTo>
                  <a:lnTo>
                    <a:pt x="1623" y="225"/>
                  </a:lnTo>
                  <a:cubicBezTo>
                    <a:pt x="1450" y="74"/>
                    <a:pt x="1237" y="0"/>
                    <a:pt x="1024" y="0"/>
                  </a:cubicBezTo>
                  <a:close/>
                </a:path>
              </a:pathLst>
            </a:custGeom>
            <a:solidFill>
              <a:srgbClr val="FDCF4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5"/>
            <p:cNvSpPr/>
            <p:nvPr/>
          </p:nvSpPr>
          <p:spPr>
            <a:xfrm>
              <a:off x="6693550" y="2012575"/>
              <a:ext cx="39850" cy="24875"/>
            </a:xfrm>
            <a:custGeom>
              <a:rect b="b" l="l" r="r" t="t"/>
              <a:pathLst>
                <a:path extrusionOk="0" h="995" w="1594">
                  <a:moveTo>
                    <a:pt x="608" y="1"/>
                  </a:moveTo>
                  <a:cubicBezTo>
                    <a:pt x="383" y="1"/>
                    <a:pt x="165" y="64"/>
                    <a:pt x="0" y="162"/>
                  </a:cubicBezTo>
                  <a:cubicBezTo>
                    <a:pt x="0" y="162"/>
                    <a:pt x="591" y="994"/>
                    <a:pt x="1401" y="994"/>
                  </a:cubicBezTo>
                  <a:cubicBezTo>
                    <a:pt x="1457" y="994"/>
                    <a:pt x="1514" y="990"/>
                    <a:pt x="1572" y="982"/>
                  </a:cubicBezTo>
                  <a:cubicBezTo>
                    <a:pt x="1572" y="982"/>
                    <a:pt x="1594" y="457"/>
                    <a:pt x="1214" y="187"/>
                  </a:cubicBezTo>
                  <a:cubicBezTo>
                    <a:pt x="1033" y="55"/>
                    <a:pt x="818" y="1"/>
                    <a:pt x="608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5"/>
            <p:cNvSpPr/>
            <p:nvPr/>
          </p:nvSpPr>
          <p:spPr>
            <a:xfrm>
              <a:off x="6582450" y="2539225"/>
              <a:ext cx="76300" cy="38200"/>
            </a:xfrm>
            <a:custGeom>
              <a:rect b="b" l="l" r="r" t="t"/>
              <a:pathLst>
                <a:path extrusionOk="0" h="1528" w="3052">
                  <a:moveTo>
                    <a:pt x="215" y="0"/>
                  </a:moveTo>
                  <a:lnTo>
                    <a:pt x="0" y="1528"/>
                  </a:lnTo>
                  <a:lnTo>
                    <a:pt x="2891" y="1528"/>
                  </a:lnTo>
                  <a:lnTo>
                    <a:pt x="3052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5"/>
            <p:cNvSpPr/>
            <p:nvPr/>
          </p:nvSpPr>
          <p:spPr>
            <a:xfrm>
              <a:off x="6580700" y="2537575"/>
              <a:ext cx="79700" cy="41500"/>
            </a:xfrm>
            <a:custGeom>
              <a:rect b="b" l="l" r="r" t="t"/>
              <a:pathLst>
                <a:path extrusionOk="0" h="1660" w="3188">
                  <a:moveTo>
                    <a:pt x="3049" y="135"/>
                  </a:moveTo>
                  <a:lnTo>
                    <a:pt x="2903" y="1528"/>
                  </a:lnTo>
                  <a:lnTo>
                    <a:pt x="147" y="1528"/>
                  </a:lnTo>
                  <a:lnTo>
                    <a:pt x="344" y="135"/>
                  </a:lnTo>
                  <a:close/>
                  <a:moveTo>
                    <a:pt x="285" y="1"/>
                  </a:moveTo>
                  <a:cubicBezTo>
                    <a:pt x="252" y="1"/>
                    <a:pt x="227" y="26"/>
                    <a:pt x="220" y="59"/>
                  </a:cubicBezTo>
                  <a:lnTo>
                    <a:pt x="5" y="1583"/>
                  </a:lnTo>
                  <a:cubicBezTo>
                    <a:pt x="1" y="1605"/>
                    <a:pt x="8" y="1623"/>
                    <a:pt x="19" y="1637"/>
                  </a:cubicBezTo>
                  <a:cubicBezTo>
                    <a:pt x="30" y="1652"/>
                    <a:pt x="48" y="1659"/>
                    <a:pt x="70" y="1659"/>
                  </a:cubicBezTo>
                  <a:lnTo>
                    <a:pt x="2961" y="1659"/>
                  </a:lnTo>
                  <a:cubicBezTo>
                    <a:pt x="2998" y="1659"/>
                    <a:pt x="3023" y="1634"/>
                    <a:pt x="3027" y="1601"/>
                  </a:cubicBezTo>
                  <a:lnTo>
                    <a:pt x="3187" y="73"/>
                  </a:lnTo>
                  <a:cubicBezTo>
                    <a:pt x="3187" y="55"/>
                    <a:pt x="3184" y="37"/>
                    <a:pt x="3169" y="22"/>
                  </a:cubicBezTo>
                  <a:cubicBezTo>
                    <a:pt x="3158" y="8"/>
                    <a:pt x="3140" y="1"/>
                    <a:pt x="3122" y="1"/>
                  </a:cubicBez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5"/>
            <p:cNvSpPr/>
            <p:nvPr/>
          </p:nvSpPr>
          <p:spPr>
            <a:xfrm>
              <a:off x="6724725" y="2539225"/>
              <a:ext cx="73125" cy="38200"/>
            </a:xfrm>
            <a:custGeom>
              <a:rect b="b" l="l" r="r" t="t"/>
              <a:pathLst>
                <a:path extrusionOk="0" h="1528" w="2925">
                  <a:moveTo>
                    <a:pt x="0" y="0"/>
                  </a:moveTo>
                  <a:lnTo>
                    <a:pt x="102" y="1528"/>
                  </a:lnTo>
                  <a:lnTo>
                    <a:pt x="2924" y="1528"/>
                  </a:lnTo>
                  <a:lnTo>
                    <a:pt x="2866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5"/>
            <p:cNvSpPr/>
            <p:nvPr/>
          </p:nvSpPr>
          <p:spPr>
            <a:xfrm>
              <a:off x="6722975" y="2537575"/>
              <a:ext cx="76600" cy="41500"/>
            </a:xfrm>
            <a:custGeom>
              <a:rect b="b" l="l" r="r" t="t"/>
              <a:pathLst>
                <a:path extrusionOk="0" h="1660" w="3064">
                  <a:moveTo>
                    <a:pt x="2874" y="135"/>
                  </a:moveTo>
                  <a:lnTo>
                    <a:pt x="2925" y="1528"/>
                  </a:lnTo>
                  <a:lnTo>
                    <a:pt x="234" y="1528"/>
                  </a:lnTo>
                  <a:lnTo>
                    <a:pt x="139" y="135"/>
                  </a:lnTo>
                  <a:close/>
                  <a:moveTo>
                    <a:pt x="70" y="1"/>
                  </a:moveTo>
                  <a:cubicBezTo>
                    <a:pt x="52" y="1"/>
                    <a:pt x="34" y="8"/>
                    <a:pt x="19" y="22"/>
                  </a:cubicBezTo>
                  <a:cubicBezTo>
                    <a:pt x="8" y="37"/>
                    <a:pt x="1" y="55"/>
                    <a:pt x="5" y="73"/>
                  </a:cubicBezTo>
                  <a:lnTo>
                    <a:pt x="107" y="1597"/>
                  </a:lnTo>
                  <a:cubicBezTo>
                    <a:pt x="110" y="1634"/>
                    <a:pt x="139" y="1659"/>
                    <a:pt x="172" y="1659"/>
                  </a:cubicBezTo>
                  <a:lnTo>
                    <a:pt x="2994" y="1659"/>
                  </a:lnTo>
                  <a:cubicBezTo>
                    <a:pt x="3012" y="1659"/>
                    <a:pt x="3031" y="1652"/>
                    <a:pt x="3041" y="1641"/>
                  </a:cubicBezTo>
                  <a:cubicBezTo>
                    <a:pt x="3056" y="1627"/>
                    <a:pt x="3063" y="1608"/>
                    <a:pt x="3060" y="1590"/>
                  </a:cubicBezTo>
                  <a:lnTo>
                    <a:pt x="3001" y="66"/>
                  </a:lnTo>
                  <a:cubicBezTo>
                    <a:pt x="3001" y="30"/>
                    <a:pt x="2972" y="1"/>
                    <a:pt x="2936" y="1"/>
                  </a:cubicBez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5"/>
            <p:cNvSpPr/>
            <p:nvPr/>
          </p:nvSpPr>
          <p:spPr>
            <a:xfrm>
              <a:off x="6670675" y="2025525"/>
              <a:ext cx="23175" cy="23175"/>
            </a:xfrm>
            <a:custGeom>
              <a:rect b="b" l="l" r="r" t="t"/>
              <a:pathLst>
                <a:path extrusionOk="0" h="927" w="927">
                  <a:moveTo>
                    <a:pt x="463" y="139"/>
                  </a:moveTo>
                  <a:cubicBezTo>
                    <a:pt x="642" y="139"/>
                    <a:pt x="788" y="285"/>
                    <a:pt x="788" y="464"/>
                  </a:cubicBezTo>
                  <a:cubicBezTo>
                    <a:pt x="788" y="643"/>
                    <a:pt x="642" y="788"/>
                    <a:pt x="463" y="788"/>
                  </a:cubicBezTo>
                  <a:cubicBezTo>
                    <a:pt x="285" y="788"/>
                    <a:pt x="139" y="643"/>
                    <a:pt x="139" y="464"/>
                  </a:cubicBezTo>
                  <a:cubicBezTo>
                    <a:pt x="139" y="285"/>
                    <a:pt x="285" y="139"/>
                    <a:pt x="463" y="139"/>
                  </a:cubicBezTo>
                  <a:close/>
                  <a:moveTo>
                    <a:pt x="463" y="1"/>
                  </a:moveTo>
                  <a:cubicBezTo>
                    <a:pt x="208" y="1"/>
                    <a:pt x="0" y="209"/>
                    <a:pt x="0" y="464"/>
                  </a:cubicBezTo>
                  <a:cubicBezTo>
                    <a:pt x="0" y="719"/>
                    <a:pt x="208" y="927"/>
                    <a:pt x="463" y="927"/>
                  </a:cubicBezTo>
                  <a:cubicBezTo>
                    <a:pt x="718" y="927"/>
                    <a:pt x="926" y="719"/>
                    <a:pt x="926" y="464"/>
                  </a:cubicBezTo>
                  <a:cubicBezTo>
                    <a:pt x="926" y="209"/>
                    <a:pt x="718" y="1"/>
                    <a:pt x="463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5"/>
            <p:cNvSpPr/>
            <p:nvPr/>
          </p:nvSpPr>
          <p:spPr>
            <a:xfrm>
              <a:off x="6696650" y="2025525"/>
              <a:ext cx="23175" cy="23175"/>
            </a:xfrm>
            <a:custGeom>
              <a:rect b="b" l="l" r="r" t="t"/>
              <a:pathLst>
                <a:path extrusionOk="0" h="927" w="927">
                  <a:moveTo>
                    <a:pt x="463" y="139"/>
                  </a:moveTo>
                  <a:cubicBezTo>
                    <a:pt x="642" y="139"/>
                    <a:pt x="788" y="285"/>
                    <a:pt x="788" y="464"/>
                  </a:cubicBezTo>
                  <a:cubicBezTo>
                    <a:pt x="788" y="643"/>
                    <a:pt x="642" y="788"/>
                    <a:pt x="463" y="788"/>
                  </a:cubicBezTo>
                  <a:cubicBezTo>
                    <a:pt x="285" y="788"/>
                    <a:pt x="139" y="643"/>
                    <a:pt x="139" y="464"/>
                  </a:cubicBezTo>
                  <a:cubicBezTo>
                    <a:pt x="139" y="285"/>
                    <a:pt x="285" y="139"/>
                    <a:pt x="463" y="139"/>
                  </a:cubicBezTo>
                  <a:close/>
                  <a:moveTo>
                    <a:pt x="463" y="1"/>
                  </a:moveTo>
                  <a:cubicBezTo>
                    <a:pt x="208" y="1"/>
                    <a:pt x="0" y="209"/>
                    <a:pt x="0" y="464"/>
                  </a:cubicBezTo>
                  <a:cubicBezTo>
                    <a:pt x="0" y="719"/>
                    <a:pt x="208" y="927"/>
                    <a:pt x="463" y="927"/>
                  </a:cubicBezTo>
                  <a:cubicBezTo>
                    <a:pt x="719" y="927"/>
                    <a:pt x="926" y="719"/>
                    <a:pt x="926" y="464"/>
                  </a:cubicBezTo>
                  <a:cubicBezTo>
                    <a:pt x="926" y="209"/>
                    <a:pt x="719" y="1"/>
                    <a:pt x="463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5"/>
            <p:cNvSpPr/>
            <p:nvPr/>
          </p:nvSpPr>
          <p:spPr>
            <a:xfrm>
              <a:off x="6515900" y="2577400"/>
              <a:ext cx="138850" cy="75225"/>
            </a:xfrm>
            <a:custGeom>
              <a:rect b="b" l="l" r="r" t="t"/>
              <a:pathLst>
                <a:path extrusionOk="0" h="3009" w="5554">
                  <a:moveTo>
                    <a:pt x="2662" y="1"/>
                  </a:moveTo>
                  <a:cubicBezTo>
                    <a:pt x="2082" y="1696"/>
                    <a:pt x="1" y="3008"/>
                    <a:pt x="1" y="3008"/>
                  </a:cubicBezTo>
                  <a:lnTo>
                    <a:pt x="3417" y="3008"/>
                  </a:lnTo>
                  <a:cubicBezTo>
                    <a:pt x="3417" y="3008"/>
                    <a:pt x="4080" y="2793"/>
                    <a:pt x="4427" y="2228"/>
                  </a:cubicBezTo>
                  <a:lnTo>
                    <a:pt x="4427" y="3008"/>
                  </a:lnTo>
                  <a:lnTo>
                    <a:pt x="5283" y="3008"/>
                  </a:lnTo>
                  <a:lnTo>
                    <a:pt x="555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5"/>
            <p:cNvSpPr/>
            <p:nvPr/>
          </p:nvSpPr>
          <p:spPr>
            <a:xfrm>
              <a:off x="6514075" y="2575775"/>
              <a:ext cx="142400" cy="78500"/>
            </a:xfrm>
            <a:custGeom>
              <a:rect b="b" l="l" r="r" t="t"/>
              <a:pathLst>
                <a:path extrusionOk="0" h="3140" w="5696">
                  <a:moveTo>
                    <a:pt x="5553" y="131"/>
                  </a:moveTo>
                  <a:lnTo>
                    <a:pt x="5298" y="3008"/>
                  </a:lnTo>
                  <a:lnTo>
                    <a:pt x="4565" y="3008"/>
                  </a:lnTo>
                  <a:lnTo>
                    <a:pt x="4565" y="2293"/>
                  </a:lnTo>
                  <a:cubicBezTo>
                    <a:pt x="4565" y="2264"/>
                    <a:pt x="4547" y="2235"/>
                    <a:pt x="4518" y="2228"/>
                  </a:cubicBezTo>
                  <a:cubicBezTo>
                    <a:pt x="4512" y="2226"/>
                    <a:pt x="4506" y="2225"/>
                    <a:pt x="4500" y="2225"/>
                  </a:cubicBezTo>
                  <a:cubicBezTo>
                    <a:pt x="4477" y="2225"/>
                    <a:pt x="4456" y="2236"/>
                    <a:pt x="4441" y="2257"/>
                  </a:cubicBezTo>
                  <a:cubicBezTo>
                    <a:pt x="4135" y="2760"/>
                    <a:pt x="3559" y="2979"/>
                    <a:pt x="3479" y="3008"/>
                  </a:cubicBezTo>
                  <a:lnTo>
                    <a:pt x="289" y="3008"/>
                  </a:lnTo>
                  <a:cubicBezTo>
                    <a:pt x="493" y="2866"/>
                    <a:pt x="850" y="2603"/>
                    <a:pt x="1229" y="2257"/>
                  </a:cubicBezTo>
                  <a:cubicBezTo>
                    <a:pt x="1769" y="1765"/>
                    <a:pt x="2469" y="1003"/>
                    <a:pt x="2783" y="131"/>
                  </a:cubicBezTo>
                  <a:close/>
                  <a:moveTo>
                    <a:pt x="2735" y="0"/>
                  </a:moveTo>
                  <a:cubicBezTo>
                    <a:pt x="2706" y="0"/>
                    <a:pt x="2680" y="18"/>
                    <a:pt x="2670" y="44"/>
                  </a:cubicBezTo>
                  <a:cubicBezTo>
                    <a:pt x="2108" y="1699"/>
                    <a:pt x="59" y="3004"/>
                    <a:pt x="37" y="3019"/>
                  </a:cubicBezTo>
                  <a:cubicBezTo>
                    <a:pt x="12" y="3033"/>
                    <a:pt x="1" y="3063"/>
                    <a:pt x="8" y="3092"/>
                  </a:cubicBezTo>
                  <a:cubicBezTo>
                    <a:pt x="15" y="3121"/>
                    <a:pt x="45" y="3139"/>
                    <a:pt x="74" y="3139"/>
                  </a:cubicBezTo>
                  <a:lnTo>
                    <a:pt x="3490" y="3139"/>
                  </a:lnTo>
                  <a:cubicBezTo>
                    <a:pt x="3497" y="3139"/>
                    <a:pt x="3504" y="3139"/>
                    <a:pt x="3512" y="3135"/>
                  </a:cubicBezTo>
                  <a:cubicBezTo>
                    <a:pt x="3534" y="3128"/>
                    <a:pt x="4066" y="2953"/>
                    <a:pt x="4434" y="2501"/>
                  </a:cubicBezTo>
                  <a:lnTo>
                    <a:pt x="4434" y="3073"/>
                  </a:lnTo>
                  <a:cubicBezTo>
                    <a:pt x="4434" y="3110"/>
                    <a:pt x="4463" y="3139"/>
                    <a:pt x="4500" y="3139"/>
                  </a:cubicBezTo>
                  <a:lnTo>
                    <a:pt x="5356" y="3139"/>
                  </a:lnTo>
                  <a:cubicBezTo>
                    <a:pt x="5393" y="3139"/>
                    <a:pt x="5418" y="3114"/>
                    <a:pt x="5422" y="3081"/>
                  </a:cubicBezTo>
                  <a:lnTo>
                    <a:pt x="5692" y="73"/>
                  </a:lnTo>
                  <a:cubicBezTo>
                    <a:pt x="5696" y="51"/>
                    <a:pt x="5688" y="33"/>
                    <a:pt x="5677" y="22"/>
                  </a:cubicBezTo>
                  <a:cubicBezTo>
                    <a:pt x="5663" y="7"/>
                    <a:pt x="5644" y="0"/>
                    <a:pt x="5626" y="0"/>
                  </a:cubicBezTo>
                  <a:close/>
                </a:path>
              </a:pathLst>
            </a:custGeom>
            <a:solidFill>
              <a:srgbClr val="CC9E1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5"/>
            <p:cNvSpPr/>
            <p:nvPr/>
          </p:nvSpPr>
          <p:spPr>
            <a:xfrm>
              <a:off x="6727175" y="2575675"/>
              <a:ext cx="137100" cy="75300"/>
            </a:xfrm>
            <a:custGeom>
              <a:rect b="b" l="l" r="r" t="t"/>
              <a:pathLst>
                <a:path extrusionOk="0" h="3012" w="5484">
                  <a:moveTo>
                    <a:pt x="1" y="0"/>
                  </a:moveTo>
                  <a:lnTo>
                    <a:pt x="270" y="3012"/>
                  </a:lnTo>
                  <a:lnTo>
                    <a:pt x="1058" y="3012"/>
                  </a:lnTo>
                  <a:lnTo>
                    <a:pt x="1058" y="2228"/>
                  </a:lnTo>
                  <a:cubicBezTo>
                    <a:pt x="1404" y="2797"/>
                    <a:pt x="2068" y="3012"/>
                    <a:pt x="2068" y="3012"/>
                  </a:cubicBezTo>
                  <a:lnTo>
                    <a:pt x="5484" y="3012"/>
                  </a:lnTo>
                  <a:cubicBezTo>
                    <a:pt x="5484" y="3012"/>
                    <a:pt x="3402" y="1699"/>
                    <a:pt x="2822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5"/>
            <p:cNvSpPr/>
            <p:nvPr/>
          </p:nvSpPr>
          <p:spPr>
            <a:xfrm>
              <a:off x="6725450" y="2574025"/>
              <a:ext cx="140650" cy="78600"/>
            </a:xfrm>
            <a:custGeom>
              <a:rect b="b" l="l" r="r" t="t"/>
              <a:pathLst>
                <a:path extrusionOk="0" h="3144" w="5626">
                  <a:moveTo>
                    <a:pt x="2844" y="132"/>
                  </a:moveTo>
                  <a:cubicBezTo>
                    <a:pt x="3158" y="1003"/>
                    <a:pt x="3858" y="1769"/>
                    <a:pt x="4393" y="2258"/>
                  </a:cubicBezTo>
                  <a:cubicBezTo>
                    <a:pt x="4776" y="2604"/>
                    <a:pt x="5130" y="2866"/>
                    <a:pt x="5338" y="3009"/>
                  </a:cubicBezTo>
                  <a:lnTo>
                    <a:pt x="2148" y="3009"/>
                  </a:lnTo>
                  <a:cubicBezTo>
                    <a:pt x="2067" y="2983"/>
                    <a:pt x="1491" y="2764"/>
                    <a:pt x="1182" y="2258"/>
                  </a:cubicBezTo>
                  <a:cubicBezTo>
                    <a:pt x="1170" y="2240"/>
                    <a:pt x="1148" y="2226"/>
                    <a:pt x="1124" y="2226"/>
                  </a:cubicBezTo>
                  <a:cubicBezTo>
                    <a:pt x="1119" y="2226"/>
                    <a:pt x="1114" y="2227"/>
                    <a:pt x="1109" y="2228"/>
                  </a:cubicBezTo>
                  <a:cubicBezTo>
                    <a:pt x="1079" y="2239"/>
                    <a:pt x="1061" y="2265"/>
                    <a:pt x="1061" y="2294"/>
                  </a:cubicBezTo>
                  <a:lnTo>
                    <a:pt x="1061" y="3009"/>
                  </a:lnTo>
                  <a:lnTo>
                    <a:pt x="401" y="3009"/>
                  </a:lnTo>
                  <a:lnTo>
                    <a:pt x="143" y="132"/>
                  </a:lnTo>
                  <a:close/>
                  <a:moveTo>
                    <a:pt x="70" y="1"/>
                  </a:moveTo>
                  <a:cubicBezTo>
                    <a:pt x="51" y="1"/>
                    <a:pt x="33" y="8"/>
                    <a:pt x="22" y="23"/>
                  </a:cubicBezTo>
                  <a:cubicBezTo>
                    <a:pt x="8" y="37"/>
                    <a:pt x="0" y="56"/>
                    <a:pt x="4" y="74"/>
                  </a:cubicBezTo>
                  <a:lnTo>
                    <a:pt x="274" y="3081"/>
                  </a:lnTo>
                  <a:cubicBezTo>
                    <a:pt x="277" y="3118"/>
                    <a:pt x="307" y="3143"/>
                    <a:pt x="339" y="3143"/>
                  </a:cubicBezTo>
                  <a:lnTo>
                    <a:pt x="1127" y="3143"/>
                  </a:lnTo>
                  <a:cubicBezTo>
                    <a:pt x="1163" y="3143"/>
                    <a:pt x="1193" y="3114"/>
                    <a:pt x="1193" y="3078"/>
                  </a:cubicBezTo>
                  <a:lnTo>
                    <a:pt x="1193" y="2502"/>
                  </a:lnTo>
                  <a:cubicBezTo>
                    <a:pt x="1561" y="2954"/>
                    <a:pt x="2089" y="3133"/>
                    <a:pt x="2115" y="3140"/>
                  </a:cubicBezTo>
                  <a:cubicBezTo>
                    <a:pt x="2122" y="3140"/>
                    <a:pt x="2129" y="3143"/>
                    <a:pt x="2137" y="3143"/>
                  </a:cubicBezTo>
                  <a:lnTo>
                    <a:pt x="5553" y="3143"/>
                  </a:lnTo>
                  <a:cubicBezTo>
                    <a:pt x="5582" y="3143"/>
                    <a:pt x="5608" y="3122"/>
                    <a:pt x="5618" y="3096"/>
                  </a:cubicBezTo>
                  <a:cubicBezTo>
                    <a:pt x="5626" y="3067"/>
                    <a:pt x="5615" y="3034"/>
                    <a:pt x="5589" y="3019"/>
                  </a:cubicBezTo>
                  <a:cubicBezTo>
                    <a:pt x="5567" y="3009"/>
                    <a:pt x="3518" y="1700"/>
                    <a:pt x="2953" y="45"/>
                  </a:cubicBezTo>
                  <a:cubicBezTo>
                    <a:pt x="2946" y="19"/>
                    <a:pt x="2921" y="1"/>
                    <a:pt x="2891" y="1"/>
                  </a:cubicBezTo>
                  <a:close/>
                </a:path>
              </a:pathLst>
            </a:custGeom>
            <a:solidFill>
              <a:srgbClr val="CC9E1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5"/>
            <p:cNvSpPr/>
            <p:nvPr/>
          </p:nvSpPr>
          <p:spPr>
            <a:xfrm>
              <a:off x="6727175" y="2037100"/>
              <a:ext cx="12325" cy="12350"/>
            </a:xfrm>
            <a:custGeom>
              <a:rect b="b" l="l" r="r" t="t"/>
              <a:pathLst>
                <a:path extrusionOk="0" h="494" w="493">
                  <a:moveTo>
                    <a:pt x="249" y="1"/>
                  </a:moveTo>
                  <a:cubicBezTo>
                    <a:pt x="114" y="1"/>
                    <a:pt x="1" y="110"/>
                    <a:pt x="1" y="245"/>
                  </a:cubicBezTo>
                  <a:cubicBezTo>
                    <a:pt x="1" y="384"/>
                    <a:pt x="114" y="493"/>
                    <a:pt x="249" y="493"/>
                  </a:cubicBezTo>
                  <a:cubicBezTo>
                    <a:pt x="383" y="493"/>
                    <a:pt x="493" y="384"/>
                    <a:pt x="493" y="245"/>
                  </a:cubicBezTo>
                  <a:cubicBezTo>
                    <a:pt x="493" y="110"/>
                    <a:pt x="383" y="1"/>
                    <a:pt x="249" y="1"/>
                  </a:cubicBez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5"/>
            <p:cNvSpPr/>
            <p:nvPr/>
          </p:nvSpPr>
          <p:spPr>
            <a:xfrm>
              <a:off x="6727825" y="2045850"/>
              <a:ext cx="7575" cy="7600"/>
            </a:xfrm>
            <a:custGeom>
              <a:rect b="b" l="l" r="r" t="t"/>
              <a:pathLst>
                <a:path extrusionOk="0" h="304" w="303">
                  <a:moveTo>
                    <a:pt x="150" y="1"/>
                  </a:moveTo>
                  <a:cubicBezTo>
                    <a:pt x="66" y="1"/>
                    <a:pt x="0" y="70"/>
                    <a:pt x="0" y="154"/>
                  </a:cubicBezTo>
                  <a:cubicBezTo>
                    <a:pt x="0" y="234"/>
                    <a:pt x="66" y="304"/>
                    <a:pt x="150" y="304"/>
                  </a:cubicBezTo>
                  <a:cubicBezTo>
                    <a:pt x="233" y="304"/>
                    <a:pt x="303" y="234"/>
                    <a:pt x="303" y="154"/>
                  </a:cubicBezTo>
                  <a:cubicBezTo>
                    <a:pt x="303" y="70"/>
                    <a:pt x="233" y="1"/>
                    <a:pt x="150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5"/>
            <p:cNvSpPr/>
            <p:nvPr/>
          </p:nvSpPr>
          <p:spPr>
            <a:xfrm>
              <a:off x="6693100" y="2051800"/>
              <a:ext cx="11050" cy="4475"/>
            </a:xfrm>
            <a:custGeom>
              <a:rect b="b" l="l" r="r" t="t"/>
              <a:pathLst>
                <a:path extrusionOk="0" h="179" w="442">
                  <a:moveTo>
                    <a:pt x="280" y="0"/>
                  </a:moveTo>
                  <a:cubicBezTo>
                    <a:pt x="174" y="0"/>
                    <a:pt x="67" y="42"/>
                    <a:pt x="51" y="47"/>
                  </a:cubicBezTo>
                  <a:cubicBezTo>
                    <a:pt x="18" y="62"/>
                    <a:pt x="0" y="102"/>
                    <a:pt x="15" y="135"/>
                  </a:cubicBezTo>
                  <a:cubicBezTo>
                    <a:pt x="26" y="160"/>
                    <a:pt x="51" y="179"/>
                    <a:pt x="77" y="179"/>
                  </a:cubicBezTo>
                  <a:cubicBezTo>
                    <a:pt x="88" y="179"/>
                    <a:pt x="95" y="175"/>
                    <a:pt x="102" y="175"/>
                  </a:cubicBezTo>
                  <a:cubicBezTo>
                    <a:pt x="140" y="159"/>
                    <a:pt x="218" y="136"/>
                    <a:pt x="280" y="136"/>
                  </a:cubicBezTo>
                  <a:cubicBezTo>
                    <a:pt x="301" y="136"/>
                    <a:pt x="320" y="139"/>
                    <a:pt x="336" y="146"/>
                  </a:cubicBezTo>
                  <a:cubicBezTo>
                    <a:pt x="345" y="151"/>
                    <a:pt x="356" y="153"/>
                    <a:pt x="366" y="153"/>
                  </a:cubicBezTo>
                  <a:cubicBezTo>
                    <a:pt x="392" y="153"/>
                    <a:pt x="416" y="137"/>
                    <a:pt x="427" y="113"/>
                  </a:cubicBezTo>
                  <a:cubicBezTo>
                    <a:pt x="441" y="80"/>
                    <a:pt x="427" y="40"/>
                    <a:pt x="394" y="22"/>
                  </a:cubicBezTo>
                  <a:cubicBezTo>
                    <a:pt x="359" y="6"/>
                    <a:pt x="319" y="0"/>
                    <a:pt x="280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5"/>
            <p:cNvSpPr/>
            <p:nvPr/>
          </p:nvSpPr>
          <p:spPr>
            <a:xfrm>
              <a:off x="6845077" y="1889175"/>
              <a:ext cx="226425" cy="140575"/>
            </a:xfrm>
            <a:custGeom>
              <a:rect b="b" l="l" r="r" t="t"/>
              <a:pathLst>
                <a:path extrusionOk="0" h="5623" w="9057">
                  <a:moveTo>
                    <a:pt x="4991" y="92"/>
                  </a:moveTo>
                  <a:cubicBezTo>
                    <a:pt x="6490" y="92"/>
                    <a:pt x="7711" y="1313"/>
                    <a:pt x="7711" y="2812"/>
                  </a:cubicBezTo>
                  <a:cubicBezTo>
                    <a:pt x="7711" y="2907"/>
                    <a:pt x="7704" y="3005"/>
                    <a:pt x="7696" y="3107"/>
                  </a:cubicBezTo>
                  <a:lnTo>
                    <a:pt x="7685" y="3206"/>
                  </a:lnTo>
                  <a:lnTo>
                    <a:pt x="7802" y="3206"/>
                  </a:lnTo>
                  <a:cubicBezTo>
                    <a:pt x="8444" y="3206"/>
                    <a:pt x="8965" y="3727"/>
                    <a:pt x="8965" y="4369"/>
                  </a:cubicBezTo>
                  <a:cubicBezTo>
                    <a:pt x="8965" y="5010"/>
                    <a:pt x="8444" y="5532"/>
                    <a:pt x="7802" y="5532"/>
                  </a:cubicBezTo>
                  <a:lnTo>
                    <a:pt x="1827" y="5532"/>
                  </a:lnTo>
                  <a:cubicBezTo>
                    <a:pt x="868" y="5532"/>
                    <a:pt x="91" y="4755"/>
                    <a:pt x="91" y="3800"/>
                  </a:cubicBezTo>
                  <a:cubicBezTo>
                    <a:pt x="91" y="2841"/>
                    <a:pt x="868" y="2064"/>
                    <a:pt x="1827" y="2064"/>
                  </a:cubicBezTo>
                  <a:cubicBezTo>
                    <a:pt x="1976" y="2064"/>
                    <a:pt x="2122" y="2083"/>
                    <a:pt x="2264" y="2119"/>
                  </a:cubicBezTo>
                  <a:lnTo>
                    <a:pt x="2352" y="2145"/>
                  </a:lnTo>
                  <a:lnTo>
                    <a:pt x="2377" y="2057"/>
                  </a:lnTo>
                  <a:cubicBezTo>
                    <a:pt x="2709" y="901"/>
                    <a:pt x="3784" y="92"/>
                    <a:pt x="4991" y="92"/>
                  </a:cubicBezTo>
                  <a:close/>
                  <a:moveTo>
                    <a:pt x="4991" y="1"/>
                  </a:moveTo>
                  <a:cubicBezTo>
                    <a:pt x="3708" y="1"/>
                    <a:pt x="2625" y="858"/>
                    <a:pt x="2290" y="2032"/>
                  </a:cubicBezTo>
                  <a:cubicBezTo>
                    <a:pt x="2140" y="1995"/>
                    <a:pt x="1987" y="1973"/>
                    <a:pt x="1827" y="1973"/>
                  </a:cubicBezTo>
                  <a:cubicBezTo>
                    <a:pt x="817" y="1973"/>
                    <a:pt x="0" y="2790"/>
                    <a:pt x="0" y="3800"/>
                  </a:cubicBezTo>
                  <a:cubicBezTo>
                    <a:pt x="0" y="4806"/>
                    <a:pt x="817" y="5623"/>
                    <a:pt x="1827" y="5623"/>
                  </a:cubicBezTo>
                  <a:lnTo>
                    <a:pt x="7802" y="5623"/>
                  </a:lnTo>
                  <a:cubicBezTo>
                    <a:pt x="8495" y="5623"/>
                    <a:pt x="9056" y="5061"/>
                    <a:pt x="9056" y="4369"/>
                  </a:cubicBezTo>
                  <a:cubicBezTo>
                    <a:pt x="9056" y="3676"/>
                    <a:pt x="8495" y="3114"/>
                    <a:pt x="7802" y="3114"/>
                  </a:cubicBezTo>
                  <a:lnTo>
                    <a:pt x="7784" y="3114"/>
                  </a:lnTo>
                  <a:cubicBezTo>
                    <a:pt x="7795" y="3016"/>
                    <a:pt x="7802" y="2914"/>
                    <a:pt x="7802" y="2812"/>
                  </a:cubicBezTo>
                  <a:cubicBezTo>
                    <a:pt x="7802" y="1259"/>
                    <a:pt x="6544" y="1"/>
                    <a:pt x="4991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5"/>
            <p:cNvSpPr/>
            <p:nvPr/>
          </p:nvSpPr>
          <p:spPr>
            <a:xfrm>
              <a:off x="6926425" y="2003025"/>
              <a:ext cx="63725" cy="63725"/>
            </a:xfrm>
            <a:custGeom>
              <a:rect b="b" l="l" r="r" t="t"/>
              <a:pathLst>
                <a:path extrusionOk="0" h="2549" w="2549">
                  <a:moveTo>
                    <a:pt x="1276" y="0"/>
                  </a:moveTo>
                  <a:cubicBezTo>
                    <a:pt x="573" y="0"/>
                    <a:pt x="0" y="569"/>
                    <a:pt x="0" y="1273"/>
                  </a:cubicBezTo>
                  <a:cubicBezTo>
                    <a:pt x="0" y="1976"/>
                    <a:pt x="573" y="2549"/>
                    <a:pt x="1276" y="2549"/>
                  </a:cubicBezTo>
                  <a:cubicBezTo>
                    <a:pt x="1980" y="2549"/>
                    <a:pt x="2549" y="1976"/>
                    <a:pt x="2549" y="1273"/>
                  </a:cubicBezTo>
                  <a:cubicBezTo>
                    <a:pt x="2549" y="569"/>
                    <a:pt x="1980" y="0"/>
                    <a:pt x="1276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5"/>
            <p:cNvSpPr/>
            <p:nvPr/>
          </p:nvSpPr>
          <p:spPr>
            <a:xfrm>
              <a:off x="6926425" y="2003025"/>
              <a:ext cx="63725" cy="63725"/>
            </a:xfrm>
            <a:custGeom>
              <a:rect b="b" l="l" r="r" t="t"/>
              <a:pathLst>
                <a:path extrusionOk="0" h="2549" w="2549">
                  <a:moveTo>
                    <a:pt x="1276" y="92"/>
                  </a:moveTo>
                  <a:cubicBezTo>
                    <a:pt x="1929" y="92"/>
                    <a:pt x="2457" y="620"/>
                    <a:pt x="2457" y="1273"/>
                  </a:cubicBezTo>
                  <a:cubicBezTo>
                    <a:pt x="2457" y="1925"/>
                    <a:pt x="1929" y="2458"/>
                    <a:pt x="1276" y="2458"/>
                  </a:cubicBezTo>
                  <a:cubicBezTo>
                    <a:pt x="624" y="2458"/>
                    <a:pt x="91" y="1925"/>
                    <a:pt x="91" y="1273"/>
                  </a:cubicBezTo>
                  <a:cubicBezTo>
                    <a:pt x="91" y="620"/>
                    <a:pt x="624" y="92"/>
                    <a:pt x="1276" y="92"/>
                  </a:cubicBezTo>
                  <a:close/>
                  <a:moveTo>
                    <a:pt x="1276" y="0"/>
                  </a:moveTo>
                  <a:cubicBezTo>
                    <a:pt x="573" y="0"/>
                    <a:pt x="0" y="569"/>
                    <a:pt x="0" y="1273"/>
                  </a:cubicBezTo>
                  <a:cubicBezTo>
                    <a:pt x="0" y="1976"/>
                    <a:pt x="573" y="2549"/>
                    <a:pt x="1276" y="2549"/>
                  </a:cubicBezTo>
                  <a:cubicBezTo>
                    <a:pt x="1980" y="2549"/>
                    <a:pt x="2549" y="1976"/>
                    <a:pt x="2549" y="1273"/>
                  </a:cubicBezTo>
                  <a:cubicBezTo>
                    <a:pt x="2549" y="569"/>
                    <a:pt x="1980" y="0"/>
                    <a:pt x="1276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5"/>
            <p:cNvSpPr/>
            <p:nvPr/>
          </p:nvSpPr>
          <p:spPr>
            <a:xfrm>
              <a:off x="6894525" y="2053050"/>
              <a:ext cx="36925" cy="36850"/>
            </a:xfrm>
            <a:custGeom>
              <a:rect b="b" l="l" r="r" t="t"/>
              <a:pathLst>
                <a:path extrusionOk="0" h="1474" w="1477">
                  <a:moveTo>
                    <a:pt x="740" y="1"/>
                  </a:moveTo>
                  <a:cubicBezTo>
                    <a:pt x="332" y="1"/>
                    <a:pt x="0" y="329"/>
                    <a:pt x="0" y="737"/>
                  </a:cubicBezTo>
                  <a:cubicBezTo>
                    <a:pt x="0" y="1146"/>
                    <a:pt x="332" y="1474"/>
                    <a:pt x="740" y="1474"/>
                  </a:cubicBezTo>
                  <a:cubicBezTo>
                    <a:pt x="1145" y="1474"/>
                    <a:pt x="1477" y="1146"/>
                    <a:pt x="1477" y="737"/>
                  </a:cubicBezTo>
                  <a:cubicBezTo>
                    <a:pt x="1477" y="329"/>
                    <a:pt x="1145" y="1"/>
                    <a:pt x="740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5"/>
            <p:cNvSpPr/>
            <p:nvPr/>
          </p:nvSpPr>
          <p:spPr>
            <a:xfrm>
              <a:off x="6894525" y="2053050"/>
              <a:ext cx="36925" cy="36850"/>
            </a:xfrm>
            <a:custGeom>
              <a:rect b="b" l="l" r="r" t="t"/>
              <a:pathLst>
                <a:path extrusionOk="0" h="1474" w="1477">
                  <a:moveTo>
                    <a:pt x="740" y="92"/>
                  </a:moveTo>
                  <a:cubicBezTo>
                    <a:pt x="1094" y="92"/>
                    <a:pt x="1386" y="380"/>
                    <a:pt x="1386" y="737"/>
                  </a:cubicBezTo>
                  <a:cubicBezTo>
                    <a:pt x="1386" y="1095"/>
                    <a:pt x="1094" y="1383"/>
                    <a:pt x="740" y="1383"/>
                  </a:cubicBezTo>
                  <a:cubicBezTo>
                    <a:pt x="383" y="1383"/>
                    <a:pt x="91" y="1095"/>
                    <a:pt x="91" y="737"/>
                  </a:cubicBezTo>
                  <a:cubicBezTo>
                    <a:pt x="91" y="380"/>
                    <a:pt x="383" y="92"/>
                    <a:pt x="740" y="92"/>
                  </a:cubicBezTo>
                  <a:close/>
                  <a:moveTo>
                    <a:pt x="740" y="1"/>
                  </a:moveTo>
                  <a:cubicBezTo>
                    <a:pt x="332" y="1"/>
                    <a:pt x="0" y="329"/>
                    <a:pt x="0" y="737"/>
                  </a:cubicBezTo>
                  <a:cubicBezTo>
                    <a:pt x="0" y="1146"/>
                    <a:pt x="332" y="1474"/>
                    <a:pt x="740" y="1474"/>
                  </a:cubicBezTo>
                  <a:cubicBezTo>
                    <a:pt x="1145" y="1474"/>
                    <a:pt x="1477" y="1146"/>
                    <a:pt x="1477" y="737"/>
                  </a:cubicBezTo>
                  <a:cubicBezTo>
                    <a:pt x="1477" y="329"/>
                    <a:pt x="1145" y="1"/>
                    <a:pt x="740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6" name="Google Shape;276;p15"/>
          <p:cNvGrpSpPr/>
          <p:nvPr/>
        </p:nvGrpSpPr>
        <p:grpSpPr>
          <a:xfrm>
            <a:off x="4665270" y="3600716"/>
            <a:ext cx="2464593" cy="1542738"/>
            <a:chOff x="3345475" y="1976500"/>
            <a:chExt cx="1053650" cy="692525"/>
          </a:xfrm>
        </p:grpSpPr>
        <p:sp>
          <p:nvSpPr>
            <p:cNvPr id="277" name="Google Shape;277;p15"/>
            <p:cNvSpPr/>
            <p:nvPr/>
          </p:nvSpPr>
          <p:spPr>
            <a:xfrm>
              <a:off x="3930700" y="2415250"/>
              <a:ext cx="323050" cy="237925"/>
            </a:xfrm>
            <a:custGeom>
              <a:rect b="b" l="l" r="r" t="t"/>
              <a:pathLst>
                <a:path extrusionOk="0" h="9517" w="12922">
                  <a:moveTo>
                    <a:pt x="1696" y="0"/>
                  </a:moveTo>
                  <a:cubicBezTo>
                    <a:pt x="1511" y="0"/>
                    <a:pt x="1324" y="34"/>
                    <a:pt x="1142" y="107"/>
                  </a:cubicBezTo>
                  <a:cubicBezTo>
                    <a:pt x="373" y="413"/>
                    <a:pt x="1" y="1284"/>
                    <a:pt x="307" y="2054"/>
                  </a:cubicBezTo>
                  <a:lnTo>
                    <a:pt x="2906" y="8572"/>
                  </a:lnTo>
                  <a:cubicBezTo>
                    <a:pt x="3136" y="9148"/>
                    <a:pt x="3694" y="9516"/>
                    <a:pt x="4299" y="9516"/>
                  </a:cubicBezTo>
                  <a:cubicBezTo>
                    <a:pt x="4390" y="9516"/>
                    <a:pt x="4481" y="9505"/>
                    <a:pt x="4576" y="9491"/>
                  </a:cubicBezTo>
                  <a:lnTo>
                    <a:pt x="11572" y="8178"/>
                  </a:lnTo>
                  <a:cubicBezTo>
                    <a:pt x="12385" y="8025"/>
                    <a:pt x="12921" y="7241"/>
                    <a:pt x="12768" y="6428"/>
                  </a:cubicBezTo>
                  <a:cubicBezTo>
                    <a:pt x="12633" y="5709"/>
                    <a:pt x="12003" y="5206"/>
                    <a:pt x="11297" y="5206"/>
                  </a:cubicBezTo>
                  <a:cubicBezTo>
                    <a:pt x="11205" y="5206"/>
                    <a:pt x="11112" y="5215"/>
                    <a:pt x="11018" y="5233"/>
                  </a:cubicBezTo>
                  <a:lnTo>
                    <a:pt x="5232" y="6315"/>
                  </a:lnTo>
                  <a:lnTo>
                    <a:pt x="3089" y="945"/>
                  </a:lnTo>
                  <a:cubicBezTo>
                    <a:pt x="2855" y="358"/>
                    <a:pt x="2292" y="0"/>
                    <a:pt x="1696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5"/>
            <p:cNvSpPr/>
            <p:nvPr/>
          </p:nvSpPr>
          <p:spPr>
            <a:xfrm>
              <a:off x="3486925" y="2412150"/>
              <a:ext cx="481175" cy="256875"/>
            </a:xfrm>
            <a:custGeom>
              <a:rect b="b" l="l" r="r" t="t"/>
              <a:pathLst>
                <a:path extrusionOk="0" h="10275" w="19247">
                  <a:moveTo>
                    <a:pt x="11234" y="0"/>
                  </a:moveTo>
                  <a:cubicBezTo>
                    <a:pt x="10658" y="0"/>
                    <a:pt x="10108" y="335"/>
                    <a:pt x="9862" y="894"/>
                  </a:cubicBezTo>
                  <a:lnTo>
                    <a:pt x="7234" y="6862"/>
                  </a:lnTo>
                  <a:lnTo>
                    <a:pt x="2232" y="4945"/>
                  </a:lnTo>
                  <a:cubicBezTo>
                    <a:pt x="2056" y="4877"/>
                    <a:pt x="1875" y="4845"/>
                    <a:pt x="1697" y="4845"/>
                  </a:cubicBezTo>
                  <a:cubicBezTo>
                    <a:pt x="1093" y="4845"/>
                    <a:pt x="524" y="5212"/>
                    <a:pt x="296" y="5809"/>
                  </a:cubicBezTo>
                  <a:cubicBezTo>
                    <a:pt x="1" y="6578"/>
                    <a:pt x="383" y="7446"/>
                    <a:pt x="1156" y="7745"/>
                  </a:cubicBezTo>
                  <a:lnTo>
                    <a:pt x="7493" y="10173"/>
                  </a:lnTo>
                  <a:cubicBezTo>
                    <a:pt x="7668" y="10242"/>
                    <a:pt x="7850" y="10275"/>
                    <a:pt x="8029" y="10275"/>
                  </a:cubicBezTo>
                  <a:cubicBezTo>
                    <a:pt x="8605" y="10275"/>
                    <a:pt x="9155" y="9936"/>
                    <a:pt x="9399" y="9378"/>
                  </a:cubicBezTo>
                  <a:lnTo>
                    <a:pt x="11248" y="5182"/>
                  </a:lnTo>
                  <a:lnTo>
                    <a:pt x="11248" y="6312"/>
                  </a:lnTo>
                  <a:cubicBezTo>
                    <a:pt x="11248" y="6913"/>
                    <a:pt x="11736" y="7402"/>
                    <a:pt x="12342" y="7402"/>
                  </a:cubicBezTo>
                  <a:lnTo>
                    <a:pt x="18156" y="7402"/>
                  </a:lnTo>
                  <a:cubicBezTo>
                    <a:pt x="18758" y="7402"/>
                    <a:pt x="19247" y="6913"/>
                    <a:pt x="19247" y="6312"/>
                  </a:cubicBezTo>
                  <a:lnTo>
                    <a:pt x="19247" y="391"/>
                  </a:lnTo>
                  <a:lnTo>
                    <a:pt x="12243" y="391"/>
                  </a:lnTo>
                  <a:cubicBezTo>
                    <a:pt x="12126" y="285"/>
                    <a:pt x="11988" y="194"/>
                    <a:pt x="11838" y="129"/>
                  </a:cubicBezTo>
                  <a:cubicBezTo>
                    <a:pt x="11642" y="42"/>
                    <a:pt x="11436" y="0"/>
                    <a:pt x="11234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5"/>
            <p:cNvSpPr/>
            <p:nvPr/>
          </p:nvSpPr>
          <p:spPr>
            <a:xfrm>
              <a:off x="3345475" y="2528075"/>
              <a:ext cx="183850" cy="104275"/>
            </a:xfrm>
            <a:custGeom>
              <a:rect b="b" l="l" r="r" t="t"/>
              <a:pathLst>
                <a:path extrusionOk="0" h="4171" w="7354">
                  <a:moveTo>
                    <a:pt x="2710" y="1"/>
                  </a:moveTo>
                  <a:cubicBezTo>
                    <a:pt x="2236" y="1"/>
                    <a:pt x="2946" y="963"/>
                    <a:pt x="4208" y="1143"/>
                  </a:cubicBezTo>
                  <a:cubicBezTo>
                    <a:pt x="4208" y="1143"/>
                    <a:pt x="2170" y="2105"/>
                    <a:pt x="1083" y="2112"/>
                  </a:cubicBezTo>
                  <a:cubicBezTo>
                    <a:pt x="0" y="2120"/>
                    <a:pt x="875" y="3771"/>
                    <a:pt x="2771" y="4048"/>
                  </a:cubicBezTo>
                  <a:cubicBezTo>
                    <a:pt x="3319" y="4129"/>
                    <a:pt x="3742" y="4171"/>
                    <a:pt x="4122" y="4171"/>
                  </a:cubicBezTo>
                  <a:cubicBezTo>
                    <a:pt x="5061" y="4171"/>
                    <a:pt x="5735" y="3916"/>
                    <a:pt x="7354" y="3363"/>
                  </a:cubicBezTo>
                  <a:lnTo>
                    <a:pt x="6180" y="5"/>
                  </a:lnTo>
                  <a:cubicBezTo>
                    <a:pt x="6180" y="5"/>
                    <a:pt x="4923" y="39"/>
                    <a:pt x="3912" y="39"/>
                  </a:cubicBezTo>
                  <a:cubicBezTo>
                    <a:pt x="3406" y="39"/>
                    <a:pt x="2962" y="31"/>
                    <a:pt x="2768" y="5"/>
                  </a:cubicBezTo>
                  <a:cubicBezTo>
                    <a:pt x="2747" y="2"/>
                    <a:pt x="2727" y="1"/>
                    <a:pt x="2710" y="1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5"/>
            <p:cNvSpPr/>
            <p:nvPr/>
          </p:nvSpPr>
          <p:spPr>
            <a:xfrm>
              <a:off x="3433525" y="2562100"/>
              <a:ext cx="40300" cy="56625"/>
            </a:xfrm>
            <a:custGeom>
              <a:rect b="b" l="l" r="r" t="t"/>
              <a:pathLst>
                <a:path extrusionOk="0" h="2265" w="1612">
                  <a:moveTo>
                    <a:pt x="193" y="0"/>
                  </a:moveTo>
                  <a:lnTo>
                    <a:pt x="0" y="84"/>
                  </a:lnTo>
                  <a:cubicBezTo>
                    <a:pt x="29" y="153"/>
                    <a:pt x="737" y="1819"/>
                    <a:pt x="1502" y="2264"/>
                  </a:cubicBezTo>
                  <a:lnTo>
                    <a:pt x="1612" y="2082"/>
                  </a:lnTo>
                  <a:cubicBezTo>
                    <a:pt x="904" y="1674"/>
                    <a:pt x="201" y="18"/>
                    <a:pt x="193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5"/>
            <p:cNvSpPr/>
            <p:nvPr/>
          </p:nvSpPr>
          <p:spPr>
            <a:xfrm>
              <a:off x="3364350" y="2575850"/>
              <a:ext cx="78025" cy="24275"/>
            </a:xfrm>
            <a:custGeom>
              <a:rect b="b" l="l" r="r" t="t"/>
              <a:pathLst>
                <a:path extrusionOk="0" h="971" w="3121">
                  <a:moveTo>
                    <a:pt x="3033" y="1"/>
                  </a:moveTo>
                  <a:cubicBezTo>
                    <a:pt x="3015" y="8"/>
                    <a:pt x="1440" y="723"/>
                    <a:pt x="0" y="759"/>
                  </a:cubicBezTo>
                  <a:lnTo>
                    <a:pt x="4" y="971"/>
                  </a:lnTo>
                  <a:cubicBezTo>
                    <a:pt x="1491" y="934"/>
                    <a:pt x="3055" y="223"/>
                    <a:pt x="3121" y="194"/>
                  </a:cubicBezTo>
                  <a:lnTo>
                    <a:pt x="3033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5"/>
            <p:cNvSpPr/>
            <p:nvPr/>
          </p:nvSpPr>
          <p:spPr>
            <a:xfrm>
              <a:off x="3379200" y="2591800"/>
              <a:ext cx="71650" cy="26475"/>
            </a:xfrm>
            <a:custGeom>
              <a:rect b="b" l="l" r="r" t="t"/>
              <a:pathLst>
                <a:path extrusionOk="0" h="1059" w="2866">
                  <a:moveTo>
                    <a:pt x="2789" y="1"/>
                  </a:moveTo>
                  <a:cubicBezTo>
                    <a:pt x="2782" y="4"/>
                    <a:pt x="2764" y="12"/>
                    <a:pt x="2731" y="26"/>
                  </a:cubicBezTo>
                  <a:cubicBezTo>
                    <a:pt x="1532" y="556"/>
                    <a:pt x="575" y="847"/>
                    <a:pt x="34" y="847"/>
                  </a:cubicBezTo>
                  <a:cubicBezTo>
                    <a:pt x="24" y="847"/>
                    <a:pt x="14" y="847"/>
                    <a:pt x="4" y="847"/>
                  </a:cubicBezTo>
                  <a:lnTo>
                    <a:pt x="0" y="1058"/>
                  </a:lnTo>
                  <a:lnTo>
                    <a:pt x="33" y="1058"/>
                  </a:lnTo>
                  <a:cubicBezTo>
                    <a:pt x="802" y="1058"/>
                    <a:pt x="2100" y="537"/>
                    <a:pt x="2815" y="220"/>
                  </a:cubicBezTo>
                  <a:cubicBezTo>
                    <a:pt x="2844" y="209"/>
                    <a:pt x="2859" y="201"/>
                    <a:pt x="2866" y="198"/>
                  </a:cubicBezTo>
                  <a:lnTo>
                    <a:pt x="2789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5"/>
            <p:cNvSpPr/>
            <p:nvPr/>
          </p:nvSpPr>
          <p:spPr>
            <a:xfrm>
              <a:off x="3407625" y="2605300"/>
              <a:ext cx="53625" cy="25350"/>
            </a:xfrm>
            <a:custGeom>
              <a:rect b="b" l="l" r="r" t="t"/>
              <a:pathLst>
                <a:path extrusionOk="0" h="1014" w="2145">
                  <a:moveTo>
                    <a:pt x="2039" y="0"/>
                  </a:moveTo>
                  <a:cubicBezTo>
                    <a:pt x="2024" y="8"/>
                    <a:pt x="737" y="744"/>
                    <a:pt x="1" y="802"/>
                  </a:cubicBezTo>
                  <a:lnTo>
                    <a:pt x="19" y="1014"/>
                  </a:lnTo>
                  <a:cubicBezTo>
                    <a:pt x="799" y="952"/>
                    <a:pt x="2090" y="215"/>
                    <a:pt x="2145" y="183"/>
                  </a:cubicBezTo>
                  <a:lnTo>
                    <a:pt x="2039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5"/>
            <p:cNvSpPr/>
            <p:nvPr/>
          </p:nvSpPr>
          <p:spPr>
            <a:xfrm>
              <a:off x="3448375" y="2555250"/>
              <a:ext cx="45425" cy="24100"/>
            </a:xfrm>
            <a:custGeom>
              <a:rect b="b" l="l" r="r" t="t"/>
              <a:pathLst>
                <a:path extrusionOk="0" h="964" w="1817">
                  <a:moveTo>
                    <a:pt x="183" y="1"/>
                  </a:moveTo>
                  <a:lnTo>
                    <a:pt x="92" y="56"/>
                  </a:lnTo>
                  <a:lnTo>
                    <a:pt x="184" y="2"/>
                  </a:lnTo>
                  <a:lnTo>
                    <a:pt x="184" y="2"/>
                  </a:lnTo>
                  <a:cubicBezTo>
                    <a:pt x="184" y="2"/>
                    <a:pt x="184" y="2"/>
                    <a:pt x="184" y="2"/>
                  </a:cubicBezTo>
                  <a:lnTo>
                    <a:pt x="184" y="2"/>
                  </a:lnTo>
                  <a:lnTo>
                    <a:pt x="186" y="1"/>
                  </a:lnTo>
                  <a:lnTo>
                    <a:pt x="184" y="2"/>
                  </a:lnTo>
                  <a:lnTo>
                    <a:pt x="184" y="2"/>
                  </a:lnTo>
                  <a:cubicBezTo>
                    <a:pt x="183" y="2"/>
                    <a:pt x="183" y="1"/>
                    <a:pt x="183" y="1"/>
                  </a:cubicBezTo>
                  <a:close/>
                  <a:moveTo>
                    <a:pt x="184" y="2"/>
                  </a:moveTo>
                  <a:lnTo>
                    <a:pt x="1" y="110"/>
                  </a:lnTo>
                  <a:cubicBezTo>
                    <a:pt x="8" y="117"/>
                    <a:pt x="515" y="963"/>
                    <a:pt x="1466" y="963"/>
                  </a:cubicBezTo>
                  <a:cubicBezTo>
                    <a:pt x="1579" y="963"/>
                    <a:pt x="1696" y="952"/>
                    <a:pt x="1816" y="927"/>
                  </a:cubicBezTo>
                  <a:lnTo>
                    <a:pt x="1772" y="719"/>
                  </a:lnTo>
                  <a:cubicBezTo>
                    <a:pt x="1663" y="741"/>
                    <a:pt x="1560" y="751"/>
                    <a:pt x="1462" y="751"/>
                  </a:cubicBezTo>
                  <a:cubicBezTo>
                    <a:pt x="646" y="751"/>
                    <a:pt x="216" y="54"/>
                    <a:pt x="184" y="2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5"/>
            <p:cNvSpPr/>
            <p:nvPr/>
          </p:nvSpPr>
          <p:spPr>
            <a:xfrm>
              <a:off x="3493225" y="2528050"/>
              <a:ext cx="57625" cy="84100"/>
            </a:xfrm>
            <a:custGeom>
              <a:rect b="b" l="l" r="r" t="t"/>
              <a:pathLst>
                <a:path extrusionOk="0" h="3364" w="2305">
                  <a:moveTo>
                    <a:pt x="491" y="1"/>
                  </a:moveTo>
                  <a:cubicBezTo>
                    <a:pt x="354" y="1"/>
                    <a:pt x="270" y="6"/>
                    <a:pt x="270" y="6"/>
                  </a:cubicBezTo>
                  <a:lnTo>
                    <a:pt x="0" y="239"/>
                  </a:lnTo>
                  <a:lnTo>
                    <a:pt x="1444" y="3364"/>
                  </a:lnTo>
                  <a:lnTo>
                    <a:pt x="2304" y="382"/>
                  </a:lnTo>
                  <a:cubicBezTo>
                    <a:pt x="1711" y="44"/>
                    <a:pt x="882" y="1"/>
                    <a:pt x="491" y="1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5"/>
            <p:cNvSpPr/>
            <p:nvPr/>
          </p:nvSpPr>
          <p:spPr>
            <a:xfrm>
              <a:off x="4215250" y="2538850"/>
              <a:ext cx="183875" cy="104275"/>
            </a:xfrm>
            <a:custGeom>
              <a:rect b="b" l="l" r="r" t="t"/>
              <a:pathLst>
                <a:path extrusionOk="0" h="4171" w="7355">
                  <a:moveTo>
                    <a:pt x="4641" y="0"/>
                  </a:moveTo>
                  <a:cubicBezTo>
                    <a:pt x="4624" y="0"/>
                    <a:pt x="4604" y="2"/>
                    <a:pt x="4584" y="4"/>
                  </a:cubicBezTo>
                  <a:cubicBezTo>
                    <a:pt x="4389" y="30"/>
                    <a:pt x="3946" y="38"/>
                    <a:pt x="3441" y="38"/>
                  </a:cubicBezTo>
                  <a:cubicBezTo>
                    <a:pt x="2431" y="38"/>
                    <a:pt x="1175" y="4"/>
                    <a:pt x="1175" y="4"/>
                  </a:cubicBezTo>
                  <a:lnTo>
                    <a:pt x="1" y="3362"/>
                  </a:lnTo>
                  <a:cubicBezTo>
                    <a:pt x="1618" y="3915"/>
                    <a:pt x="2290" y="4170"/>
                    <a:pt x="3229" y="4170"/>
                  </a:cubicBezTo>
                  <a:cubicBezTo>
                    <a:pt x="3609" y="4170"/>
                    <a:pt x="4033" y="4128"/>
                    <a:pt x="4580" y="4047"/>
                  </a:cubicBezTo>
                  <a:cubicBezTo>
                    <a:pt x="6479" y="3770"/>
                    <a:pt x="7354" y="2119"/>
                    <a:pt x="6268" y="2111"/>
                  </a:cubicBezTo>
                  <a:cubicBezTo>
                    <a:pt x="5181" y="2104"/>
                    <a:pt x="3143" y="1142"/>
                    <a:pt x="3143" y="1142"/>
                  </a:cubicBezTo>
                  <a:cubicBezTo>
                    <a:pt x="4405" y="962"/>
                    <a:pt x="5115" y="0"/>
                    <a:pt x="4641" y="0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5"/>
            <p:cNvSpPr/>
            <p:nvPr/>
          </p:nvSpPr>
          <p:spPr>
            <a:xfrm>
              <a:off x="4270775" y="2572850"/>
              <a:ext cx="40300" cy="56625"/>
            </a:xfrm>
            <a:custGeom>
              <a:rect b="b" l="l" r="r" t="t"/>
              <a:pathLst>
                <a:path extrusionOk="0" h="2265" w="1612">
                  <a:moveTo>
                    <a:pt x="1415" y="0"/>
                  </a:moveTo>
                  <a:cubicBezTo>
                    <a:pt x="1407" y="19"/>
                    <a:pt x="704" y="1674"/>
                    <a:pt x="0" y="2082"/>
                  </a:cubicBezTo>
                  <a:lnTo>
                    <a:pt x="106" y="2264"/>
                  </a:lnTo>
                  <a:cubicBezTo>
                    <a:pt x="871" y="1820"/>
                    <a:pt x="1582" y="154"/>
                    <a:pt x="1612" y="84"/>
                  </a:cubicBezTo>
                  <a:lnTo>
                    <a:pt x="1415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5"/>
            <p:cNvSpPr/>
            <p:nvPr/>
          </p:nvSpPr>
          <p:spPr>
            <a:xfrm>
              <a:off x="4302125" y="2586600"/>
              <a:ext cx="78025" cy="24275"/>
            </a:xfrm>
            <a:custGeom>
              <a:rect b="b" l="l" r="r" t="t"/>
              <a:pathLst>
                <a:path extrusionOk="0" h="971" w="3121">
                  <a:moveTo>
                    <a:pt x="91" y="1"/>
                  </a:moveTo>
                  <a:lnTo>
                    <a:pt x="0" y="194"/>
                  </a:lnTo>
                  <a:cubicBezTo>
                    <a:pt x="66" y="227"/>
                    <a:pt x="1630" y="934"/>
                    <a:pt x="3117" y="971"/>
                  </a:cubicBezTo>
                  <a:lnTo>
                    <a:pt x="3121" y="759"/>
                  </a:lnTo>
                  <a:cubicBezTo>
                    <a:pt x="1681" y="723"/>
                    <a:pt x="106" y="8"/>
                    <a:pt x="91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5"/>
            <p:cNvSpPr/>
            <p:nvPr/>
          </p:nvSpPr>
          <p:spPr>
            <a:xfrm>
              <a:off x="4293650" y="2602550"/>
              <a:ext cx="71650" cy="26475"/>
            </a:xfrm>
            <a:custGeom>
              <a:rect b="b" l="l" r="r" t="t"/>
              <a:pathLst>
                <a:path extrusionOk="0" h="1059" w="2866">
                  <a:moveTo>
                    <a:pt x="77" y="1"/>
                  </a:moveTo>
                  <a:lnTo>
                    <a:pt x="0" y="198"/>
                  </a:lnTo>
                  <a:cubicBezTo>
                    <a:pt x="7" y="201"/>
                    <a:pt x="26" y="209"/>
                    <a:pt x="51" y="220"/>
                  </a:cubicBezTo>
                  <a:cubicBezTo>
                    <a:pt x="766" y="537"/>
                    <a:pt x="2064" y="1058"/>
                    <a:pt x="2833" y="1058"/>
                  </a:cubicBezTo>
                  <a:lnTo>
                    <a:pt x="2866" y="1058"/>
                  </a:lnTo>
                  <a:lnTo>
                    <a:pt x="2862" y="847"/>
                  </a:lnTo>
                  <a:cubicBezTo>
                    <a:pt x="2852" y="847"/>
                    <a:pt x="2843" y="847"/>
                    <a:pt x="2833" y="847"/>
                  </a:cubicBezTo>
                  <a:cubicBezTo>
                    <a:pt x="2291" y="847"/>
                    <a:pt x="1338" y="556"/>
                    <a:pt x="135" y="26"/>
                  </a:cubicBezTo>
                  <a:cubicBezTo>
                    <a:pt x="106" y="12"/>
                    <a:pt x="84" y="5"/>
                    <a:pt x="77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5"/>
            <p:cNvSpPr/>
            <p:nvPr/>
          </p:nvSpPr>
          <p:spPr>
            <a:xfrm>
              <a:off x="4283350" y="2616050"/>
              <a:ext cx="53525" cy="25375"/>
            </a:xfrm>
            <a:custGeom>
              <a:rect b="b" l="l" r="r" t="t"/>
              <a:pathLst>
                <a:path extrusionOk="0" h="1015" w="2141">
                  <a:moveTo>
                    <a:pt x="106" y="1"/>
                  </a:moveTo>
                  <a:lnTo>
                    <a:pt x="0" y="183"/>
                  </a:lnTo>
                  <a:cubicBezTo>
                    <a:pt x="51" y="216"/>
                    <a:pt x="1342" y="952"/>
                    <a:pt x="2122" y="1014"/>
                  </a:cubicBezTo>
                  <a:lnTo>
                    <a:pt x="2140" y="803"/>
                  </a:lnTo>
                  <a:cubicBezTo>
                    <a:pt x="1407" y="744"/>
                    <a:pt x="117" y="8"/>
                    <a:pt x="106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5"/>
            <p:cNvSpPr/>
            <p:nvPr/>
          </p:nvSpPr>
          <p:spPr>
            <a:xfrm>
              <a:off x="4250725" y="2566100"/>
              <a:ext cx="45400" cy="24000"/>
            </a:xfrm>
            <a:custGeom>
              <a:rect b="b" l="l" r="r" t="t"/>
              <a:pathLst>
                <a:path extrusionOk="0" h="960" w="1816">
                  <a:moveTo>
                    <a:pt x="1633" y="1"/>
                  </a:moveTo>
                  <a:cubicBezTo>
                    <a:pt x="1614" y="33"/>
                    <a:pt x="1180" y="748"/>
                    <a:pt x="354" y="748"/>
                  </a:cubicBezTo>
                  <a:cubicBezTo>
                    <a:pt x="256" y="748"/>
                    <a:pt x="153" y="738"/>
                    <a:pt x="44" y="715"/>
                  </a:cubicBezTo>
                  <a:lnTo>
                    <a:pt x="0" y="923"/>
                  </a:lnTo>
                  <a:cubicBezTo>
                    <a:pt x="124" y="949"/>
                    <a:pt x="241" y="959"/>
                    <a:pt x="350" y="959"/>
                  </a:cubicBezTo>
                  <a:cubicBezTo>
                    <a:pt x="1305" y="959"/>
                    <a:pt x="1808" y="117"/>
                    <a:pt x="1816" y="106"/>
                  </a:cubicBezTo>
                  <a:lnTo>
                    <a:pt x="1633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5"/>
            <p:cNvSpPr/>
            <p:nvPr/>
          </p:nvSpPr>
          <p:spPr>
            <a:xfrm>
              <a:off x="4193650" y="2538800"/>
              <a:ext cx="57625" cy="84100"/>
            </a:xfrm>
            <a:custGeom>
              <a:rect b="b" l="l" r="r" t="t"/>
              <a:pathLst>
                <a:path extrusionOk="0" h="3364" w="2305">
                  <a:moveTo>
                    <a:pt x="1817" y="1"/>
                  </a:moveTo>
                  <a:cubicBezTo>
                    <a:pt x="1425" y="1"/>
                    <a:pt x="594" y="45"/>
                    <a:pt x="1" y="382"/>
                  </a:cubicBezTo>
                  <a:lnTo>
                    <a:pt x="865" y="3364"/>
                  </a:lnTo>
                  <a:lnTo>
                    <a:pt x="2305" y="240"/>
                  </a:lnTo>
                  <a:lnTo>
                    <a:pt x="2039" y="6"/>
                  </a:lnTo>
                  <a:cubicBezTo>
                    <a:pt x="2039" y="6"/>
                    <a:pt x="1955" y="1"/>
                    <a:pt x="1817" y="1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5"/>
            <p:cNvSpPr/>
            <p:nvPr/>
          </p:nvSpPr>
          <p:spPr>
            <a:xfrm>
              <a:off x="3889050" y="2473150"/>
              <a:ext cx="52800" cy="46575"/>
            </a:xfrm>
            <a:custGeom>
              <a:rect b="b" l="l" r="r" t="t"/>
              <a:pathLst>
                <a:path extrusionOk="0" h="1863" w="2112">
                  <a:moveTo>
                    <a:pt x="1" y="0"/>
                  </a:moveTo>
                  <a:lnTo>
                    <a:pt x="1" y="1404"/>
                  </a:lnTo>
                  <a:cubicBezTo>
                    <a:pt x="1" y="1659"/>
                    <a:pt x="205" y="1863"/>
                    <a:pt x="460" y="1863"/>
                  </a:cubicBezTo>
                  <a:lnTo>
                    <a:pt x="1652" y="1863"/>
                  </a:lnTo>
                  <a:cubicBezTo>
                    <a:pt x="1904" y="1863"/>
                    <a:pt x="2112" y="1659"/>
                    <a:pt x="2112" y="1404"/>
                  </a:cubicBezTo>
                  <a:lnTo>
                    <a:pt x="2112" y="0"/>
                  </a:lnTo>
                  <a:close/>
                </a:path>
              </a:pathLst>
            </a:custGeom>
            <a:solidFill>
              <a:srgbClr val="FFD148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5"/>
            <p:cNvSpPr/>
            <p:nvPr/>
          </p:nvSpPr>
          <p:spPr>
            <a:xfrm>
              <a:off x="3886400" y="2470500"/>
              <a:ext cx="58100" cy="51875"/>
            </a:xfrm>
            <a:custGeom>
              <a:rect b="b" l="l" r="r" t="t"/>
              <a:pathLst>
                <a:path extrusionOk="0" h="2075" w="2324">
                  <a:moveTo>
                    <a:pt x="2112" y="212"/>
                  </a:moveTo>
                  <a:lnTo>
                    <a:pt x="2112" y="1477"/>
                  </a:lnTo>
                  <a:cubicBezTo>
                    <a:pt x="2112" y="1688"/>
                    <a:pt x="1937" y="1863"/>
                    <a:pt x="1725" y="1863"/>
                  </a:cubicBezTo>
                  <a:lnTo>
                    <a:pt x="599" y="1863"/>
                  </a:lnTo>
                  <a:cubicBezTo>
                    <a:pt x="384" y="1863"/>
                    <a:pt x="212" y="1688"/>
                    <a:pt x="212" y="1477"/>
                  </a:cubicBezTo>
                  <a:lnTo>
                    <a:pt x="212" y="212"/>
                  </a:lnTo>
                  <a:close/>
                  <a:moveTo>
                    <a:pt x="1" y="0"/>
                  </a:moveTo>
                  <a:lnTo>
                    <a:pt x="1" y="1477"/>
                  </a:lnTo>
                  <a:cubicBezTo>
                    <a:pt x="1" y="1809"/>
                    <a:pt x="267" y="2075"/>
                    <a:pt x="599" y="2075"/>
                  </a:cubicBezTo>
                  <a:lnTo>
                    <a:pt x="1725" y="2075"/>
                  </a:lnTo>
                  <a:cubicBezTo>
                    <a:pt x="2054" y="2075"/>
                    <a:pt x="2323" y="1809"/>
                    <a:pt x="2323" y="1477"/>
                  </a:cubicBezTo>
                  <a:lnTo>
                    <a:pt x="2323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5"/>
            <p:cNvSpPr/>
            <p:nvPr/>
          </p:nvSpPr>
          <p:spPr>
            <a:xfrm>
              <a:off x="3767750" y="2466025"/>
              <a:ext cx="25" cy="83700"/>
            </a:xfrm>
            <a:custGeom>
              <a:rect b="b" l="l" r="r" t="t"/>
              <a:pathLst>
                <a:path extrusionOk="0" h="3348" w="1">
                  <a:moveTo>
                    <a:pt x="0" y="3347"/>
                  </a:moveTo>
                  <a:lnTo>
                    <a:pt x="0" y="1"/>
                  </a:lnTo>
                </a:path>
              </a:pathLst>
            </a:custGeom>
            <a:solidFill>
              <a:srgbClr val="8383FD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5"/>
            <p:cNvSpPr/>
            <p:nvPr/>
          </p:nvSpPr>
          <p:spPr>
            <a:xfrm>
              <a:off x="3765100" y="2466025"/>
              <a:ext cx="5300" cy="83700"/>
            </a:xfrm>
            <a:custGeom>
              <a:rect b="b" l="l" r="r" t="t"/>
              <a:pathLst>
                <a:path extrusionOk="0" h="3348" w="212">
                  <a:moveTo>
                    <a:pt x="0" y="1"/>
                  </a:moveTo>
                  <a:lnTo>
                    <a:pt x="0" y="3347"/>
                  </a:lnTo>
                  <a:lnTo>
                    <a:pt x="212" y="3347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15"/>
            <p:cNvSpPr/>
            <p:nvPr/>
          </p:nvSpPr>
          <p:spPr>
            <a:xfrm>
              <a:off x="3968075" y="2466025"/>
              <a:ext cx="25" cy="83700"/>
            </a:xfrm>
            <a:custGeom>
              <a:rect b="b" l="l" r="r" t="t"/>
              <a:pathLst>
                <a:path extrusionOk="0" h="3348" w="1">
                  <a:moveTo>
                    <a:pt x="1" y="3347"/>
                  </a:moveTo>
                  <a:lnTo>
                    <a:pt x="1" y="1"/>
                  </a:lnTo>
                </a:path>
              </a:pathLst>
            </a:custGeom>
            <a:solidFill>
              <a:srgbClr val="8383FD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5"/>
            <p:cNvSpPr/>
            <p:nvPr/>
          </p:nvSpPr>
          <p:spPr>
            <a:xfrm>
              <a:off x="3965425" y="2466025"/>
              <a:ext cx="5400" cy="83700"/>
            </a:xfrm>
            <a:custGeom>
              <a:rect b="b" l="l" r="r" t="t"/>
              <a:pathLst>
                <a:path extrusionOk="0" h="3348" w="216">
                  <a:moveTo>
                    <a:pt x="1" y="1"/>
                  </a:moveTo>
                  <a:lnTo>
                    <a:pt x="1" y="3347"/>
                  </a:lnTo>
                  <a:lnTo>
                    <a:pt x="216" y="3347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5"/>
            <p:cNvSpPr/>
            <p:nvPr/>
          </p:nvSpPr>
          <p:spPr>
            <a:xfrm>
              <a:off x="3820600" y="2309725"/>
              <a:ext cx="94825" cy="94800"/>
            </a:xfrm>
            <a:custGeom>
              <a:rect b="b" l="l" r="r" t="t"/>
              <a:pathLst>
                <a:path extrusionOk="0" h="3792" w="3793">
                  <a:moveTo>
                    <a:pt x="1897" y="0"/>
                  </a:moveTo>
                  <a:cubicBezTo>
                    <a:pt x="850" y="0"/>
                    <a:pt x="1" y="850"/>
                    <a:pt x="1" y="1896"/>
                  </a:cubicBezTo>
                  <a:cubicBezTo>
                    <a:pt x="1" y="2527"/>
                    <a:pt x="307" y="3085"/>
                    <a:pt x="781" y="3427"/>
                  </a:cubicBezTo>
                  <a:cubicBezTo>
                    <a:pt x="1094" y="3657"/>
                    <a:pt x="1477" y="3792"/>
                    <a:pt x="1897" y="3792"/>
                  </a:cubicBezTo>
                  <a:cubicBezTo>
                    <a:pt x="2308" y="3792"/>
                    <a:pt x="2691" y="3661"/>
                    <a:pt x="3005" y="3435"/>
                  </a:cubicBezTo>
                  <a:cubicBezTo>
                    <a:pt x="3482" y="3092"/>
                    <a:pt x="3792" y="2530"/>
                    <a:pt x="3792" y="1896"/>
                  </a:cubicBezTo>
                  <a:cubicBezTo>
                    <a:pt x="3792" y="850"/>
                    <a:pt x="2943" y="0"/>
                    <a:pt x="1897" y="0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5"/>
            <p:cNvSpPr/>
            <p:nvPr/>
          </p:nvSpPr>
          <p:spPr>
            <a:xfrm>
              <a:off x="3836750" y="2308500"/>
              <a:ext cx="62275" cy="12825"/>
            </a:xfrm>
            <a:custGeom>
              <a:rect b="b" l="l" r="r" t="t"/>
              <a:pathLst>
                <a:path extrusionOk="0" h="513" w="2491">
                  <a:moveTo>
                    <a:pt x="1255" y="0"/>
                  </a:moveTo>
                  <a:cubicBezTo>
                    <a:pt x="517" y="0"/>
                    <a:pt x="0" y="512"/>
                    <a:pt x="0" y="512"/>
                  </a:cubicBezTo>
                  <a:lnTo>
                    <a:pt x="2490" y="512"/>
                  </a:lnTo>
                  <a:cubicBezTo>
                    <a:pt x="2048" y="128"/>
                    <a:pt x="1624" y="0"/>
                    <a:pt x="1255" y="0"/>
                  </a:cubicBezTo>
                  <a:close/>
                </a:path>
              </a:pathLst>
            </a:custGeom>
            <a:solidFill>
              <a:srgbClr val="CA5A47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5"/>
            <p:cNvSpPr/>
            <p:nvPr/>
          </p:nvSpPr>
          <p:spPr>
            <a:xfrm>
              <a:off x="3843300" y="2347100"/>
              <a:ext cx="12975" cy="5300"/>
            </a:xfrm>
            <a:custGeom>
              <a:rect b="b" l="l" r="r" t="t"/>
              <a:pathLst>
                <a:path extrusionOk="0" h="212" w="519">
                  <a:moveTo>
                    <a:pt x="106" y="0"/>
                  </a:moveTo>
                  <a:cubicBezTo>
                    <a:pt x="48" y="0"/>
                    <a:pt x="1" y="47"/>
                    <a:pt x="1" y="106"/>
                  </a:cubicBezTo>
                  <a:cubicBezTo>
                    <a:pt x="1" y="164"/>
                    <a:pt x="48" y="211"/>
                    <a:pt x="106" y="211"/>
                  </a:cubicBezTo>
                  <a:lnTo>
                    <a:pt x="412" y="211"/>
                  </a:lnTo>
                  <a:cubicBezTo>
                    <a:pt x="471" y="211"/>
                    <a:pt x="518" y="164"/>
                    <a:pt x="518" y="106"/>
                  </a:cubicBezTo>
                  <a:cubicBezTo>
                    <a:pt x="518" y="47"/>
                    <a:pt x="471" y="0"/>
                    <a:pt x="412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5"/>
            <p:cNvSpPr/>
            <p:nvPr/>
          </p:nvSpPr>
          <p:spPr>
            <a:xfrm>
              <a:off x="3879300" y="2347100"/>
              <a:ext cx="13325" cy="5300"/>
            </a:xfrm>
            <a:custGeom>
              <a:rect b="b" l="l" r="r" t="t"/>
              <a:pathLst>
                <a:path extrusionOk="0" h="212" w="533">
                  <a:moveTo>
                    <a:pt x="106" y="0"/>
                  </a:moveTo>
                  <a:cubicBezTo>
                    <a:pt x="48" y="0"/>
                    <a:pt x="1" y="47"/>
                    <a:pt x="1" y="106"/>
                  </a:cubicBezTo>
                  <a:cubicBezTo>
                    <a:pt x="1" y="164"/>
                    <a:pt x="48" y="211"/>
                    <a:pt x="106" y="211"/>
                  </a:cubicBezTo>
                  <a:lnTo>
                    <a:pt x="427" y="211"/>
                  </a:lnTo>
                  <a:cubicBezTo>
                    <a:pt x="485" y="211"/>
                    <a:pt x="533" y="164"/>
                    <a:pt x="533" y="106"/>
                  </a:cubicBezTo>
                  <a:cubicBezTo>
                    <a:pt x="533" y="47"/>
                    <a:pt x="485" y="0"/>
                    <a:pt x="427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5"/>
            <p:cNvSpPr/>
            <p:nvPr/>
          </p:nvSpPr>
          <p:spPr>
            <a:xfrm>
              <a:off x="3839925" y="2364225"/>
              <a:ext cx="56000" cy="40300"/>
            </a:xfrm>
            <a:custGeom>
              <a:rect b="b" l="l" r="r" t="t"/>
              <a:pathLst>
                <a:path extrusionOk="0" h="1612" w="2240">
                  <a:moveTo>
                    <a:pt x="1120" y="0"/>
                  </a:moveTo>
                  <a:cubicBezTo>
                    <a:pt x="500" y="0"/>
                    <a:pt x="1" y="504"/>
                    <a:pt x="1" y="1120"/>
                  </a:cubicBezTo>
                  <a:cubicBezTo>
                    <a:pt x="1" y="1163"/>
                    <a:pt x="1" y="1207"/>
                    <a:pt x="8" y="1247"/>
                  </a:cubicBezTo>
                  <a:cubicBezTo>
                    <a:pt x="318" y="1477"/>
                    <a:pt x="704" y="1612"/>
                    <a:pt x="1124" y="1612"/>
                  </a:cubicBezTo>
                  <a:cubicBezTo>
                    <a:pt x="1535" y="1612"/>
                    <a:pt x="1918" y="1481"/>
                    <a:pt x="2232" y="1255"/>
                  </a:cubicBezTo>
                  <a:cubicBezTo>
                    <a:pt x="2235" y="1211"/>
                    <a:pt x="2239" y="1167"/>
                    <a:pt x="2239" y="1120"/>
                  </a:cubicBezTo>
                  <a:cubicBezTo>
                    <a:pt x="2239" y="504"/>
                    <a:pt x="1736" y="0"/>
                    <a:pt x="1120" y="0"/>
                  </a:cubicBezTo>
                  <a:close/>
                </a:path>
              </a:pathLst>
            </a:custGeom>
            <a:solidFill>
              <a:srgbClr val="CA5A47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5"/>
            <p:cNvSpPr/>
            <p:nvPr/>
          </p:nvSpPr>
          <p:spPr>
            <a:xfrm>
              <a:off x="3857975" y="2373825"/>
              <a:ext cx="20175" cy="8375"/>
            </a:xfrm>
            <a:custGeom>
              <a:rect b="b" l="l" r="r" t="t"/>
              <a:pathLst>
                <a:path extrusionOk="0" h="335" w="807">
                  <a:moveTo>
                    <a:pt x="681" y="1"/>
                  </a:moveTo>
                  <a:cubicBezTo>
                    <a:pt x="663" y="1"/>
                    <a:pt x="644" y="6"/>
                    <a:pt x="628" y="17"/>
                  </a:cubicBezTo>
                  <a:cubicBezTo>
                    <a:pt x="478" y="113"/>
                    <a:pt x="257" y="124"/>
                    <a:pt x="163" y="124"/>
                  </a:cubicBezTo>
                  <a:cubicBezTo>
                    <a:pt x="135" y="124"/>
                    <a:pt x="118" y="123"/>
                    <a:pt x="117" y="123"/>
                  </a:cubicBezTo>
                  <a:cubicBezTo>
                    <a:pt x="115" y="123"/>
                    <a:pt x="112" y="123"/>
                    <a:pt x="110" y="123"/>
                  </a:cubicBezTo>
                  <a:cubicBezTo>
                    <a:pt x="52" y="123"/>
                    <a:pt x="8" y="166"/>
                    <a:pt x="4" y="222"/>
                  </a:cubicBezTo>
                  <a:cubicBezTo>
                    <a:pt x="0" y="280"/>
                    <a:pt x="44" y="331"/>
                    <a:pt x="103" y="335"/>
                  </a:cubicBezTo>
                  <a:lnTo>
                    <a:pt x="161" y="335"/>
                  </a:lnTo>
                  <a:cubicBezTo>
                    <a:pt x="274" y="335"/>
                    <a:pt x="544" y="320"/>
                    <a:pt x="741" y="196"/>
                  </a:cubicBezTo>
                  <a:cubicBezTo>
                    <a:pt x="788" y="167"/>
                    <a:pt x="806" y="101"/>
                    <a:pt x="773" y="50"/>
                  </a:cubicBezTo>
                  <a:cubicBezTo>
                    <a:pt x="752" y="19"/>
                    <a:pt x="717" y="1"/>
                    <a:pt x="681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5"/>
            <p:cNvSpPr/>
            <p:nvPr/>
          </p:nvSpPr>
          <p:spPr>
            <a:xfrm>
              <a:off x="3910300" y="2344350"/>
              <a:ext cx="21700" cy="21725"/>
            </a:xfrm>
            <a:custGeom>
              <a:rect b="b" l="l" r="r" t="t"/>
              <a:pathLst>
                <a:path extrusionOk="0" h="869" w="868">
                  <a:moveTo>
                    <a:pt x="434" y="1"/>
                  </a:moveTo>
                  <a:cubicBezTo>
                    <a:pt x="193" y="1"/>
                    <a:pt x="0" y="198"/>
                    <a:pt x="0" y="434"/>
                  </a:cubicBezTo>
                  <a:cubicBezTo>
                    <a:pt x="0" y="675"/>
                    <a:pt x="193" y="868"/>
                    <a:pt x="434" y="868"/>
                  </a:cubicBezTo>
                  <a:cubicBezTo>
                    <a:pt x="671" y="868"/>
                    <a:pt x="868" y="675"/>
                    <a:pt x="868" y="434"/>
                  </a:cubicBezTo>
                  <a:cubicBezTo>
                    <a:pt x="868" y="198"/>
                    <a:pt x="671" y="1"/>
                    <a:pt x="434" y="1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5"/>
            <p:cNvSpPr/>
            <p:nvPr/>
          </p:nvSpPr>
          <p:spPr>
            <a:xfrm>
              <a:off x="3803825" y="2344350"/>
              <a:ext cx="21625" cy="21725"/>
            </a:xfrm>
            <a:custGeom>
              <a:rect b="b" l="l" r="r" t="t"/>
              <a:pathLst>
                <a:path extrusionOk="0" h="869" w="865">
                  <a:moveTo>
                    <a:pt x="435" y="1"/>
                  </a:moveTo>
                  <a:cubicBezTo>
                    <a:pt x="194" y="1"/>
                    <a:pt x="1" y="198"/>
                    <a:pt x="1" y="434"/>
                  </a:cubicBezTo>
                  <a:cubicBezTo>
                    <a:pt x="1" y="675"/>
                    <a:pt x="194" y="868"/>
                    <a:pt x="435" y="868"/>
                  </a:cubicBezTo>
                  <a:cubicBezTo>
                    <a:pt x="672" y="868"/>
                    <a:pt x="865" y="675"/>
                    <a:pt x="865" y="434"/>
                  </a:cubicBezTo>
                  <a:cubicBezTo>
                    <a:pt x="865" y="198"/>
                    <a:pt x="672" y="1"/>
                    <a:pt x="435" y="1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5"/>
            <p:cNvSpPr/>
            <p:nvPr/>
          </p:nvSpPr>
          <p:spPr>
            <a:xfrm>
              <a:off x="3957500" y="2162625"/>
              <a:ext cx="386300" cy="200900"/>
            </a:xfrm>
            <a:custGeom>
              <a:rect b="b" l="l" r="r" t="t"/>
              <a:pathLst>
                <a:path extrusionOk="0" h="8036" w="15452">
                  <a:moveTo>
                    <a:pt x="12870" y="91"/>
                  </a:moveTo>
                  <a:cubicBezTo>
                    <a:pt x="14245" y="91"/>
                    <a:pt x="15360" y="1207"/>
                    <a:pt x="15360" y="2581"/>
                  </a:cubicBezTo>
                  <a:cubicBezTo>
                    <a:pt x="15360" y="3959"/>
                    <a:pt x="14245" y="5075"/>
                    <a:pt x="12870" y="5075"/>
                  </a:cubicBezTo>
                  <a:lnTo>
                    <a:pt x="6239" y="5075"/>
                  </a:lnTo>
                  <a:lnTo>
                    <a:pt x="6217" y="5093"/>
                  </a:lnTo>
                  <a:lnTo>
                    <a:pt x="2564" y="7769"/>
                  </a:lnTo>
                  <a:lnTo>
                    <a:pt x="2564" y="7769"/>
                  </a:lnTo>
                  <a:lnTo>
                    <a:pt x="3643" y="5203"/>
                  </a:lnTo>
                  <a:lnTo>
                    <a:pt x="3694" y="5075"/>
                  </a:lnTo>
                  <a:lnTo>
                    <a:pt x="2585" y="5075"/>
                  </a:lnTo>
                  <a:cubicBezTo>
                    <a:pt x="1211" y="5075"/>
                    <a:pt x="92" y="3959"/>
                    <a:pt x="92" y="2581"/>
                  </a:cubicBezTo>
                  <a:cubicBezTo>
                    <a:pt x="92" y="1207"/>
                    <a:pt x="1211" y="91"/>
                    <a:pt x="2585" y="91"/>
                  </a:cubicBezTo>
                  <a:close/>
                  <a:moveTo>
                    <a:pt x="2585" y="0"/>
                  </a:moveTo>
                  <a:cubicBezTo>
                    <a:pt x="1160" y="0"/>
                    <a:pt x="1" y="1156"/>
                    <a:pt x="1" y="2581"/>
                  </a:cubicBezTo>
                  <a:cubicBezTo>
                    <a:pt x="1" y="4010"/>
                    <a:pt x="1160" y="5166"/>
                    <a:pt x="2585" y="5166"/>
                  </a:cubicBezTo>
                  <a:lnTo>
                    <a:pt x="3559" y="5166"/>
                  </a:lnTo>
                  <a:lnTo>
                    <a:pt x="2352" y="8035"/>
                  </a:lnTo>
                  <a:lnTo>
                    <a:pt x="2352" y="8035"/>
                  </a:lnTo>
                  <a:lnTo>
                    <a:pt x="6268" y="5166"/>
                  </a:lnTo>
                  <a:lnTo>
                    <a:pt x="12870" y="5166"/>
                  </a:lnTo>
                  <a:cubicBezTo>
                    <a:pt x="14296" y="5166"/>
                    <a:pt x="15451" y="4010"/>
                    <a:pt x="15451" y="2581"/>
                  </a:cubicBezTo>
                  <a:cubicBezTo>
                    <a:pt x="15451" y="1156"/>
                    <a:pt x="14296" y="0"/>
                    <a:pt x="12870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5"/>
            <p:cNvSpPr/>
            <p:nvPr/>
          </p:nvSpPr>
          <p:spPr>
            <a:xfrm>
              <a:off x="3557200" y="2171175"/>
              <a:ext cx="134200" cy="178125"/>
            </a:xfrm>
            <a:custGeom>
              <a:rect b="b" l="l" r="r" t="t"/>
              <a:pathLst>
                <a:path extrusionOk="0" h="7125" w="5368">
                  <a:moveTo>
                    <a:pt x="2684" y="1"/>
                  </a:moveTo>
                  <a:cubicBezTo>
                    <a:pt x="2684" y="1"/>
                    <a:pt x="2615" y="3563"/>
                    <a:pt x="1" y="3563"/>
                  </a:cubicBezTo>
                  <a:cubicBezTo>
                    <a:pt x="2615" y="3563"/>
                    <a:pt x="2684" y="7125"/>
                    <a:pt x="2684" y="7125"/>
                  </a:cubicBezTo>
                  <a:cubicBezTo>
                    <a:pt x="2684" y="7125"/>
                    <a:pt x="2753" y="3563"/>
                    <a:pt x="5367" y="3563"/>
                  </a:cubicBezTo>
                  <a:cubicBezTo>
                    <a:pt x="2753" y="3563"/>
                    <a:pt x="2684" y="1"/>
                    <a:pt x="2684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5"/>
            <p:cNvSpPr/>
            <p:nvPr/>
          </p:nvSpPr>
          <p:spPr>
            <a:xfrm>
              <a:off x="3557200" y="2171175"/>
              <a:ext cx="134200" cy="178125"/>
            </a:xfrm>
            <a:custGeom>
              <a:rect b="b" l="l" r="r" t="t"/>
              <a:pathLst>
                <a:path extrusionOk="0" h="7125" w="5368">
                  <a:moveTo>
                    <a:pt x="2684" y="810"/>
                  </a:moveTo>
                  <a:cubicBezTo>
                    <a:pt x="2738" y="1109"/>
                    <a:pt x="2822" y="1459"/>
                    <a:pt x="2961" y="1813"/>
                  </a:cubicBezTo>
                  <a:cubicBezTo>
                    <a:pt x="3322" y="2753"/>
                    <a:pt x="3909" y="3348"/>
                    <a:pt x="4678" y="3563"/>
                  </a:cubicBezTo>
                  <a:cubicBezTo>
                    <a:pt x="3909" y="3778"/>
                    <a:pt x="3322" y="4372"/>
                    <a:pt x="2961" y="5313"/>
                  </a:cubicBezTo>
                  <a:cubicBezTo>
                    <a:pt x="2822" y="5666"/>
                    <a:pt x="2738" y="6016"/>
                    <a:pt x="2684" y="6312"/>
                  </a:cubicBezTo>
                  <a:cubicBezTo>
                    <a:pt x="2629" y="6016"/>
                    <a:pt x="2542" y="5666"/>
                    <a:pt x="2407" y="5313"/>
                  </a:cubicBezTo>
                  <a:cubicBezTo>
                    <a:pt x="2042" y="4372"/>
                    <a:pt x="1455" y="3778"/>
                    <a:pt x="690" y="3563"/>
                  </a:cubicBezTo>
                  <a:cubicBezTo>
                    <a:pt x="1455" y="3348"/>
                    <a:pt x="2042" y="2753"/>
                    <a:pt x="2407" y="1813"/>
                  </a:cubicBezTo>
                  <a:cubicBezTo>
                    <a:pt x="2542" y="1459"/>
                    <a:pt x="2629" y="1109"/>
                    <a:pt x="2684" y="810"/>
                  </a:cubicBezTo>
                  <a:close/>
                  <a:moveTo>
                    <a:pt x="2684" y="1"/>
                  </a:moveTo>
                  <a:cubicBezTo>
                    <a:pt x="2684" y="1"/>
                    <a:pt x="2615" y="3563"/>
                    <a:pt x="1" y="3563"/>
                  </a:cubicBezTo>
                  <a:cubicBezTo>
                    <a:pt x="2615" y="3563"/>
                    <a:pt x="2684" y="7125"/>
                    <a:pt x="2684" y="7125"/>
                  </a:cubicBezTo>
                  <a:cubicBezTo>
                    <a:pt x="2684" y="7125"/>
                    <a:pt x="2753" y="3563"/>
                    <a:pt x="5367" y="3563"/>
                  </a:cubicBezTo>
                  <a:cubicBezTo>
                    <a:pt x="2753" y="3563"/>
                    <a:pt x="2684" y="1"/>
                    <a:pt x="2684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5"/>
            <p:cNvSpPr/>
            <p:nvPr/>
          </p:nvSpPr>
          <p:spPr>
            <a:xfrm>
              <a:off x="3645600" y="2160800"/>
              <a:ext cx="67200" cy="68825"/>
            </a:xfrm>
            <a:custGeom>
              <a:rect b="b" l="l" r="r" t="t"/>
              <a:pathLst>
                <a:path extrusionOk="0" h="2753" w="2688">
                  <a:moveTo>
                    <a:pt x="1343" y="0"/>
                  </a:moveTo>
                  <a:cubicBezTo>
                    <a:pt x="1343" y="0"/>
                    <a:pt x="1310" y="1397"/>
                    <a:pt x="1" y="1397"/>
                  </a:cubicBezTo>
                  <a:cubicBezTo>
                    <a:pt x="1310" y="1397"/>
                    <a:pt x="1343" y="2753"/>
                    <a:pt x="1343" y="2753"/>
                  </a:cubicBezTo>
                  <a:cubicBezTo>
                    <a:pt x="1343" y="2753"/>
                    <a:pt x="1379" y="1397"/>
                    <a:pt x="2688" y="1397"/>
                  </a:cubicBezTo>
                  <a:cubicBezTo>
                    <a:pt x="1379" y="1397"/>
                    <a:pt x="1343" y="0"/>
                    <a:pt x="1343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15"/>
            <p:cNvSpPr/>
            <p:nvPr/>
          </p:nvSpPr>
          <p:spPr>
            <a:xfrm>
              <a:off x="3549275" y="2298425"/>
              <a:ext cx="40125" cy="41025"/>
            </a:xfrm>
            <a:custGeom>
              <a:rect b="b" l="l" r="r" t="t"/>
              <a:pathLst>
                <a:path extrusionOk="0" h="1641" w="1605">
                  <a:moveTo>
                    <a:pt x="802" y="0"/>
                  </a:moveTo>
                  <a:cubicBezTo>
                    <a:pt x="802" y="0"/>
                    <a:pt x="781" y="831"/>
                    <a:pt x="0" y="831"/>
                  </a:cubicBezTo>
                  <a:cubicBezTo>
                    <a:pt x="781" y="831"/>
                    <a:pt x="802" y="1641"/>
                    <a:pt x="802" y="1641"/>
                  </a:cubicBezTo>
                  <a:cubicBezTo>
                    <a:pt x="802" y="1641"/>
                    <a:pt x="824" y="831"/>
                    <a:pt x="1604" y="831"/>
                  </a:cubicBezTo>
                  <a:cubicBezTo>
                    <a:pt x="824" y="831"/>
                    <a:pt x="802" y="0"/>
                    <a:pt x="802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15"/>
            <p:cNvSpPr/>
            <p:nvPr/>
          </p:nvSpPr>
          <p:spPr>
            <a:xfrm>
              <a:off x="4060325" y="1976500"/>
              <a:ext cx="186300" cy="186325"/>
            </a:xfrm>
            <a:custGeom>
              <a:rect b="b" l="l" r="r" t="t"/>
              <a:pathLst>
                <a:path extrusionOk="0" h="7453" w="7452">
                  <a:moveTo>
                    <a:pt x="3726" y="92"/>
                  </a:moveTo>
                  <a:cubicBezTo>
                    <a:pt x="5731" y="92"/>
                    <a:pt x="7361" y="1725"/>
                    <a:pt x="7361" y="3726"/>
                  </a:cubicBezTo>
                  <a:cubicBezTo>
                    <a:pt x="7361" y="5732"/>
                    <a:pt x="5731" y="7361"/>
                    <a:pt x="3726" y="7361"/>
                  </a:cubicBezTo>
                  <a:cubicBezTo>
                    <a:pt x="1721" y="7361"/>
                    <a:pt x="91" y="5732"/>
                    <a:pt x="91" y="3726"/>
                  </a:cubicBezTo>
                  <a:cubicBezTo>
                    <a:pt x="91" y="1725"/>
                    <a:pt x="1721" y="92"/>
                    <a:pt x="3726" y="92"/>
                  </a:cubicBezTo>
                  <a:close/>
                  <a:moveTo>
                    <a:pt x="3726" y="1"/>
                  </a:moveTo>
                  <a:cubicBezTo>
                    <a:pt x="1666" y="1"/>
                    <a:pt x="0" y="1670"/>
                    <a:pt x="0" y="3726"/>
                  </a:cubicBezTo>
                  <a:cubicBezTo>
                    <a:pt x="0" y="5786"/>
                    <a:pt x="1666" y="7452"/>
                    <a:pt x="3726" y="7452"/>
                  </a:cubicBezTo>
                  <a:cubicBezTo>
                    <a:pt x="5782" y="7452"/>
                    <a:pt x="7452" y="5786"/>
                    <a:pt x="7452" y="3726"/>
                  </a:cubicBezTo>
                  <a:cubicBezTo>
                    <a:pt x="7452" y="1670"/>
                    <a:pt x="5782" y="1"/>
                    <a:pt x="3726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5"/>
            <p:cNvSpPr/>
            <p:nvPr/>
          </p:nvSpPr>
          <p:spPr>
            <a:xfrm>
              <a:off x="4030600" y="2118875"/>
              <a:ext cx="13875" cy="2300"/>
            </a:xfrm>
            <a:custGeom>
              <a:rect b="b" l="l" r="r" t="t"/>
              <a:pathLst>
                <a:path extrusionOk="0" h="92" w="555">
                  <a:moveTo>
                    <a:pt x="1" y="0"/>
                  </a:moveTo>
                  <a:lnTo>
                    <a:pt x="1" y="91"/>
                  </a:lnTo>
                  <a:lnTo>
                    <a:pt x="555" y="91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5"/>
            <p:cNvSpPr/>
            <p:nvPr/>
          </p:nvSpPr>
          <p:spPr>
            <a:xfrm>
              <a:off x="4028675" y="2141300"/>
              <a:ext cx="12075" cy="2300"/>
            </a:xfrm>
            <a:custGeom>
              <a:rect b="b" l="l" r="r" t="t"/>
              <a:pathLst>
                <a:path extrusionOk="0" h="92" w="483">
                  <a:moveTo>
                    <a:pt x="1" y="0"/>
                  </a:moveTo>
                  <a:lnTo>
                    <a:pt x="1" y="91"/>
                  </a:lnTo>
                  <a:lnTo>
                    <a:pt x="482" y="91"/>
                  </a:lnTo>
                  <a:lnTo>
                    <a:pt x="482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5"/>
            <p:cNvSpPr/>
            <p:nvPr/>
          </p:nvSpPr>
          <p:spPr>
            <a:xfrm>
              <a:off x="3909750" y="2117500"/>
              <a:ext cx="23725" cy="23000"/>
            </a:xfrm>
            <a:custGeom>
              <a:rect b="b" l="l" r="r" t="t"/>
              <a:pathLst>
                <a:path extrusionOk="0" h="920" w="949">
                  <a:moveTo>
                    <a:pt x="66" y="0"/>
                  </a:moveTo>
                  <a:lnTo>
                    <a:pt x="0" y="66"/>
                  </a:lnTo>
                  <a:lnTo>
                    <a:pt x="886" y="919"/>
                  </a:lnTo>
                  <a:lnTo>
                    <a:pt x="948" y="854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15"/>
            <p:cNvSpPr/>
            <p:nvPr/>
          </p:nvSpPr>
          <p:spPr>
            <a:xfrm>
              <a:off x="3900450" y="2127250"/>
              <a:ext cx="30825" cy="29825"/>
            </a:xfrm>
            <a:custGeom>
              <a:rect b="b" l="l" r="r" t="t"/>
              <a:pathLst>
                <a:path extrusionOk="0" h="1193" w="1233">
                  <a:moveTo>
                    <a:pt x="66" y="1"/>
                  </a:moveTo>
                  <a:lnTo>
                    <a:pt x="0" y="66"/>
                  </a:lnTo>
                  <a:lnTo>
                    <a:pt x="1167" y="1193"/>
                  </a:lnTo>
                  <a:lnTo>
                    <a:pt x="1233" y="1127"/>
                  </a:lnTo>
                  <a:lnTo>
                    <a:pt x="66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7" name="Google Shape;317;p15"/>
          <p:cNvSpPr/>
          <p:nvPr/>
        </p:nvSpPr>
        <p:spPr>
          <a:xfrm>
            <a:off x="4566025" y="0"/>
            <a:ext cx="4583700" cy="514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grpSp>
        <p:nvGrpSpPr>
          <p:cNvPr id="318" name="Google Shape;318;p15"/>
          <p:cNvGrpSpPr/>
          <p:nvPr/>
        </p:nvGrpSpPr>
        <p:grpSpPr>
          <a:xfrm>
            <a:off x="6953156" y="123212"/>
            <a:ext cx="2033948" cy="268074"/>
            <a:chOff x="13906313" y="246425"/>
            <a:chExt cx="4067897" cy="536147"/>
          </a:xfrm>
        </p:grpSpPr>
        <p:sp>
          <p:nvSpPr>
            <p:cNvPr id="319" name="Google Shape;319;p15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320" name="Google Shape;320;p15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321" name="Google Shape;321;p15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22" name="Google Shape;322;p15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23" name="Google Shape;323;p15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24" name="Google Shape;324;p15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25" name="Google Shape;325;p15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26" name="Google Shape;326;p15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27" name="Google Shape;327;p15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28" name="Google Shape;328;p15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29" name="Google Shape;329;p15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30" name="Google Shape;330;p15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31" name="Google Shape;331;p15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32" name="Google Shape;332;p15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Graphic 2/3">
  <p:cSld name="TITLE_4_1">
    <p:bg>
      <p:bgPr>
        <a:solidFill>
          <a:srgbClr val="161616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6"/>
          <p:cNvSpPr txBox="1"/>
          <p:nvPr/>
        </p:nvSpPr>
        <p:spPr>
          <a:xfrm>
            <a:off x="192900" y="1072613"/>
            <a:ext cx="8465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35" name="Google Shape;335;p16"/>
          <p:cNvSpPr txBox="1"/>
          <p:nvPr/>
        </p:nvSpPr>
        <p:spPr>
          <a:xfrm>
            <a:off x="1211750" y="592988"/>
            <a:ext cx="7332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336" name="Google Shape;336;p16"/>
          <p:cNvSpPr/>
          <p:nvPr/>
        </p:nvSpPr>
        <p:spPr>
          <a:xfrm flipH="1" rot="10800000">
            <a:off x="0" y="174688"/>
            <a:ext cx="91443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6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8" name="Google Shape;338;p16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9" name="Google Shape;339;p16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340" name="Google Shape;340;p16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16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2" name="Google Shape;342;p16"/>
          <p:cNvSpPr txBox="1"/>
          <p:nvPr/>
        </p:nvSpPr>
        <p:spPr>
          <a:xfrm>
            <a:off x="819075" y="1858425"/>
            <a:ext cx="826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Graphic 1/3">
  <p:cSld name="TITLE_4_1_1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7"/>
          <p:cNvSpPr/>
          <p:nvPr/>
        </p:nvSpPr>
        <p:spPr>
          <a:xfrm>
            <a:off x="822026" y="514500"/>
            <a:ext cx="2235900" cy="483300"/>
          </a:xfrm>
          <a:prstGeom prst="roundRect">
            <a:avLst>
              <a:gd fmla="val 50000" name="adj"/>
            </a:avLst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346" name="Google Shape;346;p17"/>
          <p:cNvSpPr txBox="1"/>
          <p:nvPr/>
        </p:nvSpPr>
        <p:spPr>
          <a:xfrm>
            <a:off x="914425" y="1063275"/>
            <a:ext cx="6122700" cy="26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413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2000"/>
              <a:buFont typeface="Archivo"/>
              <a:buChar char="■"/>
            </a:pPr>
            <a:r>
              <a:t/>
            </a:r>
            <a:endParaRPr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413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2000"/>
              <a:buFont typeface="Archivo"/>
              <a:buChar char="■"/>
            </a:pPr>
            <a:r>
              <a:t/>
            </a:r>
            <a:endParaRPr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413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2000"/>
              <a:buFont typeface="Archivo"/>
              <a:buChar char="■"/>
            </a:pPr>
            <a:r>
              <a:t/>
            </a:r>
            <a:endParaRPr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413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2000"/>
              <a:buFont typeface="Archivo"/>
              <a:buChar char="■"/>
            </a:pPr>
            <a:r>
              <a:t/>
            </a:r>
            <a:endParaRPr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413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2000"/>
              <a:buFont typeface="Archivo"/>
              <a:buChar char="■"/>
            </a:pPr>
            <a:r>
              <a:t/>
            </a:r>
            <a:endParaRPr i="1"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347" name="Google Shape;347;p17"/>
          <p:cNvGrpSpPr/>
          <p:nvPr/>
        </p:nvGrpSpPr>
        <p:grpSpPr>
          <a:xfrm>
            <a:off x="6966056" y="4725288"/>
            <a:ext cx="2033948" cy="268074"/>
            <a:chOff x="13906313" y="246425"/>
            <a:chExt cx="4067897" cy="536147"/>
          </a:xfrm>
        </p:grpSpPr>
        <p:sp>
          <p:nvSpPr>
            <p:cNvPr id="348" name="Google Shape;348;p17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349" name="Google Shape;349;p17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350" name="Google Shape;350;p17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51" name="Google Shape;351;p17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52" name="Google Shape;352;p17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53" name="Google Shape;353;p17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54" name="Google Shape;354;p17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55" name="Google Shape;355;p17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56" name="Google Shape;356;p17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57" name="Google Shape;357;p17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58" name="Google Shape;358;p17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59" name="Google Shape;359;p17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60" name="Google Shape;360;p17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61" name="Google Shape;361;p17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362" name="Google Shape;362;p17"/>
          <p:cNvSpPr/>
          <p:nvPr/>
        </p:nvSpPr>
        <p:spPr>
          <a:xfrm flipH="1" rot="10800000">
            <a:off x="-7925" y="5008650"/>
            <a:ext cx="4185000" cy="135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4 Blocks ">
  <p:cSld name="TITLE_3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8"/>
          <p:cNvSpPr/>
          <p:nvPr/>
        </p:nvSpPr>
        <p:spPr>
          <a:xfrm flipH="1" rot="10800000">
            <a:off x="-3237" y="12"/>
            <a:ext cx="9147000" cy="15288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8"/>
          <p:cNvSpPr txBox="1"/>
          <p:nvPr/>
        </p:nvSpPr>
        <p:spPr>
          <a:xfrm>
            <a:off x="129600" y="71663"/>
            <a:ext cx="9010200" cy="13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-2349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1900"/>
              <a:buFont typeface="Archivo"/>
              <a:buChar char="■"/>
            </a:pPr>
            <a:r>
              <a:t/>
            </a:r>
            <a:endParaRPr sz="19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349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1900"/>
              <a:buFont typeface="Archivo"/>
              <a:buChar char="■"/>
            </a:pPr>
            <a:r>
              <a:t/>
            </a:r>
            <a:endParaRPr sz="19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349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1900"/>
              <a:buFont typeface="Archivo"/>
              <a:buChar char="■"/>
            </a:pPr>
            <a:r>
              <a:t/>
            </a:r>
            <a:endParaRPr sz="19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66" name="Google Shape;366;p18"/>
          <p:cNvSpPr/>
          <p:nvPr/>
        </p:nvSpPr>
        <p:spPr>
          <a:xfrm rot="10800000">
            <a:off x="8311852" y="1764315"/>
            <a:ext cx="264000" cy="228300"/>
          </a:xfrm>
          <a:prstGeom prst="triangle">
            <a:avLst>
              <a:gd fmla="val 50000" name="adj"/>
            </a:avLst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4 Blocks 2">
  <p:cSld name="TITLE_3_2">
    <p:bg>
      <p:bgPr>
        <a:solidFill>
          <a:srgbClr val="FDCF49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9"/>
          <p:cNvSpPr txBox="1"/>
          <p:nvPr/>
        </p:nvSpPr>
        <p:spPr>
          <a:xfrm>
            <a:off x="1085025" y="982125"/>
            <a:ext cx="69741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369" name="Google Shape;369;p19"/>
          <p:cNvGrpSpPr/>
          <p:nvPr/>
        </p:nvGrpSpPr>
        <p:grpSpPr>
          <a:xfrm>
            <a:off x="6992606" y="4706800"/>
            <a:ext cx="1978986" cy="268074"/>
            <a:chOff x="913788" y="717625"/>
            <a:chExt cx="3957972" cy="536147"/>
          </a:xfrm>
        </p:grpSpPr>
        <p:grpSp>
          <p:nvGrpSpPr>
            <p:cNvPr id="370" name="Google Shape;370;p19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371" name="Google Shape;371;p19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19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19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19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19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19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19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19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19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19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19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19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83" name="Google Shape;383;p19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384" name="Google Shape;384;p19"/>
          <p:cNvSpPr txBox="1"/>
          <p:nvPr/>
        </p:nvSpPr>
        <p:spPr>
          <a:xfrm>
            <a:off x="1211750" y="592988"/>
            <a:ext cx="7332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385" name="Google Shape;385;p19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9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7" name="Google Shape;387;p19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8" name="Google Shape;388;p19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389" name="Google Shape;389;p19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19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1" name="Google Shape;391;p19"/>
          <p:cNvSpPr txBox="1"/>
          <p:nvPr/>
        </p:nvSpPr>
        <p:spPr>
          <a:xfrm>
            <a:off x="3462900" y="2643125"/>
            <a:ext cx="522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3 blocks">
  <p:cSld name="TITLE_3_1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0"/>
          <p:cNvSpPr txBox="1"/>
          <p:nvPr/>
        </p:nvSpPr>
        <p:spPr>
          <a:xfrm>
            <a:off x="414900" y="958106"/>
            <a:ext cx="83142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94" name="Google Shape;394;p20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0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6" name="Google Shape;396;p20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7" name="Google Shape;397;p20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398" name="Google Shape;398;p20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20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0" name="Google Shape;400;p20"/>
          <p:cNvGrpSpPr/>
          <p:nvPr/>
        </p:nvGrpSpPr>
        <p:grpSpPr>
          <a:xfrm>
            <a:off x="192894" y="4706800"/>
            <a:ext cx="1978986" cy="268074"/>
            <a:chOff x="913788" y="717625"/>
            <a:chExt cx="3957972" cy="536147"/>
          </a:xfrm>
        </p:grpSpPr>
        <p:grpSp>
          <p:nvGrpSpPr>
            <p:cNvPr id="401" name="Google Shape;401;p20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402" name="Google Shape;402;p20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20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20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20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20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20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20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20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20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20"/>
              <p:cNvSpPr/>
              <p:nvPr/>
            </p:nvSpPr>
            <p:spPr>
              <a:xfrm>
                <a:off x="7223792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20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20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14" name="Google Shape;414;p20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3 blocks 2">
  <p:cSld name="TITLE_3_1_1">
    <p:bg>
      <p:bgPr>
        <a:solidFill>
          <a:schemeClr val="accent5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1325" y="1114213"/>
            <a:ext cx="8421355" cy="4163012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21"/>
          <p:cNvSpPr txBox="1"/>
          <p:nvPr/>
        </p:nvSpPr>
        <p:spPr>
          <a:xfrm>
            <a:off x="297375" y="159975"/>
            <a:ext cx="8756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418" name="Google Shape;418;p21"/>
          <p:cNvGrpSpPr/>
          <p:nvPr/>
        </p:nvGrpSpPr>
        <p:grpSpPr>
          <a:xfrm>
            <a:off x="8841034" y="4939760"/>
            <a:ext cx="264016" cy="157786"/>
            <a:chOff x="1207700" y="4333950"/>
            <a:chExt cx="334325" cy="138750"/>
          </a:xfrm>
        </p:grpSpPr>
        <p:sp>
          <p:nvSpPr>
            <p:cNvPr id="419" name="Google Shape;419;p21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1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2 blocks">
  <p:cSld name="TITLE_3_1_1_1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2"/>
          <p:cNvSpPr txBox="1"/>
          <p:nvPr/>
        </p:nvSpPr>
        <p:spPr>
          <a:xfrm>
            <a:off x="610725" y="1065538"/>
            <a:ext cx="7922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23" name="Google Shape;423;p22"/>
          <p:cNvSpPr txBox="1"/>
          <p:nvPr/>
        </p:nvSpPr>
        <p:spPr>
          <a:xfrm>
            <a:off x="1211750" y="592988"/>
            <a:ext cx="7332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424" name="Google Shape;424;p22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2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6" name="Google Shape;426;p22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7" name="Google Shape;427;p22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428" name="Google Shape;428;p22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22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30" name="Google Shape;430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6183" y="2057400"/>
            <a:ext cx="6320491" cy="2911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1" name="Google Shape;431;p22"/>
          <p:cNvGrpSpPr/>
          <p:nvPr/>
        </p:nvGrpSpPr>
        <p:grpSpPr>
          <a:xfrm>
            <a:off x="7921537" y="4725288"/>
            <a:ext cx="1078468" cy="268074"/>
            <a:chOff x="15843073" y="9450575"/>
            <a:chExt cx="2156936" cy="536147"/>
          </a:xfrm>
        </p:grpSpPr>
        <p:grpSp>
          <p:nvGrpSpPr>
            <p:cNvPr id="432" name="Google Shape;432;p22"/>
            <p:cNvGrpSpPr/>
            <p:nvPr/>
          </p:nvGrpSpPr>
          <p:grpSpPr>
            <a:xfrm>
              <a:off x="15843073" y="9560870"/>
              <a:ext cx="527999" cy="315573"/>
              <a:chOff x="1207700" y="4333950"/>
              <a:chExt cx="334325" cy="138750"/>
            </a:xfrm>
          </p:grpSpPr>
          <p:sp>
            <p:nvSpPr>
              <p:cNvPr id="433" name="Google Shape;433;p22"/>
              <p:cNvSpPr/>
              <p:nvPr/>
            </p:nvSpPr>
            <p:spPr>
              <a:xfrm>
                <a:off x="1207700" y="4333950"/>
                <a:ext cx="139850" cy="138750"/>
              </a:xfrm>
              <a:custGeom>
                <a:rect b="b" l="l" r="r" t="t"/>
                <a:pathLst>
                  <a:path extrusionOk="0" h="5550" w="5594">
                    <a:moveTo>
                      <a:pt x="3390" y="438"/>
                    </a:moveTo>
                    <a:cubicBezTo>
                      <a:pt x="4363" y="438"/>
                      <a:pt x="5148" y="1232"/>
                      <a:pt x="5148" y="2196"/>
                    </a:cubicBezTo>
                    <a:lnTo>
                      <a:pt x="5148" y="3346"/>
                    </a:lnTo>
                    <a:cubicBezTo>
                      <a:pt x="5148" y="4319"/>
                      <a:pt x="4363" y="5104"/>
                      <a:pt x="3390" y="5104"/>
                    </a:cubicBezTo>
                    <a:lnTo>
                      <a:pt x="437" y="5104"/>
                    </a:lnTo>
                    <a:lnTo>
                      <a:pt x="437" y="438"/>
                    </a:lnTo>
                    <a:close/>
                    <a:moveTo>
                      <a:pt x="0" y="1"/>
                    </a:moveTo>
                    <a:lnTo>
                      <a:pt x="0" y="5550"/>
                    </a:lnTo>
                    <a:lnTo>
                      <a:pt x="3390" y="5550"/>
                    </a:lnTo>
                    <a:cubicBezTo>
                      <a:pt x="4604" y="5550"/>
                      <a:pt x="5594" y="4560"/>
                      <a:pt x="5594" y="3346"/>
                    </a:cubicBezTo>
                    <a:lnTo>
                      <a:pt x="5594" y="2196"/>
                    </a:lnTo>
                    <a:cubicBezTo>
                      <a:pt x="5594" y="982"/>
                      <a:pt x="4604" y="1"/>
                      <a:pt x="339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" name="Google Shape;434;p22"/>
              <p:cNvSpPr/>
              <p:nvPr/>
            </p:nvSpPr>
            <p:spPr>
              <a:xfrm>
                <a:off x="1403300" y="4333950"/>
                <a:ext cx="138725" cy="138750"/>
              </a:xfrm>
              <a:custGeom>
                <a:rect b="b" l="l" r="r" t="t"/>
                <a:pathLst>
                  <a:path extrusionOk="0" h="5550" w="5549">
                    <a:moveTo>
                      <a:pt x="0" y="1"/>
                    </a:moveTo>
                    <a:lnTo>
                      <a:pt x="0" y="5550"/>
                    </a:lnTo>
                    <a:lnTo>
                      <a:pt x="5549" y="5550"/>
                    </a:lnTo>
                    <a:lnTo>
                      <a:pt x="5549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35" name="Google Shape;435;p22"/>
            <p:cNvSpPr/>
            <p:nvPr/>
          </p:nvSpPr>
          <p:spPr>
            <a:xfrm>
              <a:off x="16448450" y="945057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Keyframes / Storyboards">
  <p:cSld name="TITLE_3_1_1_1_1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3"/>
          <p:cNvSpPr txBox="1"/>
          <p:nvPr/>
        </p:nvSpPr>
        <p:spPr>
          <a:xfrm>
            <a:off x="192900" y="897113"/>
            <a:ext cx="8758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38" name="Google Shape;438;p23"/>
          <p:cNvSpPr txBox="1"/>
          <p:nvPr/>
        </p:nvSpPr>
        <p:spPr>
          <a:xfrm>
            <a:off x="1211750" y="592988"/>
            <a:ext cx="7332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439" name="Google Shape;439;p23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3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1" name="Google Shape;441;p23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2" name="Google Shape;442;p23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443" name="Google Shape;443;p23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23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45" name="Google Shape;445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7062" y="1592837"/>
            <a:ext cx="7589881" cy="34958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6" name="Google Shape;446;p23"/>
          <p:cNvGrpSpPr/>
          <p:nvPr/>
        </p:nvGrpSpPr>
        <p:grpSpPr>
          <a:xfrm>
            <a:off x="8687009" y="4786923"/>
            <a:ext cx="264016" cy="157786"/>
            <a:chOff x="1207700" y="4333950"/>
            <a:chExt cx="334325" cy="138750"/>
          </a:xfrm>
        </p:grpSpPr>
        <p:sp>
          <p:nvSpPr>
            <p:cNvPr id="447" name="Google Shape;447;p23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23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  <p15:guide id="29" orient="horz" pos="1944">
          <p15:clr>
            <a:srgbClr val="FA7B17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Moodboards ">
  <p:cSld name="TITLE_3_1_1_1_1_1"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4"/>
          <p:cNvSpPr/>
          <p:nvPr/>
        </p:nvSpPr>
        <p:spPr>
          <a:xfrm>
            <a:off x="8428588" y="514500"/>
            <a:ext cx="258357" cy="253596"/>
          </a:xfrm>
          <a:custGeom>
            <a:rect b="b" l="l" r="r" t="t"/>
            <a:pathLst>
              <a:path extrusionOk="0" h="589758" w="600830">
                <a:moveTo>
                  <a:pt x="544572" y="201585"/>
                </a:moveTo>
                <a:cubicBezTo>
                  <a:pt x="547332" y="189641"/>
                  <a:pt x="548843" y="177233"/>
                  <a:pt x="548843" y="164447"/>
                </a:cubicBezTo>
                <a:cubicBezTo>
                  <a:pt x="548843" y="73636"/>
                  <a:pt x="475207" y="0"/>
                  <a:pt x="384368" y="0"/>
                </a:cubicBezTo>
                <a:cubicBezTo>
                  <a:pt x="353419" y="0"/>
                  <a:pt x="324447" y="8573"/>
                  <a:pt x="299718" y="23451"/>
                </a:cubicBezTo>
                <a:cubicBezTo>
                  <a:pt x="275017" y="8573"/>
                  <a:pt x="246045" y="0"/>
                  <a:pt x="215097" y="0"/>
                </a:cubicBezTo>
                <a:cubicBezTo>
                  <a:pt x="124287" y="0"/>
                  <a:pt x="50650" y="73636"/>
                  <a:pt x="50650" y="164447"/>
                </a:cubicBezTo>
                <a:cubicBezTo>
                  <a:pt x="50650" y="177582"/>
                  <a:pt x="52249" y="190339"/>
                  <a:pt x="55155" y="202573"/>
                </a:cubicBezTo>
                <a:cubicBezTo>
                  <a:pt x="21330" y="232707"/>
                  <a:pt x="0" y="276558"/>
                  <a:pt x="0" y="325406"/>
                </a:cubicBezTo>
                <a:cubicBezTo>
                  <a:pt x="0" y="410957"/>
                  <a:pt x="65325" y="481222"/>
                  <a:pt x="148813" y="489097"/>
                </a:cubicBezTo>
                <a:cubicBezTo>
                  <a:pt x="173717" y="548233"/>
                  <a:pt x="232213" y="589759"/>
                  <a:pt x="300415" y="589759"/>
                </a:cubicBezTo>
                <a:cubicBezTo>
                  <a:pt x="368617" y="589759"/>
                  <a:pt x="427114" y="548233"/>
                  <a:pt x="452018" y="489097"/>
                </a:cubicBezTo>
                <a:cubicBezTo>
                  <a:pt x="535505" y="481222"/>
                  <a:pt x="600830" y="410957"/>
                  <a:pt x="600830" y="325406"/>
                </a:cubicBezTo>
                <a:cubicBezTo>
                  <a:pt x="600860" y="276005"/>
                  <a:pt x="579065" y="231719"/>
                  <a:pt x="544572" y="20158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1" name="Google Shape;451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24"/>
          <p:cNvSpPr/>
          <p:nvPr/>
        </p:nvSpPr>
        <p:spPr>
          <a:xfrm>
            <a:off x="914425" y="438938"/>
            <a:ext cx="1828800" cy="483300"/>
          </a:xfrm>
          <a:prstGeom prst="roundRect">
            <a:avLst>
              <a:gd fmla="val 50000" name="adj"/>
            </a:avLst>
          </a:prstGeom>
          <a:solidFill>
            <a:srgbClr val="00E0C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453" name="Google Shape;453;p24"/>
          <p:cNvSpPr txBox="1"/>
          <p:nvPr/>
        </p:nvSpPr>
        <p:spPr>
          <a:xfrm>
            <a:off x="1096628" y="486613"/>
            <a:ext cx="3224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Ejemplo</a:t>
            </a:r>
            <a:endParaRPr sz="2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4" name="Google Shape;454;p24"/>
          <p:cNvSpPr txBox="1"/>
          <p:nvPr/>
        </p:nvSpPr>
        <p:spPr>
          <a:xfrm>
            <a:off x="914425" y="1063275"/>
            <a:ext cx="612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455" name="Google Shape;455;p24"/>
          <p:cNvGrpSpPr/>
          <p:nvPr/>
        </p:nvGrpSpPr>
        <p:grpSpPr>
          <a:xfrm>
            <a:off x="6966056" y="4725288"/>
            <a:ext cx="2033948" cy="268074"/>
            <a:chOff x="13906313" y="246425"/>
            <a:chExt cx="4067897" cy="536147"/>
          </a:xfrm>
        </p:grpSpPr>
        <p:sp>
          <p:nvSpPr>
            <p:cNvPr id="456" name="Google Shape;456;p24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457" name="Google Shape;457;p24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458" name="Google Shape;458;p24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59" name="Google Shape;459;p24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0" name="Google Shape;460;p24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1" name="Google Shape;461;p24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2" name="Google Shape;462;p24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3" name="Google Shape;463;p24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4" name="Google Shape;464;p24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5" name="Google Shape;465;p24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6" name="Google Shape;466;p24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7" name="Google Shape;467;p24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8" name="Google Shape;468;p24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9" name="Google Shape;469;p24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470" name="Google Shape;470;p24"/>
          <p:cNvSpPr/>
          <p:nvPr/>
        </p:nvSpPr>
        <p:spPr>
          <a:xfrm>
            <a:off x="914425" y="2416288"/>
            <a:ext cx="2011200" cy="483300"/>
          </a:xfrm>
          <a:prstGeom prst="roundRect">
            <a:avLst>
              <a:gd fmla="val 50000" name="adj"/>
            </a:avLst>
          </a:prstGeom>
          <a:solidFill>
            <a:srgbClr val="2929C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471" name="Google Shape;471;p24"/>
          <p:cNvSpPr txBox="1"/>
          <p:nvPr/>
        </p:nvSpPr>
        <p:spPr>
          <a:xfrm>
            <a:off x="1096624" y="2465638"/>
            <a:ext cx="1828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Actividad</a:t>
            </a:r>
            <a:endParaRPr b="1" sz="2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2" name="Google Shape;472;p24"/>
          <p:cNvSpPr txBox="1"/>
          <p:nvPr/>
        </p:nvSpPr>
        <p:spPr>
          <a:xfrm>
            <a:off x="914425" y="2969650"/>
            <a:ext cx="6858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73" name="Google Shape;473;p24"/>
          <p:cNvSpPr/>
          <p:nvPr/>
        </p:nvSpPr>
        <p:spPr>
          <a:xfrm flipH="1" rot="10800000">
            <a:off x="-7925" y="5008650"/>
            <a:ext cx="4185000" cy="135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  <p15:guide id="29" orient="horz" pos="1944">
          <p15:clr>
            <a:srgbClr val="FA7B17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Quote">
  <p:cSld name="TITLE_2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7927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25"/>
          <p:cNvSpPr txBox="1"/>
          <p:nvPr/>
        </p:nvSpPr>
        <p:spPr>
          <a:xfrm>
            <a:off x="4296363" y="1521819"/>
            <a:ext cx="5391300" cy="161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700">
                <a:latin typeface="Montserrat"/>
                <a:ea typeface="Montserrat"/>
                <a:cs typeface="Montserrat"/>
                <a:sym typeface="Montserrat"/>
              </a:rPr>
              <a:t>¿Preguntas?</a:t>
            </a:r>
            <a:endParaRPr b="0" sz="4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7" name="Google Shape;477;p25"/>
          <p:cNvSpPr txBox="1"/>
          <p:nvPr/>
        </p:nvSpPr>
        <p:spPr>
          <a:xfrm>
            <a:off x="5030800" y="2573350"/>
            <a:ext cx="5261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478" name="Google Shape;478;p25"/>
          <p:cNvSpPr/>
          <p:nvPr/>
        </p:nvSpPr>
        <p:spPr>
          <a:xfrm flipH="1" rot="10800000">
            <a:off x="-7925" y="5008650"/>
            <a:ext cx="4185000" cy="135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9" name="Google Shape;47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2784" y="-116013"/>
            <a:ext cx="3961112" cy="3961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0" name="Google Shape;480;p25"/>
          <p:cNvGrpSpPr/>
          <p:nvPr/>
        </p:nvGrpSpPr>
        <p:grpSpPr>
          <a:xfrm>
            <a:off x="6966056" y="4725288"/>
            <a:ext cx="2033948" cy="268074"/>
            <a:chOff x="13906313" y="246425"/>
            <a:chExt cx="4067897" cy="536147"/>
          </a:xfrm>
        </p:grpSpPr>
        <p:sp>
          <p:nvSpPr>
            <p:cNvPr id="481" name="Google Shape;481;p25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482" name="Google Shape;482;p25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483" name="Google Shape;483;p25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4" name="Google Shape;484;p25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5" name="Google Shape;485;p25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6" name="Google Shape;486;p25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7" name="Google Shape;487;p25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8" name="Google Shape;488;p25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9" name="Google Shape;489;p25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90" name="Google Shape;490;p25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91" name="Google Shape;491;p25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92" name="Google Shape;492;p25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93" name="Google Shape;493;p25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94" name="Google Shape;494;p25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 - Client / Orchid cover light">
  <p:cSld name="TITLE_1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6" name="Google Shape;496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26"/>
          <p:cNvSpPr txBox="1"/>
          <p:nvPr/>
        </p:nvSpPr>
        <p:spPr>
          <a:xfrm>
            <a:off x="351725" y="1594538"/>
            <a:ext cx="5391300" cy="161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700">
                <a:latin typeface="Montserrat"/>
                <a:ea typeface="Montserrat"/>
                <a:cs typeface="Montserrat"/>
                <a:sym typeface="Montserrat"/>
              </a:rPr>
              <a:t>¡A trabajar!</a:t>
            </a:r>
            <a:endParaRPr b="0" sz="1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8" name="Google Shape;498;p26"/>
          <p:cNvSpPr txBox="1"/>
          <p:nvPr/>
        </p:nvSpPr>
        <p:spPr>
          <a:xfrm>
            <a:off x="5030800" y="2573350"/>
            <a:ext cx="5261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499" name="Google Shape;499;p26"/>
          <p:cNvSpPr/>
          <p:nvPr/>
        </p:nvSpPr>
        <p:spPr>
          <a:xfrm flipH="1" rot="10800000">
            <a:off x="-7925" y="5008650"/>
            <a:ext cx="4185000" cy="135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0" name="Google Shape;50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3100" y="643602"/>
            <a:ext cx="3137638" cy="31376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1" name="Google Shape;501;p26"/>
          <p:cNvGrpSpPr/>
          <p:nvPr/>
        </p:nvGrpSpPr>
        <p:grpSpPr>
          <a:xfrm>
            <a:off x="6966056" y="4725288"/>
            <a:ext cx="2033948" cy="268074"/>
            <a:chOff x="13906313" y="246425"/>
            <a:chExt cx="4067897" cy="536147"/>
          </a:xfrm>
        </p:grpSpPr>
        <p:sp>
          <p:nvSpPr>
            <p:cNvPr id="502" name="Google Shape;502;p26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503" name="Google Shape;503;p26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504" name="Google Shape;504;p26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05" name="Google Shape;505;p26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06" name="Google Shape;506;p26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07" name="Google Shape;507;p26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08" name="Google Shape;508;p26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09" name="Google Shape;509;p26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10" name="Google Shape;510;p26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11" name="Google Shape;511;p26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12" name="Google Shape;512;p26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13" name="Google Shape;513;p26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14" name="Google Shape;514;p26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15" name="Google Shape;515;p26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TITLE_6_1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">
  <p:cSld name="TITLE_5">
    <p:bg>
      <p:bgPr>
        <a:solidFill>
          <a:srgbClr val="000000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9"/>
          <p:cNvSpPr/>
          <p:nvPr/>
        </p:nvSpPr>
        <p:spPr>
          <a:xfrm flipH="1">
            <a:off x="-13425" y="1028700"/>
            <a:ext cx="744000" cy="411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</p:txBody>
      </p:sp>
      <p:grpSp>
        <p:nvGrpSpPr>
          <p:cNvPr id="523" name="Google Shape;523;p29"/>
          <p:cNvGrpSpPr/>
          <p:nvPr/>
        </p:nvGrpSpPr>
        <p:grpSpPr>
          <a:xfrm rot="-5400000">
            <a:off x="-229317" y="3041095"/>
            <a:ext cx="1125991" cy="90007"/>
            <a:chOff x="4935498" y="1642212"/>
            <a:chExt cx="2734980" cy="217042"/>
          </a:xfrm>
        </p:grpSpPr>
        <p:sp>
          <p:nvSpPr>
            <p:cNvPr id="524" name="Google Shape;524;p29"/>
            <p:cNvSpPr/>
            <p:nvPr/>
          </p:nvSpPr>
          <p:spPr>
            <a:xfrm>
              <a:off x="5197136" y="1646235"/>
              <a:ext cx="18839" cy="209333"/>
            </a:xfrm>
            <a:custGeom>
              <a:rect b="b" l="l" r="r" t="t"/>
              <a:pathLst>
                <a:path extrusionOk="0" h="5567" w="501">
                  <a:moveTo>
                    <a:pt x="1" y="0"/>
                  </a:moveTo>
                  <a:lnTo>
                    <a:pt x="1" y="5567"/>
                  </a:lnTo>
                  <a:lnTo>
                    <a:pt x="500" y="55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29"/>
            <p:cNvSpPr/>
            <p:nvPr/>
          </p:nvSpPr>
          <p:spPr>
            <a:xfrm>
              <a:off x="5299114" y="1642550"/>
              <a:ext cx="199293" cy="216703"/>
            </a:xfrm>
            <a:custGeom>
              <a:rect b="b" l="l" r="r" t="t"/>
              <a:pathLst>
                <a:path extrusionOk="0" h="5763" w="5300">
                  <a:moveTo>
                    <a:pt x="2820" y="0"/>
                  </a:moveTo>
                  <a:cubicBezTo>
                    <a:pt x="2204" y="0"/>
                    <a:pt x="1687" y="107"/>
                    <a:pt x="1268" y="321"/>
                  </a:cubicBezTo>
                  <a:cubicBezTo>
                    <a:pt x="848" y="544"/>
                    <a:pt x="527" y="865"/>
                    <a:pt x="322" y="1294"/>
                  </a:cubicBezTo>
                  <a:cubicBezTo>
                    <a:pt x="108" y="1722"/>
                    <a:pt x="1" y="2248"/>
                    <a:pt x="1" y="2882"/>
                  </a:cubicBezTo>
                  <a:cubicBezTo>
                    <a:pt x="1" y="3845"/>
                    <a:pt x="233" y="4568"/>
                    <a:pt x="697" y="5049"/>
                  </a:cubicBezTo>
                  <a:cubicBezTo>
                    <a:pt x="1161" y="5522"/>
                    <a:pt x="1856" y="5763"/>
                    <a:pt x="2775" y="5763"/>
                  </a:cubicBezTo>
                  <a:cubicBezTo>
                    <a:pt x="3043" y="5763"/>
                    <a:pt x="3302" y="5727"/>
                    <a:pt x="3560" y="5674"/>
                  </a:cubicBezTo>
                  <a:cubicBezTo>
                    <a:pt x="3810" y="5620"/>
                    <a:pt x="4042" y="5522"/>
                    <a:pt x="4256" y="5397"/>
                  </a:cubicBezTo>
                  <a:cubicBezTo>
                    <a:pt x="4470" y="5272"/>
                    <a:pt x="4649" y="5103"/>
                    <a:pt x="4774" y="4898"/>
                  </a:cubicBezTo>
                  <a:lnTo>
                    <a:pt x="4845" y="5665"/>
                  </a:lnTo>
                  <a:lnTo>
                    <a:pt x="5300" y="5665"/>
                  </a:lnTo>
                  <a:lnTo>
                    <a:pt x="5300" y="2783"/>
                  </a:lnTo>
                  <a:lnTo>
                    <a:pt x="2632" y="2783"/>
                  </a:lnTo>
                  <a:lnTo>
                    <a:pt x="2632" y="3265"/>
                  </a:lnTo>
                  <a:lnTo>
                    <a:pt x="4738" y="3265"/>
                  </a:lnTo>
                  <a:lnTo>
                    <a:pt x="4738" y="3408"/>
                  </a:lnTo>
                  <a:cubicBezTo>
                    <a:pt x="4738" y="3827"/>
                    <a:pt x="4666" y="4175"/>
                    <a:pt x="4542" y="4452"/>
                  </a:cubicBezTo>
                  <a:cubicBezTo>
                    <a:pt x="4408" y="4728"/>
                    <a:pt x="4203" y="4933"/>
                    <a:pt x="3908" y="5067"/>
                  </a:cubicBezTo>
                  <a:cubicBezTo>
                    <a:pt x="3623" y="5201"/>
                    <a:pt x="3230" y="5263"/>
                    <a:pt x="2748" y="5263"/>
                  </a:cubicBezTo>
                  <a:cubicBezTo>
                    <a:pt x="2302" y="5263"/>
                    <a:pt x="1919" y="5192"/>
                    <a:pt x="1598" y="5040"/>
                  </a:cubicBezTo>
                  <a:cubicBezTo>
                    <a:pt x="1276" y="4889"/>
                    <a:pt x="1027" y="4639"/>
                    <a:pt x="857" y="4300"/>
                  </a:cubicBezTo>
                  <a:cubicBezTo>
                    <a:pt x="679" y="3961"/>
                    <a:pt x="598" y="3515"/>
                    <a:pt x="598" y="2971"/>
                  </a:cubicBezTo>
                  <a:lnTo>
                    <a:pt x="598" y="2792"/>
                  </a:lnTo>
                  <a:cubicBezTo>
                    <a:pt x="598" y="2382"/>
                    <a:pt x="643" y="2034"/>
                    <a:pt x="750" y="1740"/>
                  </a:cubicBezTo>
                  <a:cubicBezTo>
                    <a:pt x="848" y="1445"/>
                    <a:pt x="1000" y="1213"/>
                    <a:pt x="1196" y="1026"/>
                  </a:cubicBezTo>
                  <a:cubicBezTo>
                    <a:pt x="1392" y="839"/>
                    <a:pt x="1624" y="705"/>
                    <a:pt x="1901" y="616"/>
                  </a:cubicBezTo>
                  <a:cubicBezTo>
                    <a:pt x="2169" y="535"/>
                    <a:pt x="2481" y="491"/>
                    <a:pt x="2820" y="491"/>
                  </a:cubicBezTo>
                  <a:cubicBezTo>
                    <a:pt x="3087" y="491"/>
                    <a:pt x="3346" y="517"/>
                    <a:pt x="3578" y="571"/>
                  </a:cubicBezTo>
                  <a:cubicBezTo>
                    <a:pt x="3810" y="616"/>
                    <a:pt x="4015" y="705"/>
                    <a:pt x="4185" y="821"/>
                  </a:cubicBezTo>
                  <a:cubicBezTo>
                    <a:pt x="4354" y="937"/>
                    <a:pt x="4488" y="1088"/>
                    <a:pt x="4586" y="1285"/>
                  </a:cubicBezTo>
                  <a:cubicBezTo>
                    <a:pt x="4684" y="1472"/>
                    <a:pt x="4738" y="1713"/>
                    <a:pt x="4738" y="1989"/>
                  </a:cubicBezTo>
                  <a:lnTo>
                    <a:pt x="5300" y="1989"/>
                  </a:lnTo>
                  <a:cubicBezTo>
                    <a:pt x="5300" y="1659"/>
                    <a:pt x="5246" y="1365"/>
                    <a:pt x="5130" y="1115"/>
                  </a:cubicBezTo>
                  <a:cubicBezTo>
                    <a:pt x="5023" y="865"/>
                    <a:pt x="4854" y="660"/>
                    <a:pt x="4640" y="500"/>
                  </a:cubicBezTo>
                  <a:cubicBezTo>
                    <a:pt x="4426" y="330"/>
                    <a:pt x="4167" y="205"/>
                    <a:pt x="3864" y="125"/>
                  </a:cubicBezTo>
                  <a:cubicBezTo>
                    <a:pt x="3560" y="36"/>
                    <a:pt x="3212" y="0"/>
                    <a:pt x="282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29"/>
            <p:cNvSpPr/>
            <p:nvPr/>
          </p:nvSpPr>
          <p:spPr>
            <a:xfrm>
              <a:off x="5599031" y="1646235"/>
              <a:ext cx="24517" cy="209333"/>
            </a:xfrm>
            <a:custGeom>
              <a:rect b="b" l="l" r="r" t="t"/>
              <a:pathLst>
                <a:path extrusionOk="0" h="5567" w="652">
                  <a:moveTo>
                    <a:pt x="0" y="0"/>
                  </a:moveTo>
                  <a:lnTo>
                    <a:pt x="0" y="5567"/>
                  </a:lnTo>
                  <a:lnTo>
                    <a:pt x="651" y="5567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29"/>
            <p:cNvSpPr/>
            <p:nvPr/>
          </p:nvSpPr>
          <p:spPr>
            <a:xfrm>
              <a:off x="5703679" y="1645897"/>
              <a:ext cx="173122" cy="209672"/>
            </a:xfrm>
            <a:custGeom>
              <a:rect b="b" l="l" r="r" t="t"/>
              <a:pathLst>
                <a:path extrusionOk="0" h="5576" w="4604">
                  <a:moveTo>
                    <a:pt x="1" y="0"/>
                  </a:moveTo>
                  <a:lnTo>
                    <a:pt x="1" y="651"/>
                  </a:lnTo>
                  <a:lnTo>
                    <a:pt x="1927" y="651"/>
                  </a:lnTo>
                  <a:lnTo>
                    <a:pt x="1927" y="5576"/>
                  </a:lnTo>
                  <a:lnTo>
                    <a:pt x="2677" y="5576"/>
                  </a:lnTo>
                  <a:lnTo>
                    <a:pt x="2677" y="651"/>
                  </a:lnTo>
                  <a:lnTo>
                    <a:pt x="4604" y="651"/>
                  </a:lnTo>
                  <a:lnTo>
                    <a:pt x="460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29"/>
            <p:cNvSpPr/>
            <p:nvPr/>
          </p:nvSpPr>
          <p:spPr>
            <a:xfrm>
              <a:off x="5915344" y="1646235"/>
              <a:ext cx="206363" cy="209333"/>
            </a:xfrm>
            <a:custGeom>
              <a:rect b="b" l="l" r="r" t="t"/>
              <a:pathLst>
                <a:path extrusionOk="0" h="5567" w="5488">
                  <a:moveTo>
                    <a:pt x="2739" y="714"/>
                  </a:moveTo>
                  <a:cubicBezTo>
                    <a:pt x="2775" y="812"/>
                    <a:pt x="2802" y="910"/>
                    <a:pt x="2838" y="1017"/>
                  </a:cubicBezTo>
                  <a:cubicBezTo>
                    <a:pt x="2873" y="1124"/>
                    <a:pt x="2909" y="1231"/>
                    <a:pt x="2954" y="1338"/>
                  </a:cubicBezTo>
                  <a:cubicBezTo>
                    <a:pt x="2989" y="1445"/>
                    <a:pt x="3025" y="1543"/>
                    <a:pt x="3052" y="1624"/>
                  </a:cubicBezTo>
                  <a:cubicBezTo>
                    <a:pt x="3078" y="1704"/>
                    <a:pt x="3105" y="1775"/>
                    <a:pt x="3132" y="1820"/>
                  </a:cubicBezTo>
                  <a:lnTo>
                    <a:pt x="3774" y="3515"/>
                  </a:lnTo>
                  <a:lnTo>
                    <a:pt x="1651" y="3515"/>
                  </a:lnTo>
                  <a:lnTo>
                    <a:pt x="2302" y="1820"/>
                  </a:lnTo>
                  <a:cubicBezTo>
                    <a:pt x="2338" y="1740"/>
                    <a:pt x="2374" y="1633"/>
                    <a:pt x="2418" y="1499"/>
                  </a:cubicBezTo>
                  <a:cubicBezTo>
                    <a:pt x="2463" y="1365"/>
                    <a:pt x="2516" y="1231"/>
                    <a:pt x="2561" y="1089"/>
                  </a:cubicBezTo>
                  <a:cubicBezTo>
                    <a:pt x="2606" y="955"/>
                    <a:pt x="2650" y="830"/>
                    <a:pt x="2695" y="714"/>
                  </a:cubicBezTo>
                  <a:close/>
                  <a:moveTo>
                    <a:pt x="2195" y="0"/>
                  </a:moveTo>
                  <a:lnTo>
                    <a:pt x="1" y="5567"/>
                  </a:lnTo>
                  <a:lnTo>
                    <a:pt x="866" y="5567"/>
                  </a:lnTo>
                  <a:lnTo>
                    <a:pt x="1375" y="4229"/>
                  </a:lnTo>
                  <a:lnTo>
                    <a:pt x="4051" y="4229"/>
                  </a:lnTo>
                  <a:lnTo>
                    <a:pt x="4577" y="5567"/>
                  </a:lnTo>
                  <a:lnTo>
                    <a:pt x="5487" y="556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29"/>
            <p:cNvSpPr/>
            <p:nvPr/>
          </p:nvSpPr>
          <p:spPr>
            <a:xfrm>
              <a:off x="6194467" y="1645897"/>
              <a:ext cx="139919" cy="209672"/>
            </a:xfrm>
            <a:custGeom>
              <a:rect b="b" l="l" r="r" t="t"/>
              <a:pathLst>
                <a:path extrusionOk="0" h="5576" w="3721">
                  <a:moveTo>
                    <a:pt x="0" y="0"/>
                  </a:moveTo>
                  <a:lnTo>
                    <a:pt x="0" y="5576"/>
                  </a:lnTo>
                  <a:lnTo>
                    <a:pt x="3720" y="5576"/>
                  </a:lnTo>
                  <a:lnTo>
                    <a:pt x="3720" y="4764"/>
                  </a:lnTo>
                  <a:lnTo>
                    <a:pt x="937" y="4764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29"/>
            <p:cNvSpPr/>
            <p:nvPr/>
          </p:nvSpPr>
          <p:spPr>
            <a:xfrm>
              <a:off x="6410155" y="1645897"/>
              <a:ext cx="176469" cy="209672"/>
            </a:xfrm>
            <a:custGeom>
              <a:rect b="b" l="l" r="r" t="t"/>
              <a:pathLst>
                <a:path extrusionOk="0" h="5576" w="4693">
                  <a:moveTo>
                    <a:pt x="0" y="0"/>
                  </a:moveTo>
                  <a:lnTo>
                    <a:pt x="0" y="5576"/>
                  </a:lnTo>
                  <a:lnTo>
                    <a:pt x="1035" y="5576"/>
                  </a:lnTo>
                  <a:lnTo>
                    <a:pt x="1035" y="3167"/>
                  </a:lnTo>
                  <a:lnTo>
                    <a:pt x="3658" y="3167"/>
                  </a:lnTo>
                  <a:lnTo>
                    <a:pt x="3658" y="5576"/>
                  </a:lnTo>
                  <a:lnTo>
                    <a:pt x="4693" y="5576"/>
                  </a:lnTo>
                  <a:lnTo>
                    <a:pt x="4693" y="0"/>
                  </a:lnTo>
                  <a:lnTo>
                    <a:pt x="3658" y="0"/>
                  </a:lnTo>
                  <a:lnTo>
                    <a:pt x="3658" y="2275"/>
                  </a:lnTo>
                  <a:lnTo>
                    <a:pt x="1035" y="227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29"/>
            <p:cNvSpPr/>
            <p:nvPr/>
          </p:nvSpPr>
          <p:spPr>
            <a:xfrm>
              <a:off x="6666416" y="1642550"/>
              <a:ext cx="213394" cy="216703"/>
            </a:xfrm>
            <a:custGeom>
              <a:rect b="b" l="l" r="r" t="t"/>
              <a:pathLst>
                <a:path extrusionOk="0" h="5763" w="5675">
                  <a:moveTo>
                    <a:pt x="2829" y="946"/>
                  </a:moveTo>
                  <a:cubicBezTo>
                    <a:pt x="3105" y="946"/>
                    <a:pt x="3337" y="981"/>
                    <a:pt x="3543" y="1062"/>
                  </a:cubicBezTo>
                  <a:cubicBezTo>
                    <a:pt x="3748" y="1142"/>
                    <a:pt x="3926" y="1258"/>
                    <a:pt x="4069" y="1410"/>
                  </a:cubicBezTo>
                  <a:cubicBezTo>
                    <a:pt x="4203" y="1570"/>
                    <a:pt x="4310" y="1757"/>
                    <a:pt x="4390" y="1980"/>
                  </a:cubicBezTo>
                  <a:cubicBezTo>
                    <a:pt x="4461" y="2212"/>
                    <a:pt x="4497" y="2471"/>
                    <a:pt x="4497" y="2774"/>
                  </a:cubicBezTo>
                  <a:lnTo>
                    <a:pt x="4497" y="2989"/>
                  </a:lnTo>
                  <a:cubicBezTo>
                    <a:pt x="4497" y="3292"/>
                    <a:pt x="4461" y="3551"/>
                    <a:pt x="4390" y="3774"/>
                  </a:cubicBezTo>
                  <a:cubicBezTo>
                    <a:pt x="4310" y="3997"/>
                    <a:pt x="4203" y="4193"/>
                    <a:pt x="4069" y="4345"/>
                  </a:cubicBezTo>
                  <a:cubicBezTo>
                    <a:pt x="3926" y="4496"/>
                    <a:pt x="3748" y="4612"/>
                    <a:pt x="3543" y="4692"/>
                  </a:cubicBezTo>
                  <a:cubicBezTo>
                    <a:pt x="3337" y="4773"/>
                    <a:pt x="3105" y="4808"/>
                    <a:pt x="2829" y="4808"/>
                  </a:cubicBezTo>
                  <a:cubicBezTo>
                    <a:pt x="2561" y="4808"/>
                    <a:pt x="2320" y="4773"/>
                    <a:pt x="2115" y="4692"/>
                  </a:cubicBezTo>
                  <a:cubicBezTo>
                    <a:pt x="1910" y="4612"/>
                    <a:pt x="1741" y="4496"/>
                    <a:pt x="1598" y="4345"/>
                  </a:cubicBezTo>
                  <a:cubicBezTo>
                    <a:pt x="1464" y="4193"/>
                    <a:pt x="1357" y="3997"/>
                    <a:pt x="1286" y="3774"/>
                  </a:cubicBezTo>
                  <a:cubicBezTo>
                    <a:pt x="1223" y="3551"/>
                    <a:pt x="1187" y="3292"/>
                    <a:pt x="1187" y="2989"/>
                  </a:cubicBezTo>
                  <a:lnTo>
                    <a:pt x="1187" y="2774"/>
                  </a:lnTo>
                  <a:cubicBezTo>
                    <a:pt x="1187" y="2471"/>
                    <a:pt x="1223" y="2212"/>
                    <a:pt x="1286" y="1980"/>
                  </a:cubicBezTo>
                  <a:cubicBezTo>
                    <a:pt x="1357" y="1757"/>
                    <a:pt x="1464" y="1570"/>
                    <a:pt x="1598" y="1410"/>
                  </a:cubicBezTo>
                  <a:cubicBezTo>
                    <a:pt x="1741" y="1258"/>
                    <a:pt x="1910" y="1142"/>
                    <a:pt x="2115" y="1062"/>
                  </a:cubicBezTo>
                  <a:cubicBezTo>
                    <a:pt x="2320" y="981"/>
                    <a:pt x="2561" y="946"/>
                    <a:pt x="2829" y="946"/>
                  </a:cubicBezTo>
                  <a:close/>
                  <a:moveTo>
                    <a:pt x="2829" y="0"/>
                  </a:moveTo>
                  <a:cubicBezTo>
                    <a:pt x="2249" y="0"/>
                    <a:pt x="1741" y="98"/>
                    <a:pt x="1321" y="312"/>
                  </a:cubicBezTo>
                  <a:cubicBezTo>
                    <a:pt x="893" y="517"/>
                    <a:pt x="563" y="830"/>
                    <a:pt x="340" y="1258"/>
                  </a:cubicBezTo>
                  <a:cubicBezTo>
                    <a:pt x="117" y="1686"/>
                    <a:pt x="1" y="2221"/>
                    <a:pt x="1" y="2882"/>
                  </a:cubicBezTo>
                  <a:cubicBezTo>
                    <a:pt x="1" y="3524"/>
                    <a:pt x="117" y="4059"/>
                    <a:pt x="340" y="4487"/>
                  </a:cubicBezTo>
                  <a:cubicBezTo>
                    <a:pt x="563" y="4915"/>
                    <a:pt x="893" y="5237"/>
                    <a:pt x="1321" y="5451"/>
                  </a:cubicBezTo>
                  <a:cubicBezTo>
                    <a:pt x="1741" y="5656"/>
                    <a:pt x="2249" y="5763"/>
                    <a:pt x="2829" y="5763"/>
                  </a:cubicBezTo>
                  <a:cubicBezTo>
                    <a:pt x="3427" y="5763"/>
                    <a:pt x="3935" y="5656"/>
                    <a:pt x="4354" y="5451"/>
                  </a:cubicBezTo>
                  <a:cubicBezTo>
                    <a:pt x="4783" y="5237"/>
                    <a:pt x="5104" y="4915"/>
                    <a:pt x="5336" y="4487"/>
                  </a:cubicBezTo>
                  <a:cubicBezTo>
                    <a:pt x="5559" y="4059"/>
                    <a:pt x="5675" y="3524"/>
                    <a:pt x="5675" y="2882"/>
                  </a:cubicBezTo>
                  <a:cubicBezTo>
                    <a:pt x="5675" y="2221"/>
                    <a:pt x="5559" y="1686"/>
                    <a:pt x="5336" y="1258"/>
                  </a:cubicBezTo>
                  <a:cubicBezTo>
                    <a:pt x="5104" y="830"/>
                    <a:pt x="4783" y="517"/>
                    <a:pt x="4354" y="312"/>
                  </a:cubicBezTo>
                  <a:cubicBezTo>
                    <a:pt x="3935" y="98"/>
                    <a:pt x="3427" y="0"/>
                    <a:pt x="28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29"/>
            <p:cNvSpPr/>
            <p:nvPr/>
          </p:nvSpPr>
          <p:spPr>
            <a:xfrm>
              <a:off x="6958625" y="1645897"/>
              <a:ext cx="186884" cy="213357"/>
            </a:xfrm>
            <a:custGeom>
              <a:rect b="b" l="l" r="r" t="t"/>
              <a:pathLst>
                <a:path extrusionOk="0" h="5674" w="4970">
                  <a:moveTo>
                    <a:pt x="0" y="0"/>
                  </a:moveTo>
                  <a:lnTo>
                    <a:pt x="0" y="3453"/>
                  </a:lnTo>
                  <a:cubicBezTo>
                    <a:pt x="0" y="3943"/>
                    <a:pt x="98" y="4354"/>
                    <a:pt x="295" y="4684"/>
                  </a:cubicBezTo>
                  <a:cubicBezTo>
                    <a:pt x="491" y="5014"/>
                    <a:pt x="776" y="5264"/>
                    <a:pt x="1142" y="5424"/>
                  </a:cubicBezTo>
                  <a:cubicBezTo>
                    <a:pt x="1517" y="5585"/>
                    <a:pt x="1963" y="5674"/>
                    <a:pt x="2480" y="5674"/>
                  </a:cubicBezTo>
                  <a:cubicBezTo>
                    <a:pt x="2998" y="5674"/>
                    <a:pt x="3444" y="5585"/>
                    <a:pt x="3818" y="5424"/>
                  </a:cubicBezTo>
                  <a:cubicBezTo>
                    <a:pt x="4184" y="5264"/>
                    <a:pt x="4470" y="5014"/>
                    <a:pt x="4675" y="4684"/>
                  </a:cubicBezTo>
                  <a:cubicBezTo>
                    <a:pt x="4871" y="4354"/>
                    <a:pt x="4969" y="3943"/>
                    <a:pt x="4969" y="3453"/>
                  </a:cubicBezTo>
                  <a:lnTo>
                    <a:pt x="4969" y="0"/>
                  </a:lnTo>
                  <a:lnTo>
                    <a:pt x="3685" y="0"/>
                  </a:lnTo>
                  <a:lnTo>
                    <a:pt x="3685" y="3426"/>
                  </a:lnTo>
                  <a:cubicBezTo>
                    <a:pt x="3685" y="3810"/>
                    <a:pt x="3578" y="4104"/>
                    <a:pt x="3372" y="4318"/>
                  </a:cubicBezTo>
                  <a:cubicBezTo>
                    <a:pt x="3158" y="4532"/>
                    <a:pt x="2864" y="4639"/>
                    <a:pt x="2471" y="4639"/>
                  </a:cubicBezTo>
                  <a:cubicBezTo>
                    <a:pt x="2088" y="4639"/>
                    <a:pt x="1793" y="4532"/>
                    <a:pt x="1588" y="4318"/>
                  </a:cubicBezTo>
                  <a:cubicBezTo>
                    <a:pt x="1383" y="4104"/>
                    <a:pt x="1276" y="3810"/>
                    <a:pt x="1276" y="3426"/>
                  </a:cubicBezTo>
                  <a:lnTo>
                    <a:pt x="12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29"/>
            <p:cNvSpPr/>
            <p:nvPr/>
          </p:nvSpPr>
          <p:spPr>
            <a:xfrm>
              <a:off x="7223610" y="1642212"/>
              <a:ext cx="187223" cy="217042"/>
            </a:xfrm>
            <a:custGeom>
              <a:rect b="b" l="l" r="r" t="t"/>
              <a:pathLst>
                <a:path extrusionOk="0" h="5772" w="4979">
                  <a:moveTo>
                    <a:pt x="2490" y="0"/>
                  </a:moveTo>
                  <a:cubicBezTo>
                    <a:pt x="2169" y="0"/>
                    <a:pt x="1865" y="27"/>
                    <a:pt x="1580" y="89"/>
                  </a:cubicBezTo>
                  <a:cubicBezTo>
                    <a:pt x="1294" y="152"/>
                    <a:pt x="1036" y="250"/>
                    <a:pt x="822" y="384"/>
                  </a:cubicBezTo>
                  <a:cubicBezTo>
                    <a:pt x="599" y="526"/>
                    <a:pt x="429" y="696"/>
                    <a:pt x="304" y="910"/>
                  </a:cubicBezTo>
                  <a:cubicBezTo>
                    <a:pt x="179" y="1124"/>
                    <a:pt x="117" y="1374"/>
                    <a:pt x="117" y="1668"/>
                  </a:cubicBezTo>
                  <a:cubicBezTo>
                    <a:pt x="117" y="1936"/>
                    <a:pt x="161" y="2159"/>
                    <a:pt x="260" y="2346"/>
                  </a:cubicBezTo>
                  <a:cubicBezTo>
                    <a:pt x="349" y="2534"/>
                    <a:pt x="483" y="2685"/>
                    <a:pt x="643" y="2810"/>
                  </a:cubicBezTo>
                  <a:cubicBezTo>
                    <a:pt x="795" y="2935"/>
                    <a:pt x="982" y="3042"/>
                    <a:pt x="1178" y="3122"/>
                  </a:cubicBezTo>
                  <a:cubicBezTo>
                    <a:pt x="1384" y="3203"/>
                    <a:pt x="1589" y="3274"/>
                    <a:pt x="1803" y="3328"/>
                  </a:cubicBezTo>
                  <a:cubicBezTo>
                    <a:pt x="2017" y="3381"/>
                    <a:pt x="2231" y="3435"/>
                    <a:pt x="2427" y="3479"/>
                  </a:cubicBezTo>
                  <a:cubicBezTo>
                    <a:pt x="2633" y="3524"/>
                    <a:pt x="2811" y="3577"/>
                    <a:pt x="2972" y="3631"/>
                  </a:cubicBezTo>
                  <a:cubicBezTo>
                    <a:pt x="3132" y="3684"/>
                    <a:pt x="3257" y="3756"/>
                    <a:pt x="3346" y="3836"/>
                  </a:cubicBezTo>
                  <a:cubicBezTo>
                    <a:pt x="3444" y="3916"/>
                    <a:pt x="3489" y="4023"/>
                    <a:pt x="3489" y="4148"/>
                  </a:cubicBezTo>
                  <a:cubicBezTo>
                    <a:pt x="3489" y="4220"/>
                    <a:pt x="3480" y="4291"/>
                    <a:pt x="3444" y="4345"/>
                  </a:cubicBezTo>
                  <a:cubicBezTo>
                    <a:pt x="3418" y="4398"/>
                    <a:pt x="3373" y="4452"/>
                    <a:pt x="3311" y="4487"/>
                  </a:cubicBezTo>
                  <a:cubicBezTo>
                    <a:pt x="3248" y="4532"/>
                    <a:pt x="3177" y="4568"/>
                    <a:pt x="3096" y="4594"/>
                  </a:cubicBezTo>
                  <a:cubicBezTo>
                    <a:pt x="3016" y="4621"/>
                    <a:pt x="2918" y="4639"/>
                    <a:pt x="2820" y="4648"/>
                  </a:cubicBezTo>
                  <a:cubicBezTo>
                    <a:pt x="2713" y="4657"/>
                    <a:pt x="2606" y="4666"/>
                    <a:pt x="2490" y="4666"/>
                  </a:cubicBezTo>
                  <a:cubicBezTo>
                    <a:pt x="2267" y="4666"/>
                    <a:pt x="2079" y="4639"/>
                    <a:pt x="1919" y="4594"/>
                  </a:cubicBezTo>
                  <a:cubicBezTo>
                    <a:pt x="1758" y="4550"/>
                    <a:pt x="1633" y="4470"/>
                    <a:pt x="1544" y="4371"/>
                  </a:cubicBezTo>
                  <a:cubicBezTo>
                    <a:pt x="1455" y="4264"/>
                    <a:pt x="1410" y="4122"/>
                    <a:pt x="1410" y="3952"/>
                  </a:cubicBezTo>
                  <a:cubicBezTo>
                    <a:pt x="1410" y="3934"/>
                    <a:pt x="1410" y="3916"/>
                    <a:pt x="1410" y="3890"/>
                  </a:cubicBezTo>
                  <a:cubicBezTo>
                    <a:pt x="1410" y="3863"/>
                    <a:pt x="1410" y="3845"/>
                    <a:pt x="1410" y="3827"/>
                  </a:cubicBezTo>
                  <a:lnTo>
                    <a:pt x="10" y="3827"/>
                  </a:lnTo>
                  <a:cubicBezTo>
                    <a:pt x="1" y="3845"/>
                    <a:pt x="1" y="3863"/>
                    <a:pt x="1" y="3890"/>
                  </a:cubicBezTo>
                  <a:lnTo>
                    <a:pt x="1" y="3970"/>
                  </a:lnTo>
                  <a:cubicBezTo>
                    <a:pt x="1" y="4300"/>
                    <a:pt x="72" y="4585"/>
                    <a:pt x="206" y="4817"/>
                  </a:cubicBezTo>
                  <a:cubicBezTo>
                    <a:pt x="340" y="5040"/>
                    <a:pt x="527" y="5228"/>
                    <a:pt x="759" y="5371"/>
                  </a:cubicBezTo>
                  <a:cubicBezTo>
                    <a:pt x="1000" y="5513"/>
                    <a:pt x="1268" y="5611"/>
                    <a:pt x="1580" y="5674"/>
                  </a:cubicBezTo>
                  <a:cubicBezTo>
                    <a:pt x="1883" y="5736"/>
                    <a:pt x="2213" y="5772"/>
                    <a:pt x="2570" y="5772"/>
                  </a:cubicBezTo>
                  <a:cubicBezTo>
                    <a:pt x="3025" y="5772"/>
                    <a:pt x="3444" y="5710"/>
                    <a:pt x="3801" y="5585"/>
                  </a:cubicBezTo>
                  <a:cubicBezTo>
                    <a:pt x="4167" y="5460"/>
                    <a:pt x="4461" y="5263"/>
                    <a:pt x="4667" y="4987"/>
                  </a:cubicBezTo>
                  <a:cubicBezTo>
                    <a:pt x="4872" y="4719"/>
                    <a:pt x="4979" y="4362"/>
                    <a:pt x="4979" y="3916"/>
                  </a:cubicBezTo>
                  <a:cubicBezTo>
                    <a:pt x="4979" y="3667"/>
                    <a:pt x="4934" y="3444"/>
                    <a:pt x="4836" y="3265"/>
                  </a:cubicBezTo>
                  <a:cubicBezTo>
                    <a:pt x="4738" y="3087"/>
                    <a:pt x="4613" y="2935"/>
                    <a:pt x="4452" y="2819"/>
                  </a:cubicBezTo>
                  <a:cubicBezTo>
                    <a:pt x="4292" y="2694"/>
                    <a:pt x="4104" y="2596"/>
                    <a:pt x="3908" y="2516"/>
                  </a:cubicBezTo>
                  <a:cubicBezTo>
                    <a:pt x="3703" y="2436"/>
                    <a:pt x="3498" y="2373"/>
                    <a:pt x="3284" y="2320"/>
                  </a:cubicBezTo>
                  <a:cubicBezTo>
                    <a:pt x="3070" y="2275"/>
                    <a:pt x="2864" y="2221"/>
                    <a:pt x="2668" y="2177"/>
                  </a:cubicBezTo>
                  <a:cubicBezTo>
                    <a:pt x="2463" y="2132"/>
                    <a:pt x="2285" y="2079"/>
                    <a:pt x="2124" y="2025"/>
                  </a:cubicBezTo>
                  <a:cubicBezTo>
                    <a:pt x="1955" y="1972"/>
                    <a:pt x="1830" y="1909"/>
                    <a:pt x="1731" y="1829"/>
                  </a:cubicBezTo>
                  <a:cubicBezTo>
                    <a:pt x="1642" y="1758"/>
                    <a:pt x="1598" y="1659"/>
                    <a:pt x="1598" y="1543"/>
                  </a:cubicBezTo>
                  <a:cubicBezTo>
                    <a:pt x="1598" y="1445"/>
                    <a:pt x="1633" y="1356"/>
                    <a:pt x="1705" y="1285"/>
                  </a:cubicBezTo>
                  <a:cubicBezTo>
                    <a:pt x="1776" y="1213"/>
                    <a:pt x="1883" y="1160"/>
                    <a:pt x="2017" y="1124"/>
                  </a:cubicBezTo>
                  <a:cubicBezTo>
                    <a:pt x="2160" y="1088"/>
                    <a:pt x="2329" y="1071"/>
                    <a:pt x="2525" y="1071"/>
                  </a:cubicBezTo>
                  <a:cubicBezTo>
                    <a:pt x="2731" y="1071"/>
                    <a:pt x="2891" y="1097"/>
                    <a:pt x="3034" y="1151"/>
                  </a:cubicBezTo>
                  <a:cubicBezTo>
                    <a:pt x="3168" y="1213"/>
                    <a:pt x="3266" y="1285"/>
                    <a:pt x="3337" y="1383"/>
                  </a:cubicBezTo>
                  <a:cubicBezTo>
                    <a:pt x="3400" y="1472"/>
                    <a:pt x="3435" y="1588"/>
                    <a:pt x="3435" y="1713"/>
                  </a:cubicBezTo>
                  <a:lnTo>
                    <a:pt x="3435" y="1766"/>
                  </a:lnTo>
                  <a:lnTo>
                    <a:pt x="4836" y="1766"/>
                  </a:lnTo>
                  <a:lnTo>
                    <a:pt x="4836" y="1668"/>
                  </a:lnTo>
                  <a:cubicBezTo>
                    <a:pt x="4827" y="1374"/>
                    <a:pt x="4765" y="1124"/>
                    <a:pt x="4640" y="919"/>
                  </a:cubicBezTo>
                  <a:cubicBezTo>
                    <a:pt x="4524" y="714"/>
                    <a:pt x="4354" y="535"/>
                    <a:pt x="4131" y="402"/>
                  </a:cubicBezTo>
                  <a:cubicBezTo>
                    <a:pt x="3917" y="259"/>
                    <a:pt x="3667" y="161"/>
                    <a:pt x="3391" y="98"/>
                  </a:cubicBezTo>
                  <a:cubicBezTo>
                    <a:pt x="3114" y="27"/>
                    <a:pt x="2811" y="0"/>
                    <a:pt x="249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29"/>
            <p:cNvSpPr/>
            <p:nvPr/>
          </p:nvSpPr>
          <p:spPr>
            <a:xfrm>
              <a:off x="7489309" y="1645559"/>
              <a:ext cx="181169" cy="210010"/>
            </a:xfrm>
            <a:custGeom>
              <a:rect b="b" l="l" r="r" t="t"/>
              <a:pathLst>
                <a:path extrusionOk="0" h="5585" w="4818">
                  <a:moveTo>
                    <a:pt x="0" y="0"/>
                  </a:moveTo>
                  <a:lnTo>
                    <a:pt x="0" y="5585"/>
                  </a:lnTo>
                  <a:lnTo>
                    <a:pt x="4818" y="5585"/>
                  </a:lnTo>
                  <a:lnTo>
                    <a:pt x="4818" y="4300"/>
                  </a:lnTo>
                  <a:lnTo>
                    <a:pt x="1686" y="4300"/>
                  </a:lnTo>
                  <a:lnTo>
                    <a:pt x="1686" y="3364"/>
                  </a:lnTo>
                  <a:lnTo>
                    <a:pt x="4443" y="3364"/>
                  </a:lnTo>
                  <a:lnTo>
                    <a:pt x="4443" y="2132"/>
                  </a:lnTo>
                  <a:lnTo>
                    <a:pt x="1686" y="2132"/>
                  </a:lnTo>
                  <a:lnTo>
                    <a:pt x="1686" y="1276"/>
                  </a:lnTo>
                  <a:lnTo>
                    <a:pt x="4764" y="1276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29"/>
            <p:cNvSpPr/>
            <p:nvPr/>
          </p:nvSpPr>
          <p:spPr>
            <a:xfrm>
              <a:off x="4935498" y="1646235"/>
              <a:ext cx="178837" cy="208995"/>
            </a:xfrm>
            <a:custGeom>
              <a:rect b="b" l="l" r="r" t="t"/>
              <a:pathLst>
                <a:path extrusionOk="0" h="5558" w="4756">
                  <a:moveTo>
                    <a:pt x="2552" y="437"/>
                  </a:moveTo>
                  <a:cubicBezTo>
                    <a:pt x="3524" y="437"/>
                    <a:pt x="4318" y="1231"/>
                    <a:pt x="4318" y="2204"/>
                  </a:cubicBezTo>
                  <a:lnTo>
                    <a:pt x="4318" y="3354"/>
                  </a:lnTo>
                  <a:cubicBezTo>
                    <a:pt x="4318" y="4327"/>
                    <a:pt x="3524" y="5112"/>
                    <a:pt x="2552" y="5112"/>
                  </a:cubicBezTo>
                  <a:lnTo>
                    <a:pt x="437" y="5112"/>
                  </a:lnTo>
                  <a:lnTo>
                    <a:pt x="437" y="437"/>
                  </a:lnTo>
                  <a:close/>
                  <a:moveTo>
                    <a:pt x="0" y="0"/>
                  </a:moveTo>
                  <a:lnTo>
                    <a:pt x="0" y="5558"/>
                  </a:lnTo>
                  <a:lnTo>
                    <a:pt x="2552" y="5558"/>
                  </a:lnTo>
                  <a:cubicBezTo>
                    <a:pt x="3765" y="5558"/>
                    <a:pt x="4755" y="4568"/>
                    <a:pt x="4755" y="3354"/>
                  </a:cubicBezTo>
                  <a:lnTo>
                    <a:pt x="4755" y="2204"/>
                  </a:lnTo>
                  <a:cubicBezTo>
                    <a:pt x="4755" y="981"/>
                    <a:pt x="3765" y="0"/>
                    <a:pt x="25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6" name="Google Shape;536;p29"/>
          <p:cNvSpPr/>
          <p:nvPr/>
        </p:nvSpPr>
        <p:spPr>
          <a:xfrm flipH="1">
            <a:off x="2313600" y="1028700"/>
            <a:ext cx="2267700" cy="2267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537" name="Google Shape;537;p29"/>
          <p:cNvCxnSpPr>
            <a:stCxn id="536" idx="0"/>
          </p:cNvCxnSpPr>
          <p:nvPr/>
        </p:nvCxnSpPr>
        <p:spPr>
          <a:xfrm>
            <a:off x="3447450" y="1028700"/>
            <a:ext cx="56967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8" name="Google Shape;538;p29"/>
          <p:cNvCxnSpPr>
            <a:stCxn id="536" idx="2"/>
          </p:cNvCxnSpPr>
          <p:nvPr/>
        </p:nvCxnSpPr>
        <p:spPr>
          <a:xfrm>
            <a:off x="2313600" y="2162550"/>
            <a:ext cx="0" cy="29625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9" name="Google Shape;539;p29"/>
          <p:cNvSpPr txBox="1"/>
          <p:nvPr>
            <p:ph type="title"/>
          </p:nvPr>
        </p:nvSpPr>
        <p:spPr>
          <a:xfrm>
            <a:off x="4674750" y="2596313"/>
            <a:ext cx="35550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Montserrat"/>
              <a:buNone/>
              <a:defRPr sz="2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1944">
          <p15:clr>
            <a:srgbClr val="FA7B17"/>
          </p15:clr>
        </p15:guide>
        <p15:guide id="25" orient="horz" pos="2268">
          <p15:clr>
            <a:srgbClr val="FA7B17"/>
          </p15:clr>
        </p15:guide>
        <p15:guide id="26" orient="horz" pos="2592">
          <p15:clr>
            <a:srgbClr val="FA7B17"/>
          </p15:clr>
        </p15:guide>
        <p15:guide id="27" orient="horz" pos="2916">
          <p15:clr>
            <a:srgbClr val="FA7B17"/>
          </p15:clr>
        </p15:guide>
        <p15:guide id="28" pos="2928">
          <p15:clr>
            <a:srgbClr val="FA7B17"/>
          </p15:clr>
        </p15:guide>
        <p15:guide id="29" orient="horz" pos="1974">
          <p15:clr>
            <a:srgbClr val="FA7B17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es">
  <p:cSld name="CUSTOM_9"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30"/>
          <p:cNvSpPr/>
          <p:nvPr/>
        </p:nvSpPr>
        <p:spPr>
          <a:xfrm>
            <a:off x="509613" y="1676400"/>
            <a:ext cx="2046030" cy="89152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30"/>
          <p:cNvSpPr/>
          <p:nvPr/>
        </p:nvSpPr>
        <p:spPr>
          <a:xfrm>
            <a:off x="6400900" y="0"/>
            <a:ext cx="2743200" cy="51759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3" name="Google Shape;543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175900" y="568206"/>
            <a:ext cx="4337365" cy="6134641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30"/>
          <p:cNvSpPr/>
          <p:nvPr/>
        </p:nvSpPr>
        <p:spPr>
          <a:xfrm flipH="1" rot="10800000">
            <a:off x="0" y="1038138"/>
            <a:ext cx="66600" cy="4106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8A6DF1"/>
              </a:solidFill>
            </a:endParaRPr>
          </a:p>
        </p:txBody>
      </p:sp>
      <p:sp>
        <p:nvSpPr>
          <p:cNvPr id="545" name="Google Shape;545;p30"/>
          <p:cNvSpPr txBox="1"/>
          <p:nvPr/>
        </p:nvSpPr>
        <p:spPr>
          <a:xfrm>
            <a:off x="456913" y="1243538"/>
            <a:ext cx="8230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Conclusiones</a:t>
            </a:r>
            <a:endParaRPr sz="2500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546" name="Google Shape;546;p30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547" name="Google Shape;547;p30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30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9" name="Google Shape;549;p30"/>
          <p:cNvSpPr txBox="1"/>
          <p:nvPr>
            <p:ph idx="1" type="body"/>
          </p:nvPr>
        </p:nvSpPr>
        <p:spPr>
          <a:xfrm>
            <a:off x="457988" y="2115000"/>
            <a:ext cx="3893400" cy="26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332">
          <p15:clr>
            <a:srgbClr val="FA7B17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>
  <p:cSld name="CUSTOM_3">
    <p:bg>
      <p:bgPr>
        <a:solidFill>
          <a:srgbClr val="000000"/>
        </a:soli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1" name="Google Shape;551;p31"/>
          <p:cNvGrpSpPr/>
          <p:nvPr/>
        </p:nvGrpSpPr>
        <p:grpSpPr>
          <a:xfrm>
            <a:off x="456894" y="447932"/>
            <a:ext cx="1125991" cy="90007"/>
            <a:chOff x="4935498" y="1642212"/>
            <a:chExt cx="2734980" cy="217042"/>
          </a:xfrm>
        </p:grpSpPr>
        <p:sp>
          <p:nvSpPr>
            <p:cNvPr id="552" name="Google Shape;552;p31"/>
            <p:cNvSpPr/>
            <p:nvPr/>
          </p:nvSpPr>
          <p:spPr>
            <a:xfrm>
              <a:off x="5197136" y="1646235"/>
              <a:ext cx="18839" cy="209333"/>
            </a:xfrm>
            <a:custGeom>
              <a:rect b="b" l="l" r="r" t="t"/>
              <a:pathLst>
                <a:path extrusionOk="0" h="5567" w="501">
                  <a:moveTo>
                    <a:pt x="1" y="0"/>
                  </a:moveTo>
                  <a:lnTo>
                    <a:pt x="1" y="5567"/>
                  </a:lnTo>
                  <a:lnTo>
                    <a:pt x="500" y="55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53" name="Google Shape;553;p31"/>
            <p:cNvSpPr/>
            <p:nvPr/>
          </p:nvSpPr>
          <p:spPr>
            <a:xfrm>
              <a:off x="5299114" y="1642550"/>
              <a:ext cx="199293" cy="216703"/>
            </a:xfrm>
            <a:custGeom>
              <a:rect b="b" l="l" r="r" t="t"/>
              <a:pathLst>
                <a:path extrusionOk="0" h="5763" w="5300">
                  <a:moveTo>
                    <a:pt x="2820" y="0"/>
                  </a:moveTo>
                  <a:cubicBezTo>
                    <a:pt x="2204" y="0"/>
                    <a:pt x="1687" y="107"/>
                    <a:pt x="1268" y="321"/>
                  </a:cubicBezTo>
                  <a:cubicBezTo>
                    <a:pt x="848" y="544"/>
                    <a:pt x="527" y="865"/>
                    <a:pt x="322" y="1294"/>
                  </a:cubicBezTo>
                  <a:cubicBezTo>
                    <a:pt x="108" y="1722"/>
                    <a:pt x="1" y="2248"/>
                    <a:pt x="1" y="2882"/>
                  </a:cubicBezTo>
                  <a:cubicBezTo>
                    <a:pt x="1" y="3845"/>
                    <a:pt x="233" y="4568"/>
                    <a:pt x="697" y="5049"/>
                  </a:cubicBezTo>
                  <a:cubicBezTo>
                    <a:pt x="1161" y="5522"/>
                    <a:pt x="1856" y="5763"/>
                    <a:pt x="2775" y="5763"/>
                  </a:cubicBezTo>
                  <a:cubicBezTo>
                    <a:pt x="3043" y="5763"/>
                    <a:pt x="3302" y="5727"/>
                    <a:pt x="3560" y="5674"/>
                  </a:cubicBezTo>
                  <a:cubicBezTo>
                    <a:pt x="3810" y="5620"/>
                    <a:pt x="4042" y="5522"/>
                    <a:pt x="4256" y="5397"/>
                  </a:cubicBezTo>
                  <a:cubicBezTo>
                    <a:pt x="4470" y="5272"/>
                    <a:pt x="4649" y="5103"/>
                    <a:pt x="4774" y="4898"/>
                  </a:cubicBezTo>
                  <a:lnTo>
                    <a:pt x="4845" y="5665"/>
                  </a:lnTo>
                  <a:lnTo>
                    <a:pt x="5300" y="5665"/>
                  </a:lnTo>
                  <a:lnTo>
                    <a:pt x="5300" y="2783"/>
                  </a:lnTo>
                  <a:lnTo>
                    <a:pt x="2632" y="2783"/>
                  </a:lnTo>
                  <a:lnTo>
                    <a:pt x="2632" y="3265"/>
                  </a:lnTo>
                  <a:lnTo>
                    <a:pt x="4738" y="3265"/>
                  </a:lnTo>
                  <a:lnTo>
                    <a:pt x="4738" y="3408"/>
                  </a:lnTo>
                  <a:cubicBezTo>
                    <a:pt x="4738" y="3827"/>
                    <a:pt x="4666" y="4175"/>
                    <a:pt x="4542" y="4452"/>
                  </a:cubicBezTo>
                  <a:cubicBezTo>
                    <a:pt x="4408" y="4728"/>
                    <a:pt x="4203" y="4933"/>
                    <a:pt x="3908" y="5067"/>
                  </a:cubicBezTo>
                  <a:cubicBezTo>
                    <a:pt x="3623" y="5201"/>
                    <a:pt x="3230" y="5263"/>
                    <a:pt x="2748" y="5263"/>
                  </a:cubicBezTo>
                  <a:cubicBezTo>
                    <a:pt x="2302" y="5263"/>
                    <a:pt x="1919" y="5192"/>
                    <a:pt x="1598" y="5040"/>
                  </a:cubicBezTo>
                  <a:cubicBezTo>
                    <a:pt x="1276" y="4889"/>
                    <a:pt x="1027" y="4639"/>
                    <a:pt x="857" y="4300"/>
                  </a:cubicBezTo>
                  <a:cubicBezTo>
                    <a:pt x="679" y="3961"/>
                    <a:pt x="598" y="3515"/>
                    <a:pt x="598" y="2971"/>
                  </a:cubicBezTo>
                  <a:lnTo>
                    <a:pt x="598" y="2792"/>
                  </a:lnTo>
                  <a:cubicBezTo>
                    <a:pt x="598" y="2382"/>
                    <a:pt x="643" y="2034"/>
                    <a:pt x="750" y="1740"/>
                  </a:cubicBezTo>
                  <a:cubicBezTo>
                    <a:pt x="848" y="1445"/>
                    <a:pt x="1000" y="1213"/>
                    <a:pt x="1196" y="1026"/>
                  </a:cubicBezTo>
                  <a:cubicBezTo>
                    <a:pt x="1392" y="839"/>
                    <a:pt x="1624" y="705"/>
                    <a:pt x="1901" y="616"/>
                  </a:cubicBezTo>
                  <a:cubicBezTo>
                    <a:pt x="2169" y="535"/>
                    <a:pt x="2481" y="491"/>
                    <a:pt x="2820" y="491"/>
                  </a:cubicBezTo>
                  <a:cubicBezTo>
                    <a:pt x="3087" y="491"/>
                    <a:pt x="3346" y="517"/>
                    <a:pt x="3578" y="571"/>
                  </a:cubicBezTo>
                  <a:cubicBezTo>
                    <a:pt x="3810" y="616"/>
                    <a:pt x="4015" y="705"/>
                    <a:pt x="4185" y="821"/>
                  </a:cubicBezTo>
                  <a:cubicBezTo>
                    <a:pt x="4354" y="937"/>
                    <a:pt x="4488" y="1088"/>
                    <a:pt x="4586" y="1285"/>
                  </a:cubicBezTo>
                  <a:cubicBezTo>
                    <a:pt x="4684" y="1472"/>
                    <a:pt x="4738" y="1713"/>
                    <a:pt x="4738" y="1989"/>
                  </a:cubicBezTo>
                  <a:lnTo>
                    <a:pt x="5300" y="1989"/>
                  </a:lnTo>
                  <a:cubicBezTo>
                    <a:pt x="5300" y="1659"/>
                    <a:pt x="5246" y="1365"/>
                    <a:pt x="5130" y="1115"/>
                  </a:cubicBezTo>
                  <a:cubicBezTo>
                    <a:pt x="5023" y="865"/>
                    <a:pt x="4854" y="660"/>
                    <a:pt x="4640" y="500"/>
                  </a:cubicBezTo>
                  <a:cubicBezTo>
                    <a:pt x="4426" y="330"/>
                    <a:pt x="4167" y="205"/>
                    <a:pt x="3864" y="125"/>
                  </a:cubicBezTo>
                  <a:cubicBezTo>
                    <a:pt x="3560" y="36"/>
                    <a:pt x="3212" y="0"/>
                    <a:pt x="28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54" name="Google Shape;554;p31"/>
            <p:cNvSpPr/>
            <p:nvPr/>
          </p:nvSpPr>
          <p:spPr>
            <a:xfrm>
              <a:off x="5599031" y="1646235"/>
              <a:ext cx="24517" cy="209333"/>
            </a:xfrm>
            <a:custGeom>
              <a:rect b="b" l="l" r="r" t="t"/>
              <a:pathLst>
                <a:path extrusionOk="0" h="5567" w="652">
                  <a:moveTo>
                    <a:pt x="0" y="0"/>
                  </a:moveTo>
                  <a:lnTo>
                    <a:pt x="0" y="5567"/>
                  </a:lnTo>
                  <a:lnTo>
                    <a:pt x="651" y="5567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55" name="Google Shape;555;p31"/>
            <p:cNvSpPr/>
            <p:nvPr/>
          </p:nvSpPr>
          <p:spPr>
            <a:xfrm>
              <a:off x="5703679" y="1645897"/>
              <a:ext cx="173122" cy="209672"/>
            </a:xfrm>
            <a:custGeom>
              <a:rect b="b" l="l" r="r" t="t"/>
              <a:pathLst>
                <a:path extrusionOk="0" h="5576" w="4604">
                  <a:moveTo>
                    <a:pt x="1" y="0"/>
                  </a:moveTo>
                  <a:lnTo>
                    <a:pt x="1" y="651"/>
                  </a:lnTo>
                  <a:lnTo>
                    <a:pt x="1927" y="651"/>
                  </a:lnTo>
                  <a:lnTo>
                    <a:pt x="1927" y="5576"/>
                  </a:lnTo>
                  <a:lnTo>
                    <a:pt x="2677" y="5576"/>
                  </a:lnTo>
                  <a:lnTo>
                    <a:pt x="2677" y="651"/>
                  </a:lnTo>
                  <a:lnTo>
                    <a:pt x="4604" y="651"/>
                  </a:lnTo>
                  <a:lnTo>
                    <a:pt x="460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56" name="Google Shape;556;p31"/>
            <p:cNvSpPr/>
            <p:nvPr/>
          </p:nvSpPr>
          <p:spPr>
            <a:xfrm>
              <a:off x="5915344" y="1646235"/>
              <a:ext cx="206363" cy="209333"/>
            </a:xfrm>
            <a:custGeom>
              <a:rect b="b" l="l" r="r" t="t"/>
              <a:pathLst>
                <a:path extrusionOk="0" h="5567" w="5488">
                  <a:moveTo>
                    <a:pt x="2739" y="714"/>
                  </a:moveTo>
                  <a:cubicBezTo>
                    <a:pt x="2775" y="812"/>
                    <a:pt x="2802" y="910"/>
                    <a:pt x="2838" y="1017"/>
                  </a:cubicBezTo>
                  <a:cubicBezTo>
                    <a:pt x="2873" y="1124"/>
                    <a:pt x="2909" y="1231"/>
                    <a:pt x="2954" y="1338"/>
                  </a:cubicBezTo>
                  <a:cubicBezTo>
                    <a:pt x="2989" y="1445"/>
                    <a:pt x="3025" y="1543"/>
                    <a:pt x="3052" y="1624"/>
                  </a:cubicBezTo>
                  <a:cubicBezTo>
                    <a:pt x="3078" y="1704"/>
                    <a:pt x="3105" y="1775"/>
                    <a:pt x="3132" y="1820"/>
                  </a:cubicBezTo>
                  <a:lnTo>
                    <a:pt x="3774" y="3515"/>
                  </a:lnTo>
                  <a:lnTo>
                    <a:pt x="1651" y="3515"/>
                  </a:lnTo>
                  <a:lnTo>
                    <a:pt x="2302" y="1820"/>
                  </a:lnTo>
                  <a:cubicBezTo>
                    <a:pt x="2338" y="1740"/>
                    <a:pt x="2374" y="1633"/>
                    <a:pt x="2418" y="1499"/>
                  </a:cubicBezTo>
                  <a:cubicBezTo>
                    <a:pt x="2463" y="1365"/>
                    <a:pt x="2516" y="1231"/>
                    <a:pt x="2561" y="1089"/>
                  </a:cubicBezTo>
                  <a:cubicBezTo>
                    <a:pt x="2606" y="955"/>
                    <a:pt x="2650" y="830"/>
                    <a:pt x="2695" y="714"/>
                  </a:cubicBezTo>
                  <a:close/>
                  <a:moveTo>
                    <a:pt x="2195" y="0"/>
                  </a:moveTo>
                  <a:lnTo>
                    <a:pt x="1" y="5567"/>
                  </a:lnTo>
                  <a:lnTo>
                    <a:pt x="866" y="5567"/>
                  </a:lnTo>
                  <a:lnTo>
                    <a:pt x="1375" y="4229"/>
                  </a:lnTo>
                  <a:lnTo>
                    <a:pt x="4051" y="4229"/>
                  </a:lnTo>
                  <a:lnTo>
                    <a:pt x="4577" y="5567"/>
                  </a:lnTo>
                  <a:lnTo>
                    <a:pt x="5487" y="556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57" name="Google Shape;557;p31"/>
            <p:cNvSpPr/>
            <p:nvPr/>
          </p:nvSpPr>
          <p:spPr>
            <a:xfrm>
              <a:off x="6194467" y="1645897"/>
              <a:ext cx="139919" cy="209672"/>
            </a:xfrm>
            <a:custGeom>
              <a:rect b="b" l="l" r="r" t="t"/>
              <a:pathLst>
                <a:path extrusionOk="0" h="5576" w="3721">
                  <a:moveTo>
                    <a:pt x="0" y="0"/>
                  </a:moveTo>
                  <a:lnTo>
                    <a:pt x="0" y="5576"/>
                  </a:lnTo>
                  <a:lnTo>
                    <a:pt x="3720" y="5576"/>
                  </a:lnTo>
                  <a:lnTo>
                    <a:pt x="3720" y="4764"/>
                  </a:lnTo>
                  <a:lnTo>
                    <a:pt x="937" y="4764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58" name="Google Shape;558;p31"/>
            <p:cNvSpPr/>
            <p:nvPr/>
          </p:nvSpPr>
          <p:spPr>
            <a:xfrm>
              <a:off x="6410155" y="1645897"/>
              <a:ext cx="176469" cy="209672"/>
            </a:xfrm>
            <a:custGeom>
              <a:rect b="b" l="l" r="r" t="t"/>
              <a:pathLst>
                <a:path extrusionOk="0" h="5576" w="4693">
                  <a:moveTo>
                    <a:pt x="0" y="0"/>
                  </a:moveTo>
                  <a:lnTo>
                    <a:pt x="0" y="5576"/>
                  </a:lnTo>
                  <a:lnTo>
                    <a:pt x="1035" y="5576"/>
                  </a:lnTo>
                  <a:lnTo>
                    <a:pt x="1035" y="3167"/>
                  </a:lnTo>
                  <a:lnTo>
                    <a:pt x="3658" y="3167"/>
                  </a:lnTo>
                  <a:lnTo>
                    <a:pt x="3658" y="5576"/>
                  </a:lnTo>
                  <a:lnTo>
                    <a:pt x="4693" y="5576"/>
                  </a:lnTo>
                  <a:lnTo>
                    <a:pt x="4693" y="0"/>
                  </a:lnTo>
                  <a:lnTo>
                    <a:pt x="3658" y="0"/>
                  </a:lnTo>
                  <a:lnTo>
                    <a:pt x="3658" y="2275"/>
                  </a:lnTo>
                  <a:lnTo>
                    <a:pt x="1035" y="227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59" name="Google Shape;559;p31"/>
            <p:cNvSpPr/>
            <p:nvPr/>
          </p:nvSpPr>
          <p:spPr>
            <a:xfrm>
              <a:off x="6666416" y="1642550"/>
              <a:ext cx="213394" cy="216703"/>
            </a:xfrm>
            <a:custGeom>
              <a:rect b="b" l="l" r="r" t="t"/>
              <a:pathLst>
                <a:path extrusionOk="0" h="5763" w="5675">
                  <a:moveTo>
                    <a:pt x="2829" y="946"/>
                  </a:moveTo>
                  <a:cubicBezTo>
                    <a:pt x="3105" y="946"/>
                    <a:pt x="3337" y="981"/>
                    <a:pt x="3543" y="1062"/>
                  </a:cubicBezTo>
                  <a:cubicBezTo>
                    <a:pt x="3748" y="1142"/>
                    <a:pt x="3926" y="1258"/>
                    <a:pt x="4069" y="1410"/>
                  </a:cubicBezTo>
                  <a:cubicBezTo>
                    <a:pt x="4203" y="1570"/>
                    <a:pt x="4310" y="1757"/>
                    <a:pt x="4390" y="1980"/>
                  </a:cubicBezTo>
                  <a:cubicBezTo>
                    <a:pt x="4461" y="2212"/>
                    <a:pt x="4497" y="2471"/>
                    <a:pt x="4497" y="2774"/>
                  </a:cubicBezTo>
                  <a:lnTo>
                    <a:pt x="4497" y="2989"/>
                  </a:lnTo>
                  <a:cubicBezTo>
                    <a:pt x="4497" y="3292"/>
                    <a:pt x="4461" y="3551"/>
                    <a:pt x="4390" y="3774"/>
                  </a:cubicBezTo>
                  <a:cubicBezTo>
                    <a:pt x="4310" y="3997"/>
                    <a:pt x="4203" y="4193"/>
                    <a:pt x="4069" y="4345"/>
                  </a:cubicBezTo>
                  <a:cubicBezTo>
                    <a:pt x="3926" y="4496"/>
                    <a:pt x="3748" y="4612"/>
                    <a:pt x="3543" y="4692"/>
                  </a:cubicBezTo>
                  <a:cubicBezTo>
                    <a:pt x="3337" y="4773"/>
                    <a:pt x="3105" y="4808"/>
                    <a:pt x="2829" y="4808"/>
                  </a:cubicBezTo>
                  <a:cubicBezTo>
                    <a:pt x="2561" y="4808"/>
                    <a:pt x="2320" y="4773"/>
                    <a:pt x="2115" y="4692"/>
                  </a:cubicBezTo>
                  <a:cubicBezTo>
                    <a:pt x="1910" y="4612"/>
                    <a:pt x="1741" y="4496"/>
                    <a:pt x="1598" y="4345"/>
                  </a:cubicBezTo>
                  <a:cubicBezTo>
                    <a:pt x="1464" y="4193"/>
                    <a:pt x="1357" y="3997"/>
                    <a:pt x="1286" y="3774"/>
                  </a:cubicBezTo>
                  <a:cubicBezTo>
                    <a:pt x="1223" y="3551"/>
                    <a:pt x="1187" y="3292"/>
                    <a:pt x="1187" y="2989"/>
                  </a:cubicBezTo>
                  <a:lnTo>
                    <a:pt x="1187" y="2774"/>
                  </a:lnTo>
                  <a:cubicBezTo>
                    <a:pt x="1187" y="2471"/>
                    <a:pt x="1223" y="2212"/>
                    <a:pt x="1286" y="1980"/>
                  </a:cubicBezTo>
                  <a:cubicBezTo>
                    <a:pt x="1357" y="1757"/>
                    <a:pt x="1464" y="1570"/>
                    <a:pt x="1598" y="1410"/>
                  </a:cubicBezTo>
                  <a:cubicBezTo>
                    <a:pt x="1741" y="1258"/>
                    <a:pt x="1910" y="1142"/>
                    <a:pt x="2115" y="1062"/>
                  </a:cubicBezTo>
                  <a:cubicBezTo>
                    <a:pt x="2320" y="981"/>
                    <a:pt x="2561" y="946"/>
                    <a:pt x="2829" y="946"/>
                  </a:cubicBezTo>
                  <a:close/>
                  <a:moveTo>
                    <a:pt x="2829" y="0"/>
                  </a:moveTo>
                  <a:cubicBezTo>
                    <a:pt x="2249" y="0"/>
                    <a:pt x="1741" y="98"/>
                    <a:pt x="1321" y="312"/>
                  </a:cubicBezTo>
                  <a:cubicBezTo>
                    <a:pt x="893" y="517"/>
                    <a:pt x="563" y="830"/>
                    <a:pt x="340" y="1258"/>
                  </a:cubicBezTo>
                  <a:cubicBezTo>
                    <a:pt x="117" y="1686"/>
                    <a:pt x="1" y="2221"/>
                    <a:pt x="1" y="2882"/>
                  </a:cubicBezTo>
                  <a:cubicBezTo>
                    <a:pt x="1" y="3524"/>
                    <a:pt x="117" y="4059"/>
                    <a:pt x="340" y="4487"/>
                  </a:cubicBezTo>
                  <a:cubicBezTo>
                    <a:pt x="563" y="4915"/>
                    <a:pt x="893" y="5237"/>
                    <a:pt x="1321" y="5451"/>
                  </a:cubicBezTo>
                  <a:cubicBezTo>
                    <a:pt x="1741" y="5656"/>
                    <a:pt x="2249" y="5763"/>
                    <a:pt x="2829" y="5763"/>
                  </a:cubicBezTo>
                  <a:cubicBezTo>
                    <a:pt x="3427" y="5763"/>
                    <a:pt x="3935" y="5656"/>
                    <a:pt x="4354" y="5451"/>
                  </a:cubicBezTo>
                  <a:cubicBezTo>
                    <a:pt x="4783" y="5237"/>
                    <a:pt x="5104" y="4915"/>
                    <a:pt x="5336" y="4487"/>
                  </a:cubicBezTo>
                  <a:cubicBezTo>
                    <a:pt x="5559" y="4059"/>
                    <a:pt x="5675" y="3524"/>
                    <a:pt x="5675" y="2882"/>
                  </a:cubicBezTo>
                  <a:cubicBezTo>
                    <a:pt x="5675" y="2221"/>
                    <a:pt x="5559" y="1686"/>
                    <a:pt x="5336" y="1258"/>
                  </a:cubicBezTo>
                  <a:cubicBezTo>
                    <a:pt x="5104" y="830"/>
                    <a:pt x="4783" y="517"/>
                    <a:pt x="4354" y="312"/>
                  </a:cubicBezTo>
                  <a:cubicBezTo>
                    <a:pt x="3935" y="98"/>
                    <a:pt x="3427" y="0"/>
                    <a:pt x="28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60" name="Google Shape;560;p31"/>
            <p:cNvSpPr/>
            <p:nvPr/>
          </p:nvSpPr>
          <p:spPr>
            <a:xfrm>
              <a:off x="6958625" y="1645897"/>
              <a:ext cx="186884" cy="213357"/>
            </a:xfrm>
            <a:custGeom>
              <a:rect b="b" l="l" r="r" t="t"/>
              <a:pathLst>
                <a:path extrusionOk="0" h="5674" w="4970">
                  <a:moveTo>
                    <a:pt x="0" y="0"/>
                  </a:moveTo>
                  <a:lnTo>
                    <a:pt x="0" y="3453"/>
                  </a:lnTo>
                  <a:cubicBezTo>
                    <a:pt x="0" y="3943"/>
                    <a:pt x="98" y="4354"/>
                    <a:pt x="295" y="4684"/>
                  </a:cubicBezTo>
                  <a:cubicBezTo>
                    <a:pt x="491" y="5014"/>
                    <a:pt x="776" y="5264"/>
                    <a:pt x="1142" y="5424"/>
                  </a:cubicBezTo>
                  <a:cubicBezTo>
                    <a:pt x="1517" y="5585"/>
                    <a:pt x="1963" y="5674"/>
                    <a:pt x="2480" y="5674"/>
                  </a:cubicBezTo>
                  <a:cubicBezTo>
                    <a:pt x="2998" y="5674"/>
                    <a:pt x="3444" y="5585"/>
                    <a:pt x="3818" y="5424"/>
                  </a:cubicBezTo>
                  <a:cubicBezTo>
                    <a:pt x="4184" y="5264"/>
                    <a:pt x="4470" y="5014"/>
                    <a:pt x="4675" y="4684"/>
                  </a:cubicBezTo>
                  <a:cubicBezTo>
                    <a:pt x="4871" y="4354"/>
                    <a:pt x="4969" y="3943"/>
                    <a:pt x="4969" y="3453"/>
                  </a:cubicBezTo>
                  <a:lnTo>
                    <a:pt x="4969" y="0"/>
                  </a:lnTo>
                  <a:lnTo>
                    <a:pt x="3685" y="0"/>
                  </a:lnTo>
                  <a:lnTo>
                    <a:pt x="3685" y="3426"/>
                  </a:lnTo>
                  <a:cubicBezTo>
                    <a:pt x="3685" y="3810"/>
                    <a:pt x="3578" y="4104"/>
                    <a:pt x="3372" y="4318"/>
                  </a:cubicBezTo>
                  <a:cubicBezTo>
                    <a:pt x="3158" y="4532"/>
                    <a:pt x="2864" y="4639"/>
                    <a:pt x="2471" y="4639"/>
                  </a:cubicBezTo>
                  <a:cubicBezTo>
                    <a:pt x="2088" y="4639"/>
                    <a:pt x="1793" y="4532"/>
                    <a:pt x="1588" y="4318"/>
                  </a:cubicBezTo>
                  <a:cubicBezTo>
                    <a:pt x="1383" y="4104"/>
                    <a:pt x="1276" y="3810"/>
                    <a:pt x="1276" y="3426"/>
                  </a:cubicBezTo>
                  <a:lnTo>
                    <a:pt x="12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61" name="Google Shape;561;p31"/>
            <p:cNvSpPr/>
            <p:nvPr/>
          </p:nvSpPr>
          <p:spPr>
            <a:xfrm>
              <a:off x="7223610" y="1642212"/>
              <a:ext cx="187223" cy="217042"/>
            </a:xfrm>
            <a:custGeom>
              <a:rect b="b" l="l" r="r" t="t"/>
              <a:pathLst>
                <a:path extrusionOk="0" h="5772" w="4979">
                  <a:moveTo>
                    <a:pt x="2490" y="0"/>
                  </a:moveTo>
                  <a:cubicBezTo>
                    <a:pt x="2169" y="0"/>
                    <a:pt x="1865" y="27"/>
                    <a:pt x="1580" y="89"/>
                  </a:cubicBezTo>
                  <a:cubicBezTo>
                    <a:pt x="1294" y="152"/>
                    <a:pt x="1036" y="250"/>
                    <a:pt x="822" y="384"/>
                  </a:cubicBezTo>
                  <a:cubicBezTo>
                    <a:pt x="599" y="526"/>
                    <a:pt x="429" y="696"/>
                    <a:pt x="304" y="910"/>
                  </a:cubicBezTo>
                  <a:cubicBezTo>
                    <a:pt x="179" y="1124"/>
                    <a:pt x="117" y="1374"/>
                    <a:pt x="117" y="1668"/>
                  </a:cubicBezTo>
                  <a:cubicBezTo>
                    <a:pt x="117" y="1936"/>
                    <a:pt x="161" y="2159"/>
                    <a:pt x="260" y="2346"/>
                  </a:cubicBezTo>
                  <a:cubicBezTo>
                    <a:pt x="349" y="2534"/>
                    <a:pt x="483" y="2685"/>
                    <a:pt x="643" y="2810"/>
                  </a:cubicBezTo>
                  <a:cubicBezTo>
                    <a:pt x="795" y="2935"/>
                    <a:pt x="982" y="3042"/>
                    <a:pt x="1178" y="3122"/>
                  </a:cubicBezTo>
                  <a:cubicBezTo>
                    <a:pt x="1384" y="3203"/>
                    <a:pt x="1589" y="3274"/>
                    <a:pt x="1803" y="3328"/>
                  </a:cubicBezTo>
                  <a:cubicBezTo>
                    <a:pt x="2017" y="3381"/>
                    <a:pt x="2231" y="3435"/>
                    <a:pt x="2427" y="3479"/>
                  </a:cubicBezTo>
                  <a:cubicBezTo>
                    <a:pt x="2633" y="3524"/>
                    <a:pt x="2811" y="3577"/>
                    <a:pt x="2972" y="3631"/>
                  </a:cubicBezTo>
                  <a:cubicBezTo>
                    <a:pt x="3132" y="3684"/>
                    <a:pt x="3257" y="3756"/>
                    <a:pt x="3346" y="3836"/>
                  </a:cubicBezTo>
                  <a:cubicBezTo>
                    <a:pt x="3444" y="3916"/>
                    <a:pt x="3489" y="4023"/>
                    <a:pt x="3489" y="4148"/>
                  </a:cubicBezTo>
                  <a:cubicBezTo>
                    <a:pt x="3489" y="4220"/>
                    <a:pt x="3480" y="4291"/>
                    <a:pt x="3444" y="4345"/>
                  </a:cubicBezTo>
                  <a:cubicBezTo>
                    <a:pt x="3418" y="4398"/>
                    <a:pt x="3373" y="4452"/>
                    <a:pt x="3311" y="4487"/>
                  </a:cubicBezTo>
                  <a:cubicBezTo>
                    <a:pt x="3248" y="4532"/>
                    <a:pt x="3177" y="4568"/>
                    <a:pt x="3096" y="4594"/>
                  </a:cubicBezTo>
                  <a:cubicBezTo>
                    <a:pt x="3016" y="4621"/>
                    <a:pt x="2918" y="4639"/>
                    <a:pt x="2820" y="4648"/>
                  </a:cubicBezTo>
                  <a:cubicBezTo>
                    <a:pt x="2713" y="4657"/>
                    <a:pt x="2606" y="4666"/>
                    <a:pt x="2490" y="4666"/>
                  </a:cubicBezTo>
                  <a:cubicBezTo>
                    <a:pt x="2267" y="4666"/>
                    <a:pt x="2079" y="4639"/>
                    <a:pt x="1919" y="4594"/>
                  </a:cubicBezTo>
                  <a:cubicBezTo>
                    <a:pt x="1758" y="4550"/>
                    <a:pt x="1633" y="4470"/>
                    <a:pt x="1544" y="4371"/>
                  </a:cubicBezTo>
                  <a:cubicBezTo>
                    <a:pt x="1455" y="4264"/>
                    <a:pt x="1410" y="4122"/>
                    <a:pt x="1410" y="3952"/>
                  </a:cubicBezTo>
                  <a:cubicBezTo>
                    <a:pt x="1410" y="3934"/>
                    <a:pt x="1410" y="3916"/>
                    <a:pt x="1410" y="3890"/>
                  </a:cubicBezTo>
                  <a:cubicBezTo>
                    <a:pt x="1410" y="3863"/>
                    <a:pt x="1410" y="3845"/>
                    <a:pt x="1410" y="3827"/>
                  </a:cubicBezTo>
                  <a:lnTo>
                    <a:pt x="10" y="3827"/>
                  </a:lnTo>
                  <a:cubicBezTo>
                    <a:pt x="1" y="3845"/>
                    <a:pt x="1" y="3863"/>
                    <a:pt x="1" y="3890"/>
                  </a:cubicBezTo>
                  <a:lnTo>
                    <a:pt x="1" y="3970"/>
                  </a:lnTo>
                  <a:cubicBezTo>
                    <a:pt x="1" y="4300"/>
                    <a:pt x="72" y="4585"/>
                    <a:pt x="206" y="4817"/>
                  </a:cubicBezTo>
                  <a:cubicBezTo>
                    <a:pt x="340" y="5040"/>
                    <a:pt x="527" y="5228"/>
                    <a:pt x="759" y="5371"/>
                  </a:cubicBezTo>
                  <a:cubicBezTo>
                    <a:pt x="1000" y="5513"/>
                    <a:pt x="1268" y="5611"/>
                    <a:pt x="1580" y="5674"/>
                  </a:cubicBezTo>
                  <a:cubicBezTo>
                    <a:pt x="1883" y="5736"/>
                    <a:pt x="2213" y="5772"/>
                    <a:pt x="2570" y="5772"/>
                  </a:cubicBezTo>
                  <a:cubicBezTo>
                    <a:pt x="3025" y="5772"/>
                    <a:pt x="3444" y="5710"/>
                    <a:pt x="3801" y="5585"/>
                  </a:cubicBezTo>
                  <a:cubicBezTo>
                    <a:pt x="4167" y="5460"/>
                    <a:pt x="4461" y="5263"/>
                    <a:pt x="4667" y="4987"/>
                  </a:cubicBezTo>
                  <a:cubicBezTo>
                    <a:pt x="4872" y="4719"/>
                    <a:pt x="4979" y="4362"/>
                    <a:pt x="4979" y="3916"/>
                  </a:cubicBezTo>
                  <a:cubicBezTo>
                    <a:pt x="4979" y="3667"/>
                    <a:pt x="4934" y="3444"/>
                    <a:pt x="4836" y="3265"/>
                  </a:cubicBezTo>
                  <a:cubicBezTo>
                    <a:pt x="4738" y="3087"/>
                    <a:pt x="4613" y="2935"/>
                    <a:pt x="4452" y="2819"/>
                  </a:cubicBezTo>
                  <a:cubicBezTo>
                    <a:pt x="4292" y="2694"/>
                    <a:pt x="4104" y="2596"/>
                    <a:pt x="3908" y="2516"/>
                  </a:cubicBezTo>
                  <a:cubicBezTo>
                    <a:pt x="3703" y="2436"/>
                    <a:pt x="3498" y="2373"/>
                    <a:pt x="3284" y="2320"/>
                  </a:cubicBezTo>
                  <a:cubicBezTo>
                    <a:pt x="3070" y="2275"/>
                    <a:pt x="2864" y="2221"/>
                    <a:pt x="2668" y="2177"/>
                  </a:cubicBezTo>
                  <a:cubicBezTo>
                    <a:pt x="2463" y="2132"/>
                    <a:pt x="2285" y="2079"/>
                    <a:pt x="2124" y="2025"/>
                  </a:cubicBezTo>
                  <a:cubicBezTo>
                    <a:pt x="1955" y="1972"/>
                    <a:pt x="1830" y="1909"/>
                    <a:pt x="1731" y="1829"/>
                  </a:cubicBezTo>
                  <a:cubicBezTo>
                    <a:pt x="1642" y="1758"/>
                    <a:pt x="1598" y="1659"/>
                    <a:pt x="1598" y="1543"/>
                  </a:cubicBezTo>
                  <a:cubicBezTo>
                    <a:pt x="1598" y="1445"/>
                    <a:pt x="1633" y="1356"/>
                    <a:pt x="1705" y="1285"/>
                  </a:cubicBezTo>
                  <a:cubicBezTo>
                    <a:pt x="1776" y="1213"/>
                    <a:pt x="1883" y="1160"/>
                    <a:pt x="2017" y="1124"/>
                  </a:cubicBezTo>
                  <a:cubicBezTo>
                    <a:pt x="2160" y="1088"/>
                    <a:pt x="2329" y="1071"/>
                    <a:pt x="2525" y="1071"/>
                  </a:cubicBezTo>
                  <a:cubicBezTo>
                    <a:pt x="2731" y="1071"/>
                    <a:pt x="2891" y="1097"/>
                    <a:pt x="3034" y="1151"/>
                  </a:cubicBezTo>
                  <a:cubicBezTo>
                    <a:pt x="3168" y="1213"/>
                    <a:pt x="3266" y="1285"/>
                    <a:pt x="3337" y="1383"/>
                  </a:cubicBezTo>
                  <a:cubicBezTo>
                    <a:pt x="3400" y="1472"/>
                    <a:pt x="3435" y="1588"/>
                    <a:pt x="3435" y="1713"/>
                  </a:cubicBezTo>
                  <a:lnTo>
                    <a:pt x="3435" y="1766"/>
                  </a:lnTo>
                  <a:lnTo>
                    <a:pt x="4836" y="1766"/>
                  </a:lnTo>
                  <a:lnTo>
                    <a:pt x="4836" y="1668"/>
                  </a:lnTo>
                  <a:cubicBezTo>
                    <a:pt x="4827" y="1374"/>
                    <a:pt x="4765" y="1124"/>
                    <a:pt x="4640" y="919"/>
                  </a:cubicBezTo>
                  <a:cubicBezTo>
                    <a:pt x="4524" y="714"/>
                    <a:pt x="4354" y="535"/>
                    <a:pt x="4131" y="402"/>
                  </a:cubicBezTo>
                  <a:cubicBezTo>
                    <a:pt x="3917" y="259"/>
                    <a:pt x="3667" y="161"/>
                    <a:pt x="3391" y="98"/>
                  </a:cubicBezTo>
                  <a:cubicBezTo>
                    <a:pt x="3114" y="27"/>
                    <a:pt x="2811" y="0"/>
                    <a:pt x="24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62" name="Google Shape;562;p31"/>
            <p:cNvSpPr/>
            <p:nvPr/>
          </p:nvSpPr>
          <p:spPr>
            <a:xfrm>
              <a:off x="7489309" y="1645559"/>
              <a:ext cx="181169" cy="210010"/>
            </a:xfrm>
            <a:custGeom>
              <a:rect b="b" l="l" r="r" t="t"/>
              <a:pathLst>
                <a:path extrusionOk="0" h="5585" w="4818">
                  <a:moveTo>
                    <a:pt x="0" y="0"/>
                  </a:moveTo>
                  <a:lnTo>
                    <a:pt x="0" y="5585"/>
                  </a:lnTo>
                  <a:lnTo>
                    <a:pt x="4818" y="5585"/>
                  </a:lnTo>
                  <a:lnTo>
                    <a:pt x="4818" y="4300"/>
                  </a:lnTo>
                  <a:lnTo>
                    <a:pt x="1686" y="4300"/>
                  </a:lnTo>
                  <a:lnTo>
                    <a:pt x="1686" y="3364"/>
                  </a:lnTo>
                  <a:lnTo>
                    <a:pt x="4443" y="3364"/>
                  </a:lnTo>
                  <a:lnTo>
                    <a:pt x="4443" y="2132"/>
                  </a:lnTo>
                  <a:lnTo>
                    <a:pt x="1686" y="2132"/>
                  </a:lnTo>
                  <a:lnTo>
                    <a:pt x="1686" y="1276"/>
                  </a:lnTo>
                  <a:lnTo>
                    <a:pt x="4764" y="1276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63" name="Google Shape;563;p31"/>
            <p:cNvSpPr/>
            <p:nvPr/>
          </p:nvSpPr>
          <p:spPr>
            <a:xfrm>
              <a:off x="4935498" y="1646235"/>
              <a:ext cx="178837" cy="208995"/>
            </a:xfrm>
            <a:custGeom>
              <a:rect b="b" l="l" r="r" t="t"/>
              <a:pathLst>
                <a:path extrusionOk="0" h="5558" w="4756">
                  <a:moveTo>
                    <a:pt x="2552" y="437"/>
                  </a:moveTo>
                  <a:cubicBezTo>
                    <a:pt x="3524" y="437"/>
                    <a:pt x="4318" y="1231"/>
                    <a:pt x="4318" y="2204"/>
                  </a:cubicBezTo>
                  <a:lnTo>
                    <a:pt x="4318" y="3354"/>
                  </a:lnTo>
                  <a:cubicBezTo>
                    <a:pt x="4318" y="4327"/>
                    <a:pt x="3524" y="5112"/>
                    <a:pt x="2552" y="5112"/>
                  </a:cubicBezTo>
                  <a:lnTo>
                    <a:pt x="437" y="5112"/>
                  </a:lnTo>
                  <a:lnTo>
                    <a:pt x="437" y="437"/>
                  </a:lnTo>
                  <a:close/>
                  <a:moveTo>
                    <a:pt x="0" y="0"/>
                  </a:moveTo>
                  <a:lnTo>
                    <a:pt x="0" y="5558"/>
                  </a:lnTo>
                  <a:lnTo>
                    <a:pt x="2552" y="5558"/>
                  </a:lnTo>
                  <a:cubicBezTo>
                    <a:pt x="3765" y="5558"/>
                    <a:pt x="4755" y="4568"/>
                    <a:pt x="4755" y="3354"/>
                  </a:cubicBezTo>
                  <a:lnTo>
                    <a:pt x="4755" y="2204"/>
                  </a:lnTo>
                  <a:cubicBezTo>
                    <a:pt x="4755" y="981"/>
                    <a:pt x="3765" y="0"/>
                    <a:pt x="25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</p:grpSp>
      <p:sp>
        <p:nvSpPr>
          <p:cNvPr id="564" name="Google Shape;564;p31"/>
          <p:cNvSpPr/>
          <p:nvPr/>
        </p:nvSpPr>
        <p:spPr>
          <a:xfrm flipH="1">
            <a:off x="8229600" y="1028700"/>
            <a:ext cx="914700" cy="411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565" name="Google Shape;565;p31"/>
          <p:cNvSpPr/>
          <p:nvPr/>
        </p:nvSpPr>
        <p:spPr>
          <a:xfrm>
            <a:off x="4572000" y="1028700"/>
            <a:ext cx="2267700" cy="2267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566" name="Google Shape;566;p31"/>
          <p:cNvCxnSpPr>
            <a:stCxn id="565" idx="0"/>
          </p:cNvCxnSpPr>
          <p:nvPr/>
        </p:nvCxnSpPr>
        <p:spPr>
          <a:xfrm rot="10800000">
            <a:off x="9450" y="1028700"/>
            <a:ext cx="56964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7" name="Google Shape;567;p31"/>
          <p:cNvCxnSpPr>
            <a:stCxn id="565" idx="2"/>
          </p:cNvCxnSpPr>
          <p:nvPr/>
        </p:nvCxnSpPr>
        <p:spPr>
          <a:xfrm>
            <a:off x="6839700" y="2162550"/>
            <a:ext cx="0" cy="29625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68" name="Google Shape;568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1950" y="3949943"/>
            <a:ext cx="2178826" cy="886212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31"/>
          <p:cNvSpPr txBox="1"/>
          <p:nvPr>
            <p:ph type="title"/>
          </p:nvPr>
        </p:nvSpPr>
        <p:spPr>
          <a:xfrm>
            <a:off x="496163" y="1769625"/>
            <a:ext cx="46971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 SemiBold"/>
              <a:buNone/>
              <a:defRPr sz="3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452">
          <p15:clr>
            <a:srgbClr val="FA7B17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dor">
  <p:cSld name="CUSTOM_5">
    <p:bg>
      <p:bgPr>
        <a:solidFill>
          <a:schemeClr val="accent3"/>
        </a:solidFill>
      </p:bgPr>
    </p:bg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2"/>
          <p:cNvSpPr/>
          <p:nvPr/>
        </p:nvSpPr>
        <p:spPr>
          <a:xfrm rot="10800000">
            <a:off x="7667775" y="3327750"/>
            <a:ext cx="1301400" cy="1301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FFFFFF"/>
              </a:solidFill>
            </a:endParaRPr>
          </a:p>
        </p:txBody>
      </p:sp>
      <p:cxnSp>
        <p:nvCxnSpPr>
          <p:cNvPr id="572" name="Google Shape;572;p32"/>
          <p:cNvCxnSpPr/>
          <p:nvPr/>
        </p:nvCxnSpPr>
        <p:spPr>
          <a:xfrm>
            <a:off x="8309300" y="4629150"/>
            <a:ext cx="8412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3" name="Google Shape;573;p32"/>
          <p:cNvSpPr/>
          <p:nvPr/>
        </p:nvSpPr>
        <p:spPr>
          <a:xfrm flipH="1">
            <a:off x="7667775" y="1076550"/>
            <a:ext cx="1301400" cy="1301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FFFFFF"/>
              </a:solidFill>
            </a:endParaRPr>
          </a:p>
        </p:txBody>
      </p:sp>
      <p:cxnSp>
        <p:nvCxnSpPr>
          <p:cNvPr id="574" name="Google Shape;574;p32"/>
          <p:cNvCxnSpPr/>
          <p:nvPr/>
        </p:nvCxnSpPr>
        <p:spPr>
          <a:xfrm>
            <a:off x="8309300" y="1076550"/>
            <a:ext cx="8412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5" name="Google Shape;575;p32"/>
          <p:cNvCxnSpPr>
            <a:stCxn id="573" idx="2"/>
            <a:endCxn id="571" idx="2"/>
          </p:cNvCxnSpPr>
          <p:nvPr/>
        </p:nvCxnSpPr>
        <p:spPr>
          <a:xfrm>
            <a:off x="7667775" y="1727400"/>
            <a:ext cx="0" cy="22512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6" name="Google Shape;576;p32"/>
          <p:cNvSpPr/>
          <p:nvPr/>
        </p:nvSpPr>
        <p:spPr>
          <a:xfrm>
            <a:off x="-1082347" y="2057400"/>
            <a:ext cx="2454900" cy="68550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577" name="Google Shape;577;p32"/>
          <p:cNvSpPr txBox="1"/>
          <p:nvPr>
            <p:ph type="title"/>
          </p:nvPr>
        </p:nvSpPr>
        <p:spPr>
          <a:xfrm>
            <a:off x="184025" y="2092650"/>
            <a:ext cx="923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78" name="Google Shape;578;p32"/>
          <p:cNvSpPr txBox="1"/>
          <p:nvPr>
            <p:ph idx="2" type="title"/>
          </p:nvPr>
        </p:nvSpPr>
        <p:spPr>
          <a:xfrm>
            <a:off x="1619400" y="2092650"/>
            <a:ext cx="50505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Font typeface="Montserrat"/>
              <a:buNone/>
              <a:defRPr sz="35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1020">
          <p15:clr>
            <a:srgbClr val="FA7B17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">
  <p:cSld name="CUSTOM_6"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33"/>
          <p:cNvSpPr/>
          <p:nvPr/>
        </p:nvSpPr>
        <p:spPr>
          <a:xfrm>
            <a:off x="5021300" y="-33325"/>
            <a:ext cx="4123800" cy="509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1" name="Google Shape;581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43400" y="1794650"/>
            <a:ext cx="2839852" cy="2673253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33"/>
          <p:cNvSpPr/>
          <p:nvPr/>
        </p:nvSpPr>
        <p:spPr>
          <a:xfrm rot="10800000">
            <a:off x="213370" y="2636738"/>
            <a:ext cx="1818000" cy="18180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583" name="Google Shape;583;p33"/>
          <p:cNvCxnSpPr>
            <a:stCxn id="582" idx="2"/>
          </p:cNvCxnSpPr>
          <p:nvPr/>
        </p:nvCxnSpPr>
        <p:spPr>
          <a:xfrm rot="10800000">
            <a:off x="213370" y="-9262"/>
            <a:ext cx="0" cy="35550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4" name="Google Shape;584;p33"/>
          <p:cNvSpPr/>
          <p:nvPr/>
        </p:nvSpPr>
        <p:spPr>
          <a:xfrm flipH="1" rot="-5400000">
            <a:off x="4759100" y="757788"/>
            <a:ext cx="83700" cy="8688000"/>
          </a:xfrm>
          <a:prstGeom prst="rect">
            <a:avLst/>
          </a:prstGeom>
          <a:solidFill>
            <a:srgbClr val="99761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</p:txBody>
      </p:sp>
      <p:cxnSp>
        <p:nvCxnSpPr>
          <p:cNvPr id="585" name="Google Shape;585;p33"/>
          <p:cNvCxnSpPr>
            <a:stCxn id="582" idx="0"/>
          </p:cNvCxnSpPr>
          <p:nvPr/>
        </p:nvCxnSpPr>
        <p:spPr>
          <a:xfrm>
            <a:off x="1122370" y="4454738"/>
            <a:ext cx="80136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6" name="Google Shape;586;p33"/>
          <p:cNvSpPr txBox="1"/>
          <p:nvPr>
            <p:ph type="title"/>
          </p:nvPr>
        </p:nvSpPr>
        <p:spPr>
          <a:xfrm>
            <a:off x="914425" y="677100"/>
            <a:ext cx="3435900" cy="28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Font typeface="Montserrat"/>
              <a:buNone/>
              <a:defRPr sz="25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587" name="Google Shape;587;p33"/>
          <p:cNvSpPr txBox="1"/>
          <p:nvPr>
            <p:ph idx="1" type="subTitle"/>
          </p:nvPr>
        </p:nvSpPr>
        <p:spPr>
          <a:xfrm>
            <a:off x="914425" y="3850150"/>
            <a:ext cx="33741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532">
          <p15:clr>
            <a:srgbClr val="FA7B17"/>
          </p15:clr>
        </p15:guide>
        <p15:guide id="2" pos="576">
          <p15:clr>
            <a:srgbClr val="FA7B17"/>
          </p15:clr>
        </p15:guide>
        <p15:guide id="3" orient="horz" pos="2234">
          <p15:clr>
            <a:srgbClr val="FA7B17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intro">
  <p:cSld name="CUSTOM_4"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34"/>
          <p:cNvSpPr/>
          <p:nvPr/>
        </p:nvSpPr>
        <p:spPr>
          <a:xfrm flipH="1" rot="10800000">
            <a:off x="456900" y="1049850"/>
            <a:ext cx="6382200" cy="3579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accent1"/>
              </a:solidFill>
            </a:endParaRPr>
          </a:p>
        </p:txBody>
      </p:sp>
      <p:sp>
        <p:nvSpPr>
          <p:cNvPr id="590" name="Google Shape;590;p34"/>
          <p:cNvSpPr/>
          <p:nvPr/>
        </p:nvSpPr>
        <p:spPr>
          <a:xfrm rot="10800000">
            <a:off x="7667775" y="3327750"/>
            <a:ext cx="1301400" cy="1301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591" name="Google Shape;591;p34"/>
          <p:cNvCxnSpPr/>
          <p:nvPr/>
        </p:nvCxnSpPr>
        <p:spPr>
          <a:xfrm>
            <a:off x="8309300" y="4629150"/>
            <a:ext cx="8412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2" name="Google Shape;592;p34"/>
          <p:cNvSpPr/>
          <p:nvPr/>
        </p:nvSpPr>
        <p:spPr>
          <a:xfrm flipH="1">
            <a:off x="7667775" y="1076550"/>
            <a:ext cx="1301400" cy="1301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593" name="Google Shape;593;p34"/>
          <p:cNvCxnSpPr/>
          <p:nvPr/>
        </p:nvCxnSpPr>
        <p:spPr>
          <a:xfrm>
            <a:off x="8309300" y="1076550"/>
            <a:ext cx="8412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4" name="Google Shape;594;p34"/>
          <p:cNvCxnSpPr>
            <a:stCxn id="592" idx="2"/>
            <a:endCxn id="590" idx="2"/>
          </p:cNvCxnSpPr>
          <p:nvPr/>
        </p:nvCxnSpPr>
        <p:spPr>
          <a:xfrm>
            <a:off x="7667775" y="1727400"/>
            <a:ext cx="0" cy="225120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95" name="Google Shape;595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5714673" y="2571750"/>
            <a:ext cx="2286633" cy="21532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6" name="Google Shape;596;p34"/>
          <p:cNvGrpSpPr/>
          <p:nvPr/>
        </p:nvGrpSpPr>
        <p:grpSpPr>
          <a:xfrm>
            <a:off x="456875" y="618432"/>
            <a:ext cx="2671543" cy="422911"/>
            <a:chOff x="913750" y="1236863"/>
            <a:chExt cx="5343086" cy="845821"/>
          </a:xfrm>
        </p:grpSpPr>
        <p:sp>
          <p:nvSpPr>
            <p:cNvPr id="597" name="Google Shape;597;p34"/>
            <p:cNvSpPr/>
            <p:nvPr/>
          </p:nvSpPr>
          <p:spPr>
            <a:xfrm rot="-5400000">
              <a:off x="1596850" y="553885"/>
              <a:ext cx="845700" cy="22119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34"/>
            <p:cNvSpPr/>
            <p:nvPr/>
          </p:nvSpPr>
          <p:spPr>
            <a:xfrm>
              <a:off x="3996936" y="1236867"/>
              <a:ext cx="2259900" cy="8457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34"/>
            <p:cNvSpPr/>
            <p:nvPr/>
          </p:nvSpPr>
          <p:spPr>
            <a:xfrm>
              <a:off x="5493646" y="1376867"/>
              <a:ext cx="565800" cy="565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34"/>
            <p:cNvSpPr/>
            <p:nvPr/>
          </p:nvSpPr>
          <p:spPr>
            <a:xfrm>
              <a:off x="3151108" y="1236863"/>
              <a:ext cx="845700" cy="845700"/>
            </a:xfrm>
            <a:prstGeom prst="ellipse">
              <a:avLst/>
            </a:prstGeom>
            <a:noFill/>
            <a:ln cap="flat" cmpd="sng" w="3810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1" name="Google Shape;601;p34"/>
          <p:cNvSpPr txBox="1"/>
          <p:nvPr>
            <p:ph idx="1" type="subTitle"/>
          </p:nvPr>
        </p:nvSpPr>
        <p:spPr>
          <a:xfrm>
            <a:off x="1207313" y="2133475"/>
            <a:ext cx="4687800" cy="17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Montserrat Medium"/>
              <a:buNone/>
              <a:defRPr sz="25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44">
          <p15:clr>
            <a:srgbClr val="FA7B17"/>
          </p15:clr>
        </p15:guide>
        <p15:guide id="2" pos="3713">
          <p15:clr>
            <a:srgbClr val="FA7B17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base">
  <p:cSld name="CUSTOM_2"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3" name="Google Shape;603;p35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604" name="Google Shape;604;p35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35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6" name="Google Shape;606;p35"/>
          <p:cNvSpPr/>
          <p:nvPr/>
        </p:nvSpPr>
        <p:spPr>
          <a:xfrm flipH="1" rot="10800000">
            <a:off x="0" y="1038138"/>
            <a:ext cx="66600" cy="4106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8A6DF1"/>
              </a:solidFill>
            </a:endParaRPr>
          </a:p>
        </p:txBody>
      </p:sp>
      <p:sp>
        <p:nvSpPr>
          <p:cNvPr id="607" name="Google Shape;607;p35"/>
          <p:cNvSpPr txBox="1"/>
          <p:nvPr>
            <p:ph type="title"/>
          </p:nvPr>
        </p:nvSpPr>
        <p:spPr>
          <a:xfrm>
            <a:off x="456975" y="1243538"/>
            <a:ext cx="828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Montserrat SemiBold"/>
              <a:buNone/>
              <a:defRPr sz="25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608" name="Google Shape;608;p35"/>
          <p:cNvSpPr txBox="1"/>
          <p:nvPr>
            <p:ph idx="1" type="body"/>
          </p:nvPr>
        </p:nvSpPr>
        <p:spPr>
          <a:xfrm>
            <a:off x="457988" y="2218400"/>
            <a:ext cx="3893400" cy="15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609" name="Google Shape;609;p35"/>
          <p:cNvSpPr txBox="1"/>
          <p:nvPr>
            <p:ph idx="2" type="body"/>
          </p:nvPr>
        </p:nvSpPr>
        <p:spPr>
          <a:xfrm>
            <a:off x="4793713" y="2218400"/>
            <a:ext cx="3893400" cy="15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26">
          <p15:clr>
            <a:srgbClr val="FA7B17"/>
          </p15:clr>
        </p15:guide>
        <p15:guide id="2" orient="horz" pos="1278">
          <p15:clr>
            <a:srgbClr val="FA7B17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>
  <p:cSld name="CUSTOM_10"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1" name="Google Shape;611;p36"/>
          <p:cNvGrpSpPr/>
          <p:nvPr/>
        </p:nvGrpSpPr>
        <p:grpSpPr>
          <a:xfrm flipH="1">
            <a:off x="908182" y="1026588"/>
            <a:ext cx="8253004" cy="4112250"/>
            <a:chOff x="376006" y="684875"/>
            <a:chExt cx="16506008" cy="8224500"/>
          </a:xfrm>
        </p:grpSpPr>
        <p:sp>
          <p:nvSpPr>
            <p:cNvPr id="612" name="Google Shape;612;p36"/>
            <p:cNvSpPr/>
            <p:nvPr/>
          </p:nvSpPr>
          <p:spPr>
            <a:xfrm>
              <a:off x="13246014" y="684875"/>
              <a:ext cx="3636000" cy="3636000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cxnSp>
          <p:nvCxnSpPr>
            <p:cNvPr id="613" name="Google Shape;613;p36"/>
            <p:cNvCxnSpPr/>
            <p:nvPr/>
          </p:nvCxnSpPr>
          <p:spPr>
            <a:xfrm rot="10800000">
              <a:off x="376006" y="684875"/>
              <a:ext cx="14716200" cy="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4" name="Google Shape;614;p36"/>
            <p:cNvCxnSpPr>
              <a:stCxn id="612" idx="2"/>
            </p:cNvCxnSpPr>
            <p:nvPr/>
          </p:nvCxnSpPr>
          <p:spPr>
            <a:xfrm>
              <a:off x="16882014" y="2502875"/>
              <a:ext cx="0" cy="640650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15" name="Google Shape;615;p36"/>
          <p:cNvSpPr txBox="1"/>
          <p:nvPr>
            <p:ph idx="1" type="body"/>
          </p:nvPr>
        </p:nvSpPr>
        <p:spPr>
          <a:xfrm>
            <a:off x="1828825" y="2953188"/>
            <a:ext cx="2521500" cy="17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616" name="Google Shape;616;p36"/>
          <p:cNvSpPr txBox="1"/>
          <p:nvPr>
            <p:ph idx="2" type="body"/>
          </p:nvPr>
        </p:nvSpPr>
        <p:spPr>
          <a:xfrm>
            <a:off x="4793713" y="1879513"/>
            <a:ext cx="3893400" cy="28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617" name="Google Shape;617;p36"/>
          <p:cNvSpPr txBox="1"/>
          <p:nvPr>
            <p:ph type="title"/>
          </p:nvPr>
        </p:nvSpPr>
        <p:spPr>
          <a:xfrm>
            <a:off x="1828825" y="1879513"/>
            <a:ext cx="25215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Montserrat SemiBold"/>
              <a:buNone/>
              <a:defRPr sz="25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52">
          <p15:clr>
            <a:srgbClr val="FA7B17"/>
          </p15:clr>
        </p15:guide>
        <p15:guide id="2" orient="horz" pos="1184">
          <p15:clr>
            <a:srgbClr val="FA7B17"/>
          </p15:clr>
        </p15:guide>
        <p15:guide id="3" orient="horz" pos="1860">
          <p15:clr>
            <a:srgbClr val="FA7B17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 1">
  <p:cSld name="CUSTOM_7"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37"/>
          <p:cNvSpPr/>
          <p:nvPr/>
        </p:nvSpPr>
        <p:spPr>
          <a:xfrm flipH="1">
            <a:off x="175" y="-1625"/>
            <a:ext cx="3504300" cy="514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37"/>
          <p:cNvSpPr txBox="1"/>
          <p:nvPr/>
        </p:nvSpPr>
        <p:spPr>
          <a:xfrm>
            <a:off x="456950" y="464625"/>
            <a:ext cx="1218300" cy="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>
                <a:latin typeface="Archivo"/>
                <a:ea typeface="Archivo"/>
                <a:cs typeface="Archivo"/>
                <a:sym typeface="Archivo"/>
              </a:rPr>
              <a:t>Certified Tech Developer</a:t>
            </a:r>
            <a:endParaRPr sz="8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21" name="Google Shape;621;p37"/>
          <p:cNvSpPr txBox="1"/>
          <p:nvPr>
            <p:ph type="title"/>
          </p:nvPr>
        </p:nvSpPr>
        <p:spPr>
          <a:xfrm>
            <a:off x="461538" y="1670300"/>
            <a:ext cx="2739000" cy="18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49">
          <p15:clr>
            <a:srgbClr val="FA7B17"/>
          </p15:clr>
        </p15:guide>
        <p15:guide id="2" orient="horz" pos="2239">
          <p15:clr>
            <a:srgbClr val="FA7B17"/>
          </p15:clr>
        </p15:guide>
        <p15:guide id="3" pos="2016">
          <p15:clr>
            <a:srgbClr val="FA7B17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 2">
  <p:cSld name="CUSTOM_8"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38"/>
          <p:cNvSpPr/>
          <p:nvPr/>
        </p:nvSpPr>
        <p:spPr>
          <a:xfrm>
            <a:off x="-43137" y="2057400"/>
            <a:ext cx="9187200" cy="308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4" name="Google Shape;624;p38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625" name="Google Shape;625;p38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38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7" name="Google Shape;627;p38"/>
          <p:cNvSpPr txBox="1"/>
          <p:nvPr/>
        </p:nvSpPr>
        <p:spPr>
          <a:xfrm>
            <a:off x="456950" y="464625"/>
            <a:ext cx="1218300" cy="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>
                <a:latin typeface="Archivo"/>
                <a:ea typeface="Archivo"/>
                <a:cs typeface="Archivo"/>
                <a:sym typeface="Archivo"/>
              </a:rPr>
              <a:t>Certified Tech Developer</a:t>
            </a:r>
            <a:endParaRPr sz="8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28" name="Google Shape;628;p38"/>
          <p:cNvSpPr txBox="1"/>
          <p:nvPr>
            <p:ph type="title"/>
          </p:nvPr>
        </p:nvSpPr>
        <p:spPr>
          <a:xfrm>
            <a:off x="461538" y="994350"/>
            <a:ext cx="3893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Montserrat SemiBold"/>
              <a:buNone/>
              <a:defRPr sz="25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629" name="Google Shape;629;p38"/>
          <p:cNvSpPr txBox="1"/>
          <p:nvPr>
            <p:ph idx="1" type="body"/>
          </p:nvPr>
        </p:nvSpPr>
        <p:spPr>
          <a:xfrm>
            <a:off x="4793713" y="994350"/>
            <a:ext cx="3893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850">
          <p15:clr>
            <a:srgbClr val="FA7B17"/>
          </p15:clr>
        </p15:guide>
        <p15:guide id="2" orient="horz" pos="648">
          <p15:clr>
            <a:srgbClr val="FA7B17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quipo">
  <p:cSld name="CUSTOM_12"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39"/>
          <p:cNvSpPr/>
          <p:nvPr/>
        </p:nvSpPr>
        <p:spPr>
          <a:xfrm flipH="1">
            <a:off x="175" y="-1625"/>
            <a:ext cx="3504300" cy="51435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39"/>
          <p:cNvSpPr txBox="1"/>
          <p:nvPr>
            <p:ph idx="1" type="body"/>
          </p:nvPr>
        </p:nvSpPr>
        <p:spPr>
          <a:xfrm>
            <a:off x="636425" y="3170488"/>
            <a:ext cx="35046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2385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■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○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■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●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2385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○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■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●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○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■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33" name="Google Shape;633;p39"/>
          <p:cNvSpPr txBox="1"/>
          <p:nvPr>
            <p:ph idx="2" type="body"/>
          </p:nvPr>
        </p:nvSpPr>
        <p:spPr>
          <a:xfrm>
            <a:off x="1235338" y="3459513"/>
            <a:ext cx="1869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■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○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■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●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○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■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●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○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■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634" name="Google Shape;634;p39"/>
          <p:cNvSpPr/>
          <p:nvPr/>
        </p:nvSpPr>
        <p:spPr>
          <a:xfrm>
            <a:off x="456875" y="2445381"/>
            <a:ext cx="2739000" cy="3915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635" name="Google Shape;635;p39"/>
          <p:cNvSpPr txBox="1"/>
          <p:nvPr>
            <p:ph type="title"/>
          </p:nvPr>
        </p:nvSpPr>
        <p:spPr>
          <a:xfrm>
            <a:off x="636425" y="2411875"/>
            <a:ext cx="24147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Font typeface="Montserrat"/>
              <a:buNone/>
              <a:defRPr sz="25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36" name="Google Shape;636;p39"/>
          <p:cNvSpPr txBox="1"/>
          <p:nvPr/>
        </p:nvSpPr>
        <p:spPr>
          <a:xfrm>
            <a:off x="574763" y="3449338"/>
            <a:ext cx="87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Apodo: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637" name="Google Shape;637;p39"/>
          <p:cNvGrpSpPr/>
          <p:nvPr/>
        </p:nvGrpSpPr>
        <p:grpSpPr>
          <a:xfrm flipH="1">
            <a:off x="393" y="4707862"/>
            <a:ext cx="2738745" cy="435698"/>
            <a:chOff x="10502644" y="12808"/>
            <a:chExt cx="5058634" cy="804614"/>
          </a:xfrm>
        </p:grpSpPr>
        <p:sp>
          <p:nvSpPr>
            <p:cNvPr id="638" name="Google Shape;638;p39"/>
            <p:cNvSpPr/>
            <p:nvPr/>
          </p:nvSpPr>
          <p:spPr>
            <a:xfrm rot="-5400000">
              <a:off x="11152444" y="-636992"/>
              <a:ext cx="804600" cy="21042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39"/>
            <p:cNvSpPr/>
            <p:nvPr/>
          </p:nvSpPr>
          <p:spPr>
            <a:xfrm>
              <a:off x="13411478" y="12822"/>
              <a:ext cx="2149800" cy="8046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39"/>
            <p:cNvSpPr/>
            <p:nvPr/>
          </p:nvSpPr>
          <p:spPr>
            <a:xfrm>
              <a:off x="14835222" y="145997"/>
              <a:ext cx="538200" cy="538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39"/>
            <p:cNvSpPr/>
            <p:nvPr/>
          </p:nvSpPr>
          <p:spPr>
            <a:xfrm>
              <a:off x="12606885" y="12818"/>
              <a:ext cx="804600" cy="8046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2" name="Google Shape;642;p39"/>
          <p:cNvGrpSpPr/>
          <p:nvPr/>
        </p:nvGrpSpPr>
        <p:grpSpPr>
          <a:xfrm rot="5400000">
            <a:off x="6698732" y="1774143"/>
            <a:ext cx="4219407" cy="671128"/>
            <a:chOff x="10502644" y="12808"/>
            <a:chExt cx="5058634" cy="804614"/>
          </a:xfrm>
        </p:grpSpPr>
        <p:sp>
          <p:nvSpPr>
            <p:cNvPr id="643" name="Google Shape;643;p39"/>
            <p:cNvSpPr/>
            <p:nvPr/>
          </p:nvSpPr>
          <p:spPr>
            <a:xfrm rot="-5400000">
              <a:off x="11152444" y="-636992"/>
              <a:ext cx="804600" cy="21042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39"/>
            <p:cNvSpPr/>
            <p:nvPr/>
          </p:nvSpPr>
          <p:spPr>
            <a:xfrm>
              <a:off x="13411478" y="12822"/>
              <a:ext cx="2149800" cy="8046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rgbClr val="5341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39"/>
            <p:cNvSpPr/>
            <p:nvPr/>
          </p:nvSpPr>
          <p:spPr>
            <a:xfrm>
              <a:off x="14835222" y="145997"/>
              <a:ext cx="538200" cy="53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39"/>
            <p:cNvSpPr/>
            <p:nvPr/>
          </p:nvSpPr>
          <p:spPr>
            <a:xfrm>
              <a:off x="12606885" y="12818"/>
              <a:ext cx="804600" cy="804600"/>
            </a:xfrm>
            <a:prstGeom prst="ellipse">
              <a:avLst/>
            </a:prstGeom>
            <a:noFill/>
            <a:ln cap="flat" cmpd="sng" w="3810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7" name="Google Shape;647;p39"/>
          <p:cNvSpPr txBox="1"/>
          <p:nvPr>
            <p:ph idx="3" type="body"/>
          </p:nvPr>
        </p:nvSpPr>
        <p:spPr>
          <a:xfrm>
            <a:off x="4069413" y="1526463"/>
            <a:ext cx="3684000" cy="22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563">
          <p15:clr>
            <a:srgbClr val="FA7B17"/>
          </p15:clr>
        </p15:guide>
        <p15:guide id="2" orient="horz" pos="2173">
          <p15:clr>
            <a:srgbClr val="FA7B17"/>
          </p15:clr>
        </p15:guide>
        <p15:guide id="3" orient="horz" pos="2347">
          <p15:clr>
            <a:srgbClr val="FA7B17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ntajas + desventajas">
  <p:cSld name="CUSTOM_1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40"/>
          <p:cNvSpPr/>
          <p:nvPr/>
        </p:nvSpPr>
        <p:spPr>
          <a:xfrm flipH="1">
            <a:off x="457200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40"/>
          <p:cNvSpPr/>
          <p:nvPr/>
        </p:nvSpPr>
        <p:spPr>
          <a:xfrm>
            <a:off x="1791125" y="838093"/>
            <a:ext cx="1248300" cy="36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651" name="Google Shape;651;p40"/>
          <p:cNvSpPr txBox="1"/>
          <p:nvPr/>
        </p:nvSpPr>
        <p:spPr>
          <a:xfrm>
            <a:off x="456875" y="904388"/>
            <a:ext cx="3893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Ventajas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52" name="Google Shape;652;p40"/>
          <p:cNvSpPr/>
          <p:nvPr/>
        </p:nvSpPr>
        <p:spPr>
          <a:xfrm>
            <a:off x="5861381" y="838088"/>
            <a:ext cx="1764900" cy="3636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653" name="Google Shape;653;p40"/>
          <p:cNvSpPr txBox="1"/>
          <p:nvPr/>
        </p:nvSpPr>
        <p:spPr>
          <a:xfrm>
            <a:off x="4793713" y="904388"/>
            <a:ext cx="3893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Desventajas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654" name="Google Shape;654;p40"/>
          <p:cNvGrpSpPr/>
          <p:nvPr/>
        </p:nvGrpSpPr>
        <p:grpSpPr>
          <a:xfrm>
            <a:off x="2182313" y="4352293"/>
            <a:ext cx="466229" cy="466229"/>
            <a:chOff x="3964000" y="1705108"/>
            <a:chExt cx="1047000" cy="1047000"/>
          </a:xfrm>
        </p:grpSpPr>
        <p:sp>
          <p:nvSpPr>
            <p:cNvPr id="655" name="Google Shape;655;p40"/>
            <p:cNvSpPr/>
            <p:nvPr/>
          </p:nvSpPr>
          <p:spPr>
            <a:xfrm>
              <a:off x="3964000" y="1705108"/>
              <a:ext cx="1047000" cy="1047000"/>
            </a:xfrm>
            <a:prstGeom prst="ellipse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56" name="Google Shape;656;p40"/>
            <p:cNvGrpSpPr/>
            <p:nvPr/>
          </p:nvGrpSpPr>
          <p:grpSpPr>
            <a:xfrm>
              <a:off x="4161035" y="2025037"/>
              <a:ext cx="652231" cy="407986"/>
              <a:chOff x="-3323750" y="5971792"/>
              <a:chExt cx="1161586" cy="726600"/>
            </a:xfrm>
          </p:grpSpPr>
          <p:cxnSp>
            <p:nvCxnSpPr>
              <p:cNvPr id="657" name="Google Shape;657;p40"/>
              <p:cNvCxnSpPr/>
              <p:nvPr/>
            </p:nvCxnSpPr>
            <p:spPr>
              <a:xfrm>
                <a:off x="-3323750" y="6246592"/>
                <a:ext cx="451800" cy="4518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8" name="Google Shape;658;p40"/>
              <p:cNvCxnSpPr/>
              <p:nvPr/>
            </p:nvCxnSpPr>
            <p:spPr>
              <a:xfrm flipH="1">
                <a:off x="-2897164" y="5971792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659" name="Google Shape;659;p40"/>
          <p:cNvGrpSpPr/>
          <p:nvPr/>
        </p:nvGrpSpPr>
        <p:grpSpPr>
          <a:xfrm>
            <a:off x="6511395" y="4352298"/>
            <a:ext cx="466229" cy="466229"/>
            <a:chOff x="13185763" y="1833383"/>
            <a:chExt cx="1047000" cy="1047000"/>
          </a:xfrm>
        </p:grpSpPr>
        <p:grpSp>
          <p:nvGrpSpPr>
            <p:cNvPr id="660" name="Google Shape;660;p40"/>
            <p:cNvGrpSpPr/>
            <p:nvPr/>
          </p:nvGrpSpPr>
          <p:grpSpPr>
            <a:xfrm>
              <a:off x="13502462" y="2153171"/>
              <a:ext cx="412703" cy="407986"/>
              <a:chOff x="-4314451" y="4293067"/>
              <a:chExt cx="735000" cy="726600"/>
            </a:xfrm>
          </p:grpSpPr>
          <p:cxnSp>
            <p:nvCxnSpPr>
              <p:cNvPr id="661" name="Google Shape;661;p40"/>
              <p:cNvCxnSpPr/>
              <p:nvPr/>
            </p:nvCxnSpPr>
            <p:spPr>
              <a:xfrm>
                <a:off x="-4314451" y="4293067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2" name="Google Shape;662;p40"/>
              <p:cNvCxnSpPr/>
              <p:nvPr/>
            </p:nvCxnSpPr>
            <p:spPr>
              <a:xfrm flipH="1">
                <a:off x="-4314451" y="4293067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663" name="Google Shape;663;p40"/>
            <p:cNvSpPr/>
            <p:nvPr/>
          </p:nvSpPr>
          <p:spPr>
            <a:xfrm>
              <a:off x="13185763" y="1833383"/>
              <a:ext cx="1047000" cy="10470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4" name="Google Shape;664;p40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665" name="Google Shape;665;p40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40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7" name="Google Shape;667;p40"/>
          <p:cNvSpPr txBox="1"/>
          <p:nvPr>
            <p:ph type="title"/>
          </p:nvPr>
        </p:nvSpPr>
        <p:spPr>
          <a:xfrm>
            <a:off x="456875" y="1311450"/>
            <a:ext cx="38934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 SemiBold"/>
              <a:buNone/>
              <a:defRPr sz="25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8" name="Google Shape;668;p40"/>
          <p:cNvSpPr txBox="1"/>
          <p:nvPr>
            <p:ph idx="2" type="title"/>
          </p:nvPr>
        </p:nvSpPr>
        <p:spPr>
          <a:xfrm>
            <a:off x="4793713" y="1311450"/>
            <a:ext cx="38934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 SemiBold"/>
              <a:buNone/>
              <a:defRPr sz="25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9" name="Google Shape;669;p40"/>
          <p:cNvSpPr txBox="1"/>
          <p:nvPr>
            <p:ph idx="1" type="body"/>
          </p:nvPr>
        </p:nvSpPr>
        <p:spPr>
          <a:xfrm>
            <a:off x="777800" y="2152650"/>
            <a:ext cx="3251400" cy="15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670" name="Google Shape;670;p40"/>
          <p:cNvSpPr txBox="1"/>
          <p:nvPr>
            <p:ph idx="3" type="body"/>
          </p:nvPr>
        </p:nvSpPr>
        <p:spPr>
          <a:xfrm>
            <a:off x="5118125" y="2152650"/>
            <a:ext cx="3251400" cy="15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49">
          <p15:clr>
            <a:srgbClr val="FA7B17"/>
          </p15:clr>
        </p15:guide>
        <p15:guide id="2" orient="horz" pos="1446">
          <p15:clr>
            <a:srgbClr val="FA7B17"/>
          </p15:clr>
        </p15:guide>
        <p15:guide id="3" pos="490">
          <p15:clr>
            <a:srgbClr val="FA7B17"/>
          </p15:clr>
        </p15:guide>
        <p15:guide id="4" pos="2538">
          <p15:clr>
            <a:srgbClr val="FA7B17"/>
          </p15:clr>
        </p15:guide>
        <p15:guide id="5" pos="3222">
          <p15:clr>
            <a:srgbClr val="FA7B17"/>
          </p15:clr>
        </p15:guide>
        <p15:guide id="6" pos="5270">
          <p15:clr>
            <a:srgbClr val="FA7B17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TITLE_6_1"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4 Blocks 2">
  <p:cSld name="TITLE_3_2">
    <p:bg>
      <p:bgPr>
        <a:solidFill>
          <a:srgbClr val="FDCF49"/>
        </a:solidFill>
      </p:bgPr>
    </p:bg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42"/>
          <p:cNvSpPr txBox="1"/>
          <p:nvPr/>
        </p:nvSpPr>
        <p:spPr>
          <a:xfrm>
            <a:off x="1085025" y="982125"/>
            <a:ext cx="69741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674" name="Google Shape;674;p42"/>
          <p:cNvGrpSpPr/>
          <p:nvPr/>
        </p:nvGrpSpPr>
        <p:grpSpPr>
          <a:xfrm>
            <a:off x="7053731" y="4725000"/>
            <a:ext cx="1978986" cy="268074"/>
            <a:chOff x="913788" y="717625"/>
            <a:chExt cx="3957972" cy="536147"/>
          </a:xfrm>
        </p:grpSpPr>
        <p:grpSp>
          <p:nvGrpSpPr>
            <p:cNvPr id="675" name="Google Shape;675;p42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676" name="Google Shape;676;p42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7" name="Google Shape;677;p42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8" name="Google Shape;678;p42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9" name="Google Shape;679;p42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0" name="Google Shape;680;p42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" name="Google Shape;681;p42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" name="Google Shape;682;p42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3" name="Google Shape;683;p42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4" name="Google Shape;684;p42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5" name="Google Shape;685;p42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6" name="Google Shape;686;p42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7" name="Google Shape;687;p42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88" name="Google Shape;688;p42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689" name="Google Shape;689;p42"/>
          <p:cNvSpPr txBox="1"/>
          <p:nvPr/>
        </p:nvSpPr>
        <p:spPr>
          <a:xfrm>
            <a:off x="1211750" y="592988"/>
            <a:ext cx="7332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690" name="Google Shape;690;p42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42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2" name="Google Shape;692;p42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693" name="Google Shape;693;p42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42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5" name="Google Shape;695;p42"/>
          <p:cNvSpPr txBox="1"/>
          <p:nvPr/>
        </p:nvSpPr>
        <p:spPr>
          <a:xfrm>
            <a:off x="3462900" y="2643125"/>
            <a:ext cx="522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Moodboards ">
  <p:cSld name="TITLE_3_1_1_1_1_1"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43"/>
          <p:cNvSpPr/>
          <p:nvPr/>
        </p:nvSpPr>
        <p:spPr>
          <a:xfrm>
            <a:off x="8428588" y="514500"/>
            <a:ext cx="258357" cy="253596"/>
          </a:xfrm>
          <a:custGeom>
            <a:rect b="b" l="l" r="r" t="t"/>
            <a:pathLst>
              <a:path extrusionOk="0" h="589758" w="600830">
                <a:moveTo>
                  <a:pt x="544572" y="201585"/>
                </a:moveTo>
                <a:cubicBezTo>
                  <a:pt x="547332" y="189641"/>
                  <a:pt x="548843" y="177233"/>
                  <a:pt x="548843" y="164447"/>
                </a:cubicBezTo>
                <a:cubicBezTo>
                  <a:pt x="548843" y="73636"/>
                  <a:pt x="475207" y="0"/>
                  <a:pt x="384368" y="0"/>
                </a:cubicBezTo>
                <a:cubicBezTo>
                  <a:pt x="353419" y="0"/>
                  <a:pt x="324447" y="8573"/>
                  <a:pt x="299718" y="23451"/>
                </a:cubicBezTo>
                <a:cubicBezTo>
                  <a:pt x="275017" y="8573"/>
                  <a:pt x="246045" y="0"/>
                  <a:pt x="215097" y="0"/>
                </a:cubicBezTo>
                <a:cubicBezTo>
                  <a:pt x="124287" y="0"/>
                  <a:pt x="50650" y="73636"/>
                  <a:pt x="50650" y="164447"/>
                </a:cubicBezTo>
                <a:cubicBezTo>
                  <a:pt x="50650" y="177582"/>
                  <a:pt x="52249" y="190339"/>
                  <a:pt x="55155" y="202573"/>
                </a:cubicBezTo>
                <a:cubicBezTo>
                  <a:pt x="21330" y="232707"/>
                  <a:pt x="0" y="276558"/>
                  <a:pt x="0" y="325406"/>
                </a:cubicBezTo>
                <a:cubicBezTo>
                  <a:pt x="0" y="410957"/>
                  <a:pt x="65325" y="481222"/>
                  <a:pt x="148813" y="489097"/>
                </a:cubicBezTo>
                <a:cubicBezTo>
                  <a:pt x="173717" y="548233"/>
                  <a:pt x="232213" y="589759"/>
                  <a:pt x="300415" y="589759"/>
                </a:cubicBezTo>
                <a:cubicBezTo>
                  <a:pt x="368617" y="589759"/>
                  <a:pt x="427114" y="548233"/>
                  <a:pt x="452018" y="489097"/>
                </a:cubicBezTo>
                <a:cubicBezTo>
                  <a:pt x="535505" y="481222"/>
                  <a:pt x="600830" y="410957"/>
                  <a:pt x="600830" y="325406"/>
                </a:cubicBezTo>
                <a:cubicBezTo>
                  <a:pt x="600860" y="276005"/>
                  <a:pt x="579065" y="231719"/>
                  <a:pt x="544572" y="20158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8" name="Google Shape;698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43"/>
          <p:cNvSpPr txBox="1"/>
          <p:nvPr/>
        </p:nvSpPr>
        <p:spPr>
          <a:xfrm>
            <a:off x="914425" y="1063275"/>
            <a:ext cx="612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700" name="Google Shape;700;p43"/>
          <p:cNvGrpSpPr/>
          <p:nvPr/>
        </p:nvGrpSpPr>
        <p:grpSpPr>
          <a:xfrm>
            <a:off x="6966056" y="4725288"/>
            <a:ext cx="2033948" cy="268074"/>
            <a:chOff x="13906313" y="246425"/>
            <a:chExt cx="4067897" cy="536147"/>
          </a:xfrm>
        </p:grpSpPr>
        <p:sp>
          <p:nvSpPr>
            <p:cNvPr id="701" name="Google Shape;701;p43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702" name="Google Shape;702;p43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703" name="Google Shape;703;p43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04" name="Google Shape;704;p43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05" name="Google Shape;705;p43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06" name="Google Shape;706;p43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07" name="Google Shape;707;p43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08" name="Google Shape;708;p43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09" name="Google Shape;709;p43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10" name="Google Shape;710;p43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11" name="Google Shape;711;p43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12" name="Google Shape;712;p43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13" name="Google Shape;713;p43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14" name="Google Shape;714;p43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715" name="Google Shape;715;p43"/>
          <p:cNvSpPr txBox="1"/>
          <p:nvPr/>
        </p:nvSpPr>
        <p:spPr>
          <a:xfrm>
            <a:off x="914425" y="2969650"/>
            <a:ext cx="6858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16" name="Google Shape;716;p43"/>
          <p:cNvSpPr/>
          <p:nvPr/>
        </p:nvSpPr>
        <p:spPr>
          <a:xfrm flipH="1" rot="10800000">
            <a:off x="-7925" y="5008650"/>
            <a:ext cx="4185000" cy="135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  <p15:guide id="29" orient="horz" pos="1944">
          <p15:clr>
            <a:srgbClr val="FA7B17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Quote">
  <p:cSld name="TITLE_2"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Google Shape;718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7927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44"/>
          <p:cNvSpPr txBox="1"/>
          <p:nvPr/>
        </p:nvSpPr>
        <p:spPr>
          <a:xfrm>
            <a:off x="4296363" y="1521819"/>
            <a:ext cx="5391300" cy="161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700">
                <a:latin typeface="Montserrat"/>
                <a:ea typeface="Montserrat"/>
                <a:cs typeface="Montserrat"/>
                <a:sym typeface="Montserrat"/>
              </a:rPr>
              <a:t>¿Preguntas?</a:t>
            </a:r>
            <a:endParaRPr b="0" sz="4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0" name="Google Shape;720;p44"/>
          <p:cNvSpPr txBox="1"/>
          <p:nvPr/>
        </p:nvSpPr>
        <p:spPr>
          <a:xfrm>
            <a:off x="5030800" y="2573350"/>
            <a:ext cx="5261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721" name="Google Shape;721;p44"/>
          <p:cNvSpPr/>
          <p:nvPr/>
        </p:nvSpPr>
        <p:spPr>
          <a:xfrm flipH="1" rot="10800000">
            <a:off x="-7925" y="5008650"/>
            <a:ext cx="4185000" cy="135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22" name="Google Shape;722;p44"/>
          <p:cNvGrpSpPr/>
          <p:nvPr/>
        </p:nvGrpSpPr>
        <p:grpSpPr>
          <a:xfrm>
            <a:off x="6966056" y="4725288"/>
            <a:ext cx="2033948" cy="268074"/>
            <a:chOff x="13906313" y="246425"/>
            <a:chExt cx="4067897" cy="536147"/>
          </a:xfrm>
        </p:grpSpPr>
        <p:sp>
          <p:nvSpPr>
            <p:cNvPr id="723" name="Google Shape;723;p44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724" name="Google Shape;724;p44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725" name="Google Shape;725;p44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26" name="Google Shape;726;p44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27" name="Google Shape;727;p44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28" name="Google Shape;728;p44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29" name="Google Shape;729;p44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30" name="Google Shape;730;p44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31" name="Google Shape;731;p44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32" name="Google Shape;732;p44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33" name="Google Shape;733;p44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34" name="Google Shape;734;p44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35" name="Google Shape;735;p44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36" name="Google Shape;736;p44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 - Client / Orchid cover light">
  <p:cSld name="TITLE_1"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45"/>
          <p:cNvSpPr txBox="1"/>
          <p:nvPr/>
        </p:nvSpPr>
        <p:spPr>
          <a:xfrm>
            <a:off x="351725" y="1594538"/>
            <a:ext cx="5391300" cy="161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700">
                <a:latin typeface="Montserrat"/>
                <a:ea typeface="Montserrat"/>
                <a:cs typeface="Montserrat"/>
                <a:sym typeface="Montserrat"/>
              </a:rPr>
              <a:t>¡A trabajar!</a:t>
            </a:r>
            <a:endParaRPr b="0" sz="1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0" name="Google Shape;740;p45"/>
          <p:cNvSpPr txBox="1"/>
          <p:nvPr/>
        </p:nvSpPr>
        <p:spPr>
          <a:xfrm>
            <a:off x="5030800" y="2573350"/>
            <a:ext cx="5261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741" name="Google Shape;741;p45"/>
          <p:cNvSpPr/>
          <p:nvPr/>
        </p:nvSpPr>
        <p:spPr>
          <a:xfrm flipH="1" rot="10800000">
            <a:off x="-7925" y="5008650"/>
            <a:ext cx="4185000" cy="135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42" name="Google Shape;742;p45"/>
          <p:cNvGrpSpPr/>
          <p:nvPr/>
        </p:nvGrpSpPr>
        <p:grpSpPr>
          <a:xfrm>
            <a:off x="6966056" y="4725288"/>
            <a:ext cx="2033948" cy="268074"/>
            <a:chOff x="13906313" y="246425"/>
            <a:chExt cx="4067897" cy="536147"/>
          </a:xfrm>
        </p:grpSpPr>
        <p:sp>
          <p:nvSpPr>
            <p:cNvPr id="743" name="Google Shape;743;p45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744" name="Google Shape;744;p45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745" name="Google Shape;745;p45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46" name="Google Shape;746;p45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47" name="Google Shape;747;p45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48" name="Google Shape;748;p45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49" name="Google Shape;749;p45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50" name="Google Shape;750;p45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51" name="Google Shape;751;p45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52" name="Google Shape;752;p45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53" name="Google Shape;753;p45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54" name="Google Shape;754;p45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55" name="Google Shape;755;p45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56" name="Google Shape;756;p45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 1">
  <p:cSld name="TITLE_1_1_2_3"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pos="5533">
          <p15:clr>
            <a:srgbClr val="F9AD4C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3 blocks">
  <p:cSld name="TITLE_3_1">
    <p:bg>
      <p:bgPr>
        <a:solidFill>
          <a:schemeClr val="lt1"/>
        </a:solidFill>
      </p:bgPr>
    </p:bg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47"/>
          <p:cNvSpPr txBox="1"/>
          <p:nvPr/>
        </p:nvSpPr>
        <p:spPr>
          <a:xfrm>
            <a:off x="414900" y="958106"/>
            <a:ext cx="83142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60" name="Google Shape;760;p47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47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2" name="Google Shape;762;p47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63" name="Google Shape;763;p47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764" name="Google Shape;764;p47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47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6" name="Google Shape;766;p47"/>
          <p:cNvGrpSpPr/>
          <p:nvPr/>
        </p:nvGrpSpPr>
        <p:grpSpPr>
          <a:xfrm>
            <a:off x="192894" y="4706800"/>
            <a:ext cx="1978986" cy="268074"/>
            <a:chOff x="913788" y="717625"/>
            <a:chExt cx="3957972" cy="536147"/>
          </a:xfrm>
        </p:grpSpPr>
        <p:grpSp>
          <p:nvGrpSpPr>
            <p:cNvPr id="767" name="Google Shape;767;p47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768" name="Google Shape;768;p47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9" name="Google Shape;769;p47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0" name="Google Shape;770;p47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1" name="Google Shape;771;p47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2" name="Google Shape;772;p47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3" name="Google Shape;773;p47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" name="Google Shape;774;p47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" name="Google Shape;775;p47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6" name="Google Shape;776;p47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7" name="Google Shape;777;p47"/>
              <p:cNvSpPr/>
              <p:nvPr/>
            </p:nvSpPr>
            <p:spPr>
              <a:xfrm>
                <a:off x="7223792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8" name="Google Shape;778;p47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9" name="Google Shape;779;p47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80" name="Google Shape;780;p47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3 blocks 1">
  <p:cSld name="TITLE_3_1_2">
    <p:bg>
      <p:bgPr>
        <a:solidFill>
          <a:schemeClr val="lt1"/>
        </a:solidFill>
      </p:bgPr>
    </p:bg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48"/>
          <p:cNvSpPr txBox="1"/>
          <p:nvPr/>
        </p:nvSpPr>
        <p:spPr>
          <a:xfrm>
            <a:off x="414900" y="958106"/>
            <a:ext cx="83142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83" name="Google Shape;783;p48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48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5" name="Google Shape;785;p48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6" name="Google Shape;786;p48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787" name="Google Shape;787;p48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48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9" name="Google Shape;789;p48"/>
          <p:cNvGrpSpPr/>
          <p:nvPr/>
        </p:nvGrpSpPr>
        <p:grpSpPr>
          <a:xfrm>
            <a:off x="192894" y="4706800"/>
            <a:ext cx="1978986" cy="268074"/>
            <a:chOff x="913788" y="717625"/>
            <a:chExt cx="3957972" cy="536147"/>
          </a:xfrm>
        </p:grpSpPr>
        <p:grpSp>
          <p:nvGrpSpPr>
            <p:cNvPr id="790" name="Google Shape;790;p48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791" name="Google Shape;791;p48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2" name="Google Shape;792;p48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3" name="Google Shape;793;p48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4" name="Google Shape;794;p48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48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48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" name="Google Shape;797;p48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" name="Google Shape;798;p48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9" name="Google Shape;799;p48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0" name="Google Shape;800;p48"/>
              <p:cNvSpPr/>
              <p:nvPr/>
            </p:nvSpPr>
            <p:spPr>
              <a:xfrm>
                <a:off x="7223792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" name="Google Shape;801;p48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" name="Google Shape;802;p48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03" name="Google Shape;803;p48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3 blocks 3">
  <p:cSld name="TITLE_3_1_3">
    <p:bg>
      <p:bgPr>
        <a:solidFill>
          <a:schemeClr val="lt1"/>
        </a:solidFill>
      </p:bgPr>
    </p:bg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49"/>
          <p:cNvSpPr txBox="1"/>
          <p:nvPr/>
        </p:nvSpPr>
        <p:spPr>
          <a:xfrm>
            <a:off x="414900" y="958106"/>
            <a:ext cx="83142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06" name="Google Shape;806;p49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49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8" name="Google Shape;808;p49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9" name="Google Shape;809;p49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810" name="Google Shape;810;p49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49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2" name="Google Shape;812;p49"/>
          <p:cNvGrpSpPr/>
          <p:nvPr/>
        </p:nvGrpSpPr>
        <p:grpSpPr>
          <a:xfrm>
            <a:off x="192894" y="4706800"/>
            <a:ext cx="1978986" cy="268074"/>
            <a:chOff x="913788" y="717625"/>
            <a:chExt cx="3957972" cy="536147"/>
          </a:xfrm>
        </p:grpSpPr>
        <p:grpSp>
          <p:nvGrpSpPr>
            <p:cNvPr id="813" name="Google Shape;813;p49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814" name="Google Shape;814;p49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" name="Google Shape;815;p49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6" name="Google Shape;816;p49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7" name="Google Shape;817;p49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8" name="Google Shape;818;p49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9" name="Google Shape;819;p49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0" name="Google Shape;820;p49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1" name="Google Shape;821;p49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2" name="Google Shape;822;p49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3" name="Google Shape;823;p49"/>
              <p:cNvSpPr/>
              <p:nvPr/>
            </p:nvSpPr>
            <p:spPr>
              <a:xfrm>
                <a:off x="7223792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4" name="Google Shape;824;p49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5" name="Google Shape;825;p49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26" name="Google Shape;826;p49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Keyframes / Storyboards">
  <p:cSld name="TITLE_3_1_1_1_1_2"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50"/>
          <p:cNvSpPr txBox="1"/>
          <p:nvPr/>
        </p:nvSpPr>
        <p:spPr>
          <a:xfrm>
            <a:off x="1211750" y="592988"/>
            <a:ext cx="7332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829" name="Google Shape;829;p50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50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1" name="Google Shape;831;p50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2" name="Google Shape;832;p50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833" name="Google Shape;833;p50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50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5" name="Google Shape;835;p50"/>
          <p:cNvGrpSpPr/>
          <p:nvPr/>
        </p:nvGrpSpPr>
        <p:grpSpPr>
          <a:xfrm>
            <a:off x="7116806" y="316181"/>
            <a:ext cx="1978986" cy="268074"/>
            <a:chOff x="913788" y="717625"/>
            <a:chExt cx="3957972" cy="536147"/>
          </a:xfrm>
        </p:grpSpPr>
        <p:grpSp>
          <p:nvGrpSpPr>
            <p:cNvPr id="836" name="Google Shape;836;p50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837" name="Google Shape;837;p50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8" name="Google Shape;838;p50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9" name="Google Shape;839;p50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0" name="Google Shape;840;p50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1" name="Google Shape;841;p50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2" name="Google Shape;842;p50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3" name="Google Shape;843;p50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4" name="Google Shape;844;p50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5" name="Google Shape;845;p50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6" name="Google Shape;846;p50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7" name="Google Shape;847;p50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8" name="Google Shape;848;p50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49" name="Google Shape;849;p50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  <p15:guide id="29" orient="horz" pos="1944">
          <p15:clr>
            <a:srgbClr val="FA7B17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Graphic 1/3">
  <p:cSld name="TITLE_4_1_1"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1" name="Google Shape;851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2" name="Google Shape;852;p51"/>
          <p:cNvGrpSpPr/>
          <p:nvPr/>
        </p:nvGrpSpPr>
        <p:grpSpPr>
          <a:xfrm>
            <a:off x="6966056" y="4725288"/>
            <a:ext cx="2033948" cy="268074"/>
            <a:chOff x="13906313" y="246425"/>
            <a:chExt cx="4067897" cy="536147"/>
          </a:xfrm>
        </p:grpSpPr>
        <p:sp>
          <p:nvSpPr>
            <p:cNvPr id="853" name="Google Shape;853;p51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854" name="Google Shape;854;p51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855" name="Google Shape;855;p51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56" name="Google Shape;856;p51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57" name="Google Shape;857;p51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58" name="Google Shape;858;p51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59" name="Google Shape;859;p51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60" name="Google Shape;860;p51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61" name="Google Shape;861;p51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62" name="Google Shape;862;p51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63" name="Google Shape;863;p51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64" name="Google Shape;864;p51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65" name="Google Shape;865;p51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66" name="Google Shape;866;p51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867" name="Google Shape;867;p51"/>
          <p:cNvSpPr/>
          <p:nvPr/>
        </p:nvSpPr>
        <p:spPr>
          <a:xfrm flipH="1" rot="10800000">
            <a:off x="-7925" y="5008650"/>
            <a:ext cx="4185000" cy="135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">
  <p:cSld name="TITLE_5">
    <p:bg>
      <p:bgPr>
        <a:solidFill>
          <a:srgbClr val="000000"/>
        </a:solidFill>
      </p:bgPr>
    </p:bg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53"/>
          <p:cNvSpPr/>
          <p:nvPr/>
        </p:nvSpPr>
        <p:spPr>
          <a:xfrm flipH="1">
            <a:off x="-13425" y="1028700"/>
            <a:ext cx="744000" cy="411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</p:txBody>
      </p:sp>
      <p:grpSp>
        <p:nvGrpSpPr>
          <p:cNvPr id="874" name="Google Shape;874;p53"/>
          <p:cNvGrpSpPr/>
          <p:nvPr/>
        </p:nvGrpSpPr>
        <p:grpSpPr>
          <a:xfrm rot="-5400000">
            <a:off x="-229317" y="3041095"/>
            <a:ext cx="1125991" cy="90007"/>
            <a:chOff x="4935498" y="1642212"/>
            <a:chExt cx="2734980" cy="217042"/>
          </a:xfrm>
        </p:grpSpPr>
        <p:sp>
          <p:nvSpPr>
            <p:cNvPr id="875" name="Google Shape;875;p53"/>
            <p:cNvSpPr/>
            <p:nvPr/>
          </p:nvSpPr>
          <p:spPr>
            <a:xfrm>
              <a:off x="5197136" y="1646235"/>
              <a:ext cx="18839" cy="209333"/>
            </a:xfrm>
            <a:custGeom>
              <a:rect b="b" l="l" r="r" t="t"/>
              <a:pathLst>
                <a:path extrusionOk="0" h="5567" w="501">
                  <a:moveTo>
                    <a:pt x="1" y="0"/>
                  </a:moveTo>
                  <a:lnTo>
                    <a:pt x="1" y="5567"/>
                  </a:lnTo>
                  <a:lnTo>
                    <a:pt x="500" y="55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53"/>
            <p:cNvSpPr/>
            <p:nvPr/>
          </p:nvSpPr>
          <p:spPr>
            <a:xfrm>
              <a:off x="5299114" y="1642550"/>
              <a:ext cx="199293" cy="216703"/>
            </a:xfrm>
            <a:custGeom>
              <a:rect b="b" l="l" r="r" t="t"/>
              <a:pathLst>
                <a:path extrusionOk="0" h="5763" w="5300">
                  <a:moveTo>
                    <a:pt x="2820" y="0"/>
                  </a:moveTo>
                  <a:cubicBezTo>
                    <a:pt x="2204" y="0"/>
                    <a:pt x="1687" y="107"/>
                    <a:pt x="1268" y="321"/>
                  </a:cubicBezTo>
                  <a:cubicBezTo>
                    <a:pt x="848" y="544"/>
                    <a:pt x="527" y="865"/>
                    <a:pt x="322" y="1294"/>
                  </a:cubicBezTo>
                  <a:cubicBezTo>
                    <a:pt x="108" y="1722"/>
                    <a:pt x="1" y="2248"/>
                    <a:pt x="1" y="2882"/>
                  </a:cubicBezTo>
                  <a:cubicBezTo>
                    <a:pt x="1" y="3845"/>
                    <a:pt x="233" y="4568"/>
                    <a:pt x="697" y="5049"/>
                  </a:cubicBezTo>
                  <a:cubicBezTo>
                    <a:pt x="1161" y="5522"/>
                    <a:pt x="1856" y="5763"/>
                    <a:pt x="2775" y="5763"/>
                  </a:cubicBezTo>
                  <a:cubicBezTo>
                    <a:pt x="3043" y="5763"/>
                    <a:pt x="3302" y="5727"/>
                    <a:pt x="3560" y="5674"/>
                  </a:cubicBezTo>
                  <a:cubicBezTo>
                    <a:pt x="3810" y="5620"/>
                    <a:pt x="4042" y="5522"/>
                    <a:pt x="4256" y="5397"/>
                  </a:cubicBezTo>
                  <a:cubicBezTo>
                    <a:pt x="4470" y="5272"/>
                    <a:pt x="4649" y="5103"/>
                    <a:pt x="4774" y="4898"/>
                  </a:cubicBezTo>
                  <a:lnTo>
                    <a:pt x="4845" y="5665"/>
                  </a:lnTo>
                  <a:lnTo>
                    <a:pt x="5300" y="5665"/>
                  </a:lnTo>
                  <a:lnTo>
                    <a:pt x="5300" y="2783"/>
                  </a:lnTo>
                  <a:lnTo>
                    <a:pt x="2632" y="2783"/>
                  </a:lnTo>
                  <a:lnTo>
                    <a:pt x="2632" y="3265"/>
                  </a:lnTo>
                  <a:lnTo>
                    <a:pt x="4738" y="3265"/>
                  </a:lnTo>
                  <a:lnTo>
                    <a:pt x="4738" y="3408"/>
                  </a:lnTo>
                  <a:cubicBezTo>
                    <a:pt x="4738" y="3827"/>
                    <a:pt x="4666" y="4175"/>
                    <a:pt x="4542" y="4452"/>
                  </a:cubicBezTo>
                  <a:cubicBezTo>
                    <a:pt x="4408" y="4728"/>
                    <a:pt x="4203" y="4933"/>
                    <a:pt x="3908" y="5067"/>
                  </a:cubicBezTo>
                  <a:cubicBezTo>
                    <a:pt x="3623" y="5201"/>
                    <a:pt x="3230" y="5263"/>
                    <a:pt x="2748" y="5263"/>
                  </a:cubicBezTo>
                  <a:cubicBezTo>
                    <a:pt x="2302" y="5263"/>
                    <a:pt x="1919" y="5192"/>
                    <a:pt x="1598" y="5040"/>
                  </a:cubicBezTo>
                  <a:cubicBezTo>
                    <a:pt x="1276" y="4889"/>
                    <a:pt x="1027" y="4639"/>
                    <a:pt x="857" y="4300"/>
                  </a:cubicBezTo>
                  <a:cubicBezTo>
                    <a:pt x="679" y="3961"/>
                    <a:pt x="598" y="3515"/>
                    <a:pt x="598" y="2971"/>
                  </a:cubicBezTo>
                  <a:lnTo>
                    <a:pt x="598" y="2792"/>
                  </a:lnTo>
                  <a:cubicBezTo>
                    <a:pt x="598" y="2382"/>
                    <a:pt x="643" y="2034"/>
                    <a:pt x="750" y="1740"/>
                  </a:cubicBezTo>
                  <a:cubicBezTo>
                    <a:pt x="848" y="1445"/>
                    <a:pt x="1000" y="1213"/>
                    <a:pt x="1196" y="1026"/>
                  </a:cubicBezTo>
                  <a:cubicBezTo>
                    <a:pt x="1392" y="839"/>
                    <a:pt x="1624" y="705"/>
                    <a:pt x="1901" y="616"/>
                  </a:cubicBezTo>
                  <a:cubicBezTo>
                    <a:pt x="2169" y="535"/>
                    <a:pt x="2481" y="491"/>
                    <a:pt x="2820" y="491"/>
                  </a:cubicBezTo>
                  <a:cubicBezTo>
                    <a:pt x="3087" y="491"/>
                    <a:pt x="3346" y="517"/>
                    <a:pt x="3578" y="571"/>
                  </a:cubicBezTo>
                  <a:cubicBezTo>
                    <a:pt x="3810" y="616"/>
                    <a:pt x="4015" y="705"/>
                    <a:pt x="4185" y="821"/>
                  </a:cubicBezTo>
                  <a:cubicBezTo>
                    <a:pt x="4354" y="937"/>
                    <a:pt x="4488" y="1088"/>
                    <a:pt x="4586" y="1285"/>
                  </a:cubicBezTo>
                  <a:cubicBezTo>
                    <a:pt x="4684" y="1472"/>
                    <a:pt x="4738" y="1713"/>
                    <a:pt x="4738" y="1989"/>
                  </a:cubicBezTo>
                  <a:lnTo>
                    <a:pt x="5300" y="1989"/>
                  </a:lnTo>
                  <a:cubicBezTo>
                    <a:pt x="5300" y="1659"/>
                    <a:pt x="5246" y="1365"/>
                    <a:pt x="5130" y="1115"/>
                  </a:cubicBezTo>
                  <a:cubicBezTo>
                    <a:pt x="5023" y="865"/>
                    <a:pt x="4854" y="660"/>
                    <a:pt x="4640" y="500"/>
                  </a:cubicBezTo>
                  <a:cubicBezTo>
                    <a:pt x="4426" y="330"/>
                    <a:pt x="4167" y="205"/>
                    <a:pt x="3864" y="125"/>
                  </a:cubicBezTo>
                  <a:cubicBezTo>
                    <a:pt x="3560" y="36"/>
                    <a:pt x="3212" y="0"/>
                    <a:pt x="282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53"/>
            <p:cNvSpPr/>
            <p:nvPr/>
          </p:nvSpPr>
          <p:spPr>
            <a:xfrm>
              <a:off x="5599031" y="1646235"/>
              <a:ext cx="24517" cy="209333"/>
            </a:xfrm>
            <a:custGeom>
              <a:rect b="b" l="l" r="r" t="t"/>
              <a:pathLst>
                <a:path extrusionOk="0" h="5567" w="652">
                  <a:moveTo>
                    <a:pt x="0" y="0"/>
                  </a:moveTo>
                  <a:lnTo>
                    <a:pt x="0" y="5567"/>
                  </a:lnTo>
                  <a:lnTo>
                    <a:pt x="651" y="5567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53"/>
            <p:cNvSpPr/>
            <p:nvPr/>
          </p:nvSpPr>
          <p:spPr>
            <a:xfrm>
              <a:off x="5703679" y="1645897"/>
              <a:ext cx="173122" cy="209672"/>
            </a:xfrm>
            <a:custGeom>
              <a:rect b="b" l="l" r="r" t="t"/>
              <a:pathLst>
                <a:path extrusionOk="0" h="5576" w="4604">
                  <a:moveTo>
                    <a:pt x="1" y="0"/>
                  </a:moveTo>
                  <a:lnTo>
                    <a:pt x="1" y="651"/>
                  </a:lnTo>
                  <a:lnTo>
                    <a:pt x="1927" y="651"/>
                  </a:lnTo>
                  <a:lnTo>
                    <a:pt x="1927" y="5576"/>
                  </a:lnTo>
                  <a:lnTo>
                    <a:pt x="2677" y="5576"/>
                  </a:lnTo>
                  <a:lnTo>
                    <a:pt x="2677" y="651"/>
                  </a:lnTo>
                  <a:lnTo>
                    <a:pt x="4604" y="651"/>
                  </a:lnTo>
                  <a:lnTo>
                    <a:pt x="460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53"/>
            <p:cNvSpPr/>
            <p:nvPr/>
          </p:nvSpPr>
          <p:spPr>
            <a:xfrm>
              <a:off x="5915344" y="1646235"/>
              <a:ext cx="206363" cy="209333"/>
            </a:xfrm>
            <a:custGeom>
              <a:rect b="b" l="l" r="r" t="t"/>
              <a:pathLst>
                <a:path extrusionOk="0" h="5567" w="5488">
                  <a:moveTo>
                    <a:pt x="2739" y="714"/>
                  </a:moveTo>
                  <a:cubicBezTo>
                    <a:pt x="2775" y="812"/>
                    <a:pt x="2802" y="910"/>
                    <a:pt x="2838" y="1017"/>
                  </a:cubicBezTo>
                  <a:cubicBezTo>
                    <a:pt x="2873" y="1124"/>
                    <a:pt x="2909" y="1231"/>
                    <a:pt x="2954" y="1338"/>
                  </a:cubicBezTo>
                  <a:cubicBezTo>
                    <a:pt x="2989" y="1445"/>
                    <a:pt x="3025" y="1543"/>
                    <a:pt x="3052" y="1624"/>
                  </a:cubicBezTo>
                  <a:cubicBezTo>
                    <a:pt x="3078" y="1704"/>
                    <a:pt x="3105" y="1775"/>
                    <a:pt x="3132" y="1820"/>
                  </a:cubicBezTo>
                  <a:lnTo>
                    <a:pt x="3774" y="3515"/>
                  </a:lnTo>
                  <a:lnTo>
                    <a:pt x="1651" y="3515"/>
                  </a:lnTo>
                  <a:lnTo>
                    <a:pt x="2302" y="1820"/>
                  </a:lnTo>
                  <a:cubicBezTo>
                    <a:pt x="2338" y="1740"/>
                    <a:pt x="2374" y="1633"/>
                    <a:pt x="2418" y="1499"/>
                  </a:cubicBezTo>
                  <a:cubicBezTo>
                    <a:pt x="2463" y="1365"/>
                    <a:pt x="2516" y="1231"/>
                    <a:pt x="2561" y="1089"/>
                  </a:cubicBezTo>
                  <a:cubicBezTo>
                    <a:pt x="2606" y="955"/>
                    <a:pt x="2650" y="830"/>
                    <a:pt x="2695" y="714"/>
                  </a:cubicBezTo>
                  <a:close/>
                  <a:moveTo>
                    <a:pt x="2195" y="0"/>
                  </a:moveTo>
                  <a:lnTo>
                    <a:pt x="1" y="5567"/>
                  </a:lnTo>
                  <a:lnTo>
                    <a:pt x="866" y="5567"/>
                  </a:lnTo>
                  <a:lnTo>
                    <a:pt x="1375" y="4229"/>
                  </a:lnTo>
                  <a:lnTo>
                    <a:pt x="4051" y="4229"/>
                  </a:lnTo>
                  <a:lnTo>
                    <a:pt x="4577" y="5567"/>
                  </a:lnTo>
                  <a:lnTo>
                    <a:pt x="5487" y="556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53"/>
            <p:cNvSpPr/>
            <p:nvPr/>
          </p:nvSpPr>
          <p:spPr>
            <a:xfrm>
              <a:off x="6194467" y="1645897"/>
              <a:ext cx="139919" cy="209672"/>
            </a:xfrm>
            <a:custGeom>
              <a:rect b="b" l="l" r="r" t="t"/>
              <a:pathLst>
                <a:path extrusionOk="0" h="5576" w="3721">
                  <a:moveTo>
                    <a:pt x="0" y="0"/>
                  </a:moveTo>
                  <a:lnTo>
                    <a:pt x="0" y="5576"/>
                  </a:lnTo>
                  <a:lnTo>
                    <a:pt x="3720" y="5576"/>
                  </a:lnTo>
                  <a:lnTo>
                    <a:pt x="3720" y="4764"/>
                  </a:lnTo>
                  <a:lnTo>
                    <a:pt x="937" y="4764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53"/>
            <p:cNvSpPr/>
            <p:nvPr/>
          </p:nvSpPr>
          <p:spPr>
            <a:xfrm>
              <a:off x="6410155" y="1645897"/>
              <a:ext cx="176469" cy="209672"/>
            </a:xfrm>
            <a:custGeom>
              <a:rect b="b" l="l" r="r" t="t"/>
              <a:pathLst>
                <a:path extrusionOk="0" h="5576" w="4693">
                  <a:moveTo>
                    <a:pt x="0" y="0"/>
                  </a:moveTo>
                  <a:lnTo>
                    <a:pt x="0" y="5576"/>
                  </a:lnTo>
                  <a:lnTo>
                    <a:pt x="1035" y="5576"/>
                  </a:lnTo>
                  <a:lnTo>
                    <a:pt x="1035" y="3167"/>
                  </a:lnTo>
                  <a:lnTo>
                    <a:pt x="3658" y="3167"/>
                  </a:lnTo>
                  <a:lnTo>
                    <a:pt x="3658" y="5576"/>
                  </a:lnTo>
                  <a:lnTo>
                    <a:pt x="4693" y="5576"/>
                  </a:lnTo>
                  <a:lnTo>
                    <a:pt x="4693" y="0"/>
                  </a:lnTo>
                  <a:lnTo>
                    <a:pt x="3658" y="0"/>
                  </a:lnTo>
                  <a:lnTo>
                    <a:pt x="3658" y="2275"/>
                  </a:lnTo>
                  <a:lnTo>
                    <a:pt x="1035" y="227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53"/>
            <p:cNvSpPr/>
            <p:nvPr/>
          </p:nvSpPr>
          <p:spPr>
            <a:xfrm>
              <a:off x="6666416" y="1642550"/>
              <a:ext cx="213394" cy="216703"/>
            </a:xfrm>
            <a:custGeom>
              <a:rect b="b" l="l" r="r" t="t"/>
              <a:pathLst>
                <a:path extrusionOk="0" h="5763" w="5675">
                  <a:moveTo>
                    <a:pt x="2829" y="946"/>
                  </a:moveTo>
                  <a:cubicBezTo>
                    <a:pt x="3105" y="946"/>
                    <a:pt x="3337" y="981"/>
                    <a:pt x="3543" y="1062"/>
                  </a:cubicBezTo>
                  <a:cubicBezTo>
                    <a:pt x="3748" y="1142"/>
                    <a:pt x="3926" y="1258"/>
                    <a:pt x="4069" y="1410"/>
                  </a:cubicBezTo>
                  <a:cubicBezTo>
                    <a:pt x="4203" y="1570"/>
                    <a:pt x="4310" y="1757"/>
                    <a:pt x="4390" y="1980"/>
                  </a:cubicBezTo>
                  <a:cubicBezTo>
                    <a:pt x="4461" y="2212"/>
                    <a:pt x="4497" y="2471"/>
                    <a:pt x="4497" y="2774"/>
                  </a:cubicBezTo>
                  <a:lnTo>
                    <a:pt x="4497" y="2989"/>
                  </a:lnTo>
                  <a:cubicBezTo>
                    <a:pt x="4497" y="3292"/>
                    <a:pt x="4461" y="3551"/>
                    <a:pt x="4390" y="3774"/>
                  </a:cubicBezTo>
                  <a:cubicBezTo>
                    <a:pt x="4310" y="3997"/>
                    <a:pt x="4203" y="4193"/>
                    <a:pt x="4069" y="4345"/>
                  </a:cubicBezTo>
                  <a:cubicBezTo>
                    <a:pt x="3926" y="4496"/>
                    <a:pt x="3748" y="4612"/>
                    <a:pt x="3543" y="4692"/>
                  </a:cubicBezTo>
                  <a:cubicBezTo>
                    <a:pt x="3337" y="4773"/>
                    <a:pt x="3105" y="4808"/>
                    <a:pt x="2829" y="4808"/>
                  </a:cubicBezTo>
                  <a:cubicBezTo>
                    <a:pt x="2561" y="4808"/>
                    <a:pt x="2320" y="4773"/>
                    <a:pt x="2115" y="4692"/>
                  </a:cubicBezTo>
                  <a:cubicBezTo>
                    <a:pt x="1910" y="4612"/>
                    <a:pt x="1741" y="4496"/>
                    <a:pt x="1598" y="4345"/>
                  </a:cubicBezTo>
                  <a:cubicBezTo>
                    <a:pt x="1464" y="4193"/>
                    <a:pt x="1357" y="3997"/>
                    <a:pt x="1286" y="3774"/>
                  </a:cubicBezTo>
                  <a:cubicBezTo>
                    <a:pt x="1223" y="3551"/>
                    <a:pt x="1187" y="3292"/>
                    <a:pt x="1187" y="2989"/>
                  </a:cubicBezTo>
                  <a:lnTo>
                    <a:pt x="1187" y="2774"/>
                  </a:lnTo>
                  <a:cubicBezTo>
                    <a:pt x="1187" y="2471"/>
                    <a:pt x="1223" y="2212"/>
                    <a:pt x="1286" y="1980"/>
                  </a:cubicBezTo>
                  <a:cubicBezTo>
                    <a:pt x="1357" y="1757"/>
                    <a:pt x="1464" y="1570"/>
                    <a:pt x="1598" y="1410"/>
                  </a:cubicBezTo>
                  <a:cubicBezTo>
                    <a:pt x="1741" y="1258"/>
                    <a:pt x="1910" y="1142"/>
                    <a:pt x="2115" y="1062"/>
                  </a:cubicBezTo>
                  <a:cubicBezTo>
                    <a:pt x="2320" y="981"/>
                    <a:pt x="2561" y="946"/>
                    <a:pt x="2829" y="946"/>
                  </a:cubicBezTo>
                  <a:close/>
                  <a:moveTo>
                    <a:pt x="2829" y="0"/>
                  </a:moveTo>
                  <a:cubicBezTo>
                    <a:pt x="2249" y="0"/>
                    <a:pt x="1741" y="98"/>
                    <a:pt x="1321" y="312"/>
                  </a:cubicBezTo>
                  <a:cubicBezTo>
                    <a:pt x="893" y="517"/>
                    <a:pt x="563" y="830"/>
                    <a:pt x="340" y="1258"/>
                  </a:cubicBezTo>
                  <a:cubicBezTo>
                    <a:pt x="117" y="1686"/>
                    <a:pt x="1" y="2221"/>
                    <a:pt x="1" y="2882"/>
                  </a:cubicBezTo>
                  <a:cubicBezTo>
                    <a:pt x="1" y="3524"/>
                    <a:pt x="117" y="4059"/>
                    <a:pt x="340" y="4487"/>
                  </a:cubicBezTo>
                  <a:cubicBezTo>
                    <a:pt x="563" y="4915"/>
                    <a:pt x="893" y="5237"/>
                    <a:pt x="1321" y="5451"/>
                  </a:cubicBezTo>
                  <a:cubicBezTo>
                    <a:pt x="1741" y="5656"/>
                    <a:pt x="2249" y="5763"/>
                    <a:pt x="2829" y="5763"/>
                  </a:cubicBezTo>
                  <a:cubicBezTo>
                    <a:pt x="3427" y="5763"/>
                    <a:pt x="3935" y="5656"/>
                    <a:pt x="4354" y="5451"/>
                  </a:cubicBezTo>
                  <a:cubicBezTo>
                    <a:pt x="4783" y="5237"/>
                    <a:pt x="5104" y="4915"/>
                    <a:pt x="5336" y="4487"/>
                  </a:cubicBezTo>
                  <a:cubicBezTo>
                    <a:pt x="5559" y="4059"/>
                    <a:pt x="5675" y="3524"/>
                    <a:pt x="5675" y="2882"/>
                  </a:cubicBezTo>
                  <a:cubicBezTo>
                    <a:pt x="5675" y="2221"/>
                    <a:pt x="5559" y="1686"/>
                    <a:pt x="5336" y="1258"/>
                  </a:cubicBezTo>
                  <a:cubicBezTo>
                    <a:pt x="5104" y="830"/>
                    <a:pt x="4783" y="517"/>
                    <a:pt x="4354" y="312"/>
                  </a:cubicBezTo>
                  <a:cubicBezTo>
                    <a:pt x="3935" y="98"/>
                    <a:pt x="3427" y="0"/>
                    <a:pt x="28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53"/>
            <p:cNvSpPr/>
            <p:nvPr/>
          </p:nvSpPr>
          <p:spPr>
            <a:xfrm>
              <a:off x="6958625" y="1645897"/>
              <a:ext cx="186884" cy="213357"/>
            </a:xfrm>
            <a:custGeom>
              <a:rect b="b" l="l" r="r" t="t"/>
              <a:pathLst>
                <a:path extrusionOk="0" h="5674" w="4970">
                  <a:moveTo>
                    <a:pt x="0" y="0"/>
                  </a:moveTo>
                  <a:lnTo>
                    <a:pt x="0" y="3453"/>
                  </a:lnTo>
                  <a:cubicBezTo>
                    <a:pt x="0" y="3943"/>
                    <a:pt x="98" y="4354"/>
                    <a:pt x="295" y="4684"/>
                  </a:cubicBezTo>
                  <a:cubicBezTo>
                    <a:pt x="491" y="5014"/>
                    <a:pt x="776" y="5264"/>
                    <a:pt x="1142" y="5424"/>
                  </a:cubicBezTo>
                  <a:cubicBezTo>
                    <a:pt x="1517" y="5585"/>
                    <a:pt x="1963" y="5674"/>
                    <a:pt x="2480" y="5674"/>
                  </a:cubicBezTo>
                  <a:cubicBezTo>
                    <a:pt x="2998" y="5674"/>
                    <a:pt x="3444" y="5585"/>
                    <a:pt x="3818" y="5424"/>
                  </a:cubicBezTo>
                  <a:cubicBezTo>
                    <a:pt x="4184" y="5264"/>
                    <a:pt x="4470" y="5014"/>
                    <a:pt x="4675" y="4684"/>
                  </a:cubicBezTo>
                  <a:cubicBezTo>
                    <a:pt x="4871" y="4354"/>
                    <a:pt x="4969" y="3943"/>
                    <a:pt x="4969" y="3453"/>
                  </a:cubicBezTo>
                  <a:lnTo>
                    <a:pt x="4969" y="0"/>
                  </a:lnTo>
                  <a:lnTo>
                    <a:pt x="3685" y="0"/>
                  </a:lnTo>
                  <a:lnTo>
                    <a:pt x="3685" y="3426"/>
                  </a:lnTo>
                  <a:cubicBezTo>
                    <a:pt x="3685" y="3810"/>
                    <a:pt x="3578" y="4104"/>
                    <a:pt x="3372" y="4318"/>
                  </a:cubicBezTo>
                  <a:cubicBezTo>
                    <a:pt x="3158" y="4532"/>
                    <a:pt x="2864" y="4639"/>
                    <a:pt x="2471" y="4639"/>
                  </a:cubicBezTo>
                  <a:cubicBezTo>
                    <a:pt x="2088" y="4639"/>
                    <a:pt x="1793" y="4532"/>
                    <a:pt x="1588" y="4318"/>
                  </a:cubicBezTo>
                  <a:cubicBezTo>
                    <a:pt x="1383" y="4104"/>
                    <a:pt x="1276" y="3810"/>
                    <a:pt x="1276" y="3426"/>
                  </a:cubicBezTo>
                  <a:lnTo>
                    <a:pt x="12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53"/>
            <p:cNvSpPr/>
            <p:nvPr/>
          </p:nvSpPr>
          <p:spPr>
            <a:xfrm>
              <a:off x="7223610" y="1642212"/>
              <a:ext cx="187223" cy="217042"/>
            </a:xfrm>
            <a:custGeom>
              <a:rect b="b" l="l" r="r" t="t"/>
              <a:pathLst>
                <a:path extrusionOk="0" h="5772" w="4979">
                  <a:moveTo>
                    <a:pt x="2490" y="0"/>
                  </a:moveTo>
                  <a:cubicBezTo>
                    <a:pt x="2169" y="0"/>
                    <a:pt x="1865" y="27"/>
                    <a:pt x="1580" y="89"/>
                  </a:cubicBezTo>
                  <a:cubicBezTo>
                    <a:pt x="1294" y="152"/>
                    <a:pt x="1036" y="250"/>
                    <a:pt x="822" y="384"/>
                  </a:cubicBezTo>
                  <a:cubicBezTo>
                    <a:pt x="599" y="526"/>
                    <a:pt x="429" y="696"/>
                    <a:pt x="304" y="910"/>
                  </a:cubicBezTo>
                  <a:cubicBezTo>
                    <a:pt x="179" y="1124"/>
                    <a:pt x="117" y="1374"/>
                    <a:pt x="117" y="1668"/>
                  </a:cubicBezTo>
                  <a:cubicBezTo>
                    <a:pt x="117" y="1936"/>
                    <a:pt x="161" y="2159"/>
                    <a:pt x="260" y="2346"/>
                  </a:cubicBezTo>
                  <a:cubicBezTo>
                    <a:pt x="349" y="2534"/>
                    <a:pt x="483" y="2685"/>
                    <a:pt x="643" y="2810"/>
                  </a:cubicBezTo>
                  <a:cubicBezTo>
                    <a:pt x="795" y="2935"/>
                    <a:pt x="982" y="3042"/>
                    <a:pt x="1178" y="3122"/>
                  </a:cubicBezTo>
                  <a:cubicBezTo>
                    <a:pt x="1384" y="3203"/>
                    <a:pt x="1589" y="3274"/>
                    <a:pt x="1803" y="3328"/>
                  </a:cubicBezTo>
                  <a:cubicBezTo>
                    <a:pt x="2017" y="3381"/>
                    <a:pt x="2231" y="3435"/>
                    <a:pt x="2427" y="3479"/>
                  </a:cubicBezTo>
                  <a:cubicBezTo>
                    <a:pt x="2633" y="3524"/>
                    <a:pt x="2811" y="3577"/>
                    <a:pt x="2972" y="3631"/>
                  </a:cubicBezTo>
                  <a:cubicBezTo>
                    <a:pt x="3132" y="3684"/>
                    <a:pt x="3257" y="3756"/>
                    <a:pt x="3346" y="3836"/>
                  </a:cubicBezTo>
                  <a:cubicBezTo>
                    <a:pt x="3444" y="3916"/>
                    <a:pt x="3489" y="4023"/>
                    <a:pt x="3489" y="4148"/>
                  </a:cubicBezTo>
                  <a:cubicBezTo>
                    <a:pt x="3489" y="4220"/>
                    <a:pt x="3480" y="4291"/>
                    <a:pt x="3444" y="4345"/>
                  </a:cubicBezTo>
                  <a:cubicBezTo>
                    <a:pt x="3418" y="4398"/>
                    <a:pt x="3373" y="4452"/>
                    <a:pt x="3311" y="4487"/>
                  </a:cubicBezTo>
                  <a:cubicBezTo>
                    <a:pt x="3248" y="4532"/>
                    <a:pt x="3177" y="4568"/>
                    <a:pt x="3096" y="4594"/>
                  </a:cubicBezTo>
                  <a:cubicBezTo>
                    <a:pt x="3016" y="4621"/>
                    <a:pt x="2918" y="4639"/>
                    <a:pt x="2820" y="4648"/>
                  </a:cubicBezTo>
                  <a:cubicBezTo>
                    <a:pt x="2713" y="4657"/>
                    <a:pt x="2606" y="4666"/>
                    <a:pt x="2490" y="4666"/>
                  </a:cubicBezTo>
                  <a:cubicBezTo>
                    <a:pt x="2267" y="4666"/>
                    <a:pt x="2079" y="4639"/>
                    <a:pt x="1919" y="4594"/>
                  </a:cubicBezTo>
                  <a:cubicBezTo>
                    <a:pt x="1758" y="4550"/>
                    <a:pt x="1633" y="4470"/>
                    <a:pt x="1544" y="4371"/>
                  </a:cubicBezTo>
                  <a:cubicBezTo>
                    <a:pt x="1455" y="4264"/>
                    <a:pt x="1410" y="4122"/>
                    <a:pt x="1410" y="3952"/>
                  </a:cubicBezTo>
                  <a:cubicBezTo>
                    <a:pt x="1410" y="3934"/>
                    <a:pt x="1410" y="3916"/>
                    <a:pt x="1410" y="3890"/>
                  </a:cubicBezTo>
                  <a:cubicBezTo>
                    <a:pt x="1410" y="3863"/>
                    <a:pt x="1410" y="3845"/>
                    <a:pt x="1410" y="3827"/>
                  </a:cubicBezTo>
                  <a:lnTo>
                    <a:pt x="10" y="3827"/>
                  </a:lnTo>
                  <a:cubicBezTo>
                    <a:pt x="1" y="3845"/>
                    <a:pt x="1" y="3863"/>
                    <a:pt x="1" y="3890"/>
                  </a:cubicBezTo>
                  <a:lnTo>
                    <a:pt x="1" y="3970"/>
                  </a:lnTo>
                  <a:cubicBezTo>
                    <a:pt x="1" y="4300"/>
                    <a:pt x="72" y="4585"/>
                    <a:pt x="206" y="4817"/>
                  </a:cubicBezTo>
                  <a:cubicBezTo>
                    <a:pt x="340" y="5040"/>
                    <a:pt x="527" y="5228"/>
                    <a:pt x="759" y="5371"/>
                  </a:cubicBezTo>
                  <a:cubicBezTo>
                    <a:pt x="1000" y="5513"/>
                    <a:pt x="1268" y="5611"/>
                    <a:pt x="1580" y="5674"/>
                  </a:cubicBezTo>
                  <a:cubicBezTo>
                    <a:pt x="1883" y="5736"/>
                    <a:pt x="2213" y="5772"/>
                    <a:pt x="2570" y="5772"/>
                  </a:cubicBezTo>
                  <a:cubicBezTo>
                    <a:pt x="3025" y="5772"/>
                    <a:pt x="3444" y="5710"/>
                    <a:pt x="3801" y="5585"/>
                  </a:cubicBezTo>
                  <a:cubicBezTo>
                    <a:pt x="4167" y="5460"/>
                    <a:pt x="4461" y="5263"/>
                    <a:pt x="4667" y="4987"/>
                  </a:cubicBezTo>
                  <a:cubicBezTo>
                    <a:pt x="4872" y="4719"/>
                    <a:pt x="4979" y="4362"/>
                    <a:pt x="4979" y="3916"/>
                  </a:cubicBezTo>
                  <a:cubicBezTo>
                    <a:pt x="4979" y="3667"/>
                    <a:pt x="4934" y="3444"/>
                    <a:pt x="4836" y="3265"/>
                  </a:cubicBezTo>
                  <a:cubicBezTo>
                    <a:pt x="4738" y="3087"/>
                    <a:pt x="4613" y="2935"/>
                    <a:pt x="4452" y="2819"/>
                  </a:cubicBezTo>
                  <a:cubicBezTo>
                    <a:pt x="4292" y="2694"/>
                    <a:pt x="4104" y="2596"/>
                    <a:pt x="3908" y="2516"/>
                  </a:cubicBezTo>
                  <a:cubicBezTo>
                    <a:pt x="3703" y="2436"/>
                    <a:pt x="3498" y="2373"/>
                    <a:pt x="3284" y="2320"/>
                  </a:cubicBezTo>
                  <a:cubicBezTo>
                    <a:pt x="3070" y="2275"/>
                    <a:pt x="2864" y="2221"/>
                    <a:pt x="2668" y="2177"/>
                  </a:cubicBezTo>
                  <a:cubicBezTo>
                    <a:pt x="2463" y="2132"/>
                    <a:pt x="2285" y="2079"/>
                    <a:pt x="2124" y="2025"/>
                  </a:cubicBezTo>
                  <a:cubicBezTo>
                    <a:pt x="1955" y="1972"/>
                    <a:pt x="1830" y="1909"/>
                    <a:pt x="1731" y="1829"/>
                  </a:cubicBezTo>
                  <a:cubicBezTo>
                    <a:pt x="1642" y="1758"/>
                    <a:pt x="1598" y="1659"/>
                    <a:pt x="1598" y="1543"/>
                  </a:cubicBezTo>
                  <a:cubicBezTo>
                    <a:pt x="1598" y="1445"/>
                    <a:pt x="1633" y="1356"/>
                    <a:pt x="1705" y="1285"/>
                  </a:cubicBezTo>
                  <a:cubicBezTo>
                    <a:pt x="1776" y="1213"/>
                    <a:pt x="1883" y="1160"/>
                    <a:pt x="2017" y="1124"/>
                  </a:cubicBezTo>
                  <a:cubicBezTo>
                    <a:pt x="2160" y="1088"/>
                    <a:pt x="2329" y="1071"/>
                    <a:pt x="2525" y="1071"/>
                  </a:cubicBezTo>
                  <a:cubicBezTo>
                    <a:pt x="2731" y="1071"/>
                    <a:pt x="2891" y="1097"/>
                    <a:pt x="3034" y="1151"/>
                  </a:cubicBezTo>
                  <a:cubicBezTo>
                    <a:pt x="3168" y="1213"/>
                    <a:pt x="3266" y="1285"/>
                    <a:pt x="3337" y="1383"/>
                  </a:cubicBezTo>
                  <a:cubicBezTo>
                    <a:pt x="3400" y="1472"/>
                    <a:pt x="3435" y="1588"/>
                    <a:pt x="3435" y="1713"/>
                  </a:cubicBezTo>
                  <a:lnTo>
                    <a:pt x="3435" y="1766"/>
                  </a:lnTo>
                  <a:lnTo>
                    <a:pt x="4836" y="1766"/>
                  </a:lnTo>
                  <a:lnTo>
                    <a:pt x="4836" y="1668"/>
                  </a:lnTo>
                  <a:cubicBezTo>
                    <a:pt x="4827" y="1374"/>
                    <a:pt x="4765" y="1124"/>
                    <a:pt x="4640" y="919"/>
                  </a:cubicBezTo>
                  <a:cubicBezTo>
                    <a:pt x="4524" y="714"/>
                    <a:pt x="4354" y="535"/>
                    <a:pt x="4131" y="402"/>
                  </a:cubicBezTo>
                  <a:cubicBezTo>
                    <a:pt x="3917" y="259"/>
                    <a:pt x="3667" y="161"/>
                    <a:pt x="3391" y="98"/>
                  </a:cubicBezTo>
                  <a:cubicBezTo>
                    <a:pt x="3114" y="27"/>
                    <a:pt x="2811" y="0"/>
                    <a:pt x="249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53"/>
            <p:cNvSpPr/>
            <p:nvPr/>
          </p:nvSpPr>
          <p:spPr>
            <a:xfrm>
              <a:off x="7489309" y="1645559"/>
              <a:ext cx="181169" cy="210010"/>
            </a:xfrm>
            <a:custGeom>
              <a:rect b="b" l="l" r="r" t="t"/>
              <a:pathLst>
                <a:path extrusionOk="0" h="5585" w="4818">
                  <a:moveTo>
                    <a:pt x="0" y="0"/>
                  </a:moveTo>
                  <a:lnTo>
                    <a:pt x="0" y="5585"/>
                  </a:lnTo>
                  <a:lnTo>
                    <a:pt x="4818" y="5585"/>
                  </a:lnTo>
                  <a:lnTo>
                    <a:pt x="4818" y="4300"/>
                  </a:lnTo>
                  <a:lnTo>
                    <a:pt x="1686" y="4300"/>
                  </a:lnTo>
                  <a:lnTo>
                    <a:pt x="1686" y="3364"/>
                  </a:lnTo>
                  <a:lnTo>
                    <a:pt x="4443" y="3364"/>
                  </a:lnTo>
                  <a:lnTo>
                    <a:pt x="4443" y="2132"/>
                  </a:lnTo>
                  <a:lnTo>
                    <a:pt x="1686" y="2132"/>
                  </a:lnTo>
                  <a:lnTo>
                    <a:pt x="1686" y="1276"/>
                  </a:lnTo>
                  <a:lnTo>
                    <a:pt x="4764" y="1276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53"/>
            <p:cNvSpPr/>
            <p:nvPr/>
          </p:nvSpPr>
          <p:spPr>
            <a:xfrm>
              <a:off x="4935498" y="1646235"/>
              <a:ext cx="178837" cy="208995"/>
            </a:xfrm>
            <a:custGeom>
              <a:rect b="b" l="l" r="r" t="t"/>
              <a:pathLst>
                <a:path extrusionOk="0" h="5558" w="4756">
                  <a:moveTo>
                    <a:pt x="2552" y="437"/>
                  </a:moveTo>
                  <a:cubicBezTo>
                    <a:pt x="3524" y="437"/>
                    <a:pt x="4318" y="1231"/>
                    <a:pt x="4318" y="2204"/>
                  </a:cubicBezTo>
                  <a:lnTo>
                    <a:pt x="4318" y="3354"/>
                  </a:lnTo>
                  <a:cubicBezTo>
                    <a:pt x="4318" y="4327"/>
                    <a:pt x="3524" y="5112"/>
                    <a:pt x="2552" y="5112"/>
                  </a:cubicBezTo>
                  <a:lnTo>
                    <a:pt x="437" y="5112"/>
                  </a:lnTo>
                  <a:lnTo>
                    <a:pt x="437" y="437"/>
                  </a:lnTo>
                  <a:close/>
                  <a:moveTo>
                    <a:pt x="0" y="0"/>
                  </a:moveTo>
                  <a:lnTo>
                    <a:pt x="0" y="5558"/>
                  </a:lnTo>
                  <a:lnTo>
                    <a:pt x="2552" y="5558"/>
                  </a:lnTo>
                  <a:cubicBezTo>
                    <a:pt x="3765" y="5558"/>
                    <a:pt x="4755" y="4568"/>
                    <a:pt x="4755" y="3354"/>
                  </a:cubicBezTo>
                  <a:lnTo>
                    <a:pt x="4755" y="2204"/>
                  </a:lnTo>
                  <a:cubicBezTo>
                    <a:pt x="4755" y="981"/>
                    <a:pt x="3765" y="0"/>
                    <a:pt x="25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7" name="Google Shape;887;p53"/>
          <p:cNvSpPr/>
          <p:nvPr/>
        </p:nvSpPr>
        <p:spPr>
          <a:xfrm flipH="1">
            <a:off x="2313600" y="1028700"/>
            <a:ext cx="2267700" cy="2267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888" name="Google Shape;888;p53"/>
          <p:cNvCxnSpPr>
            <a:stCxn id="887" idx="0"/>
          </p:cNvCxnSpPr>
          <p:nvPr/>
        </p:nvCxnSpPr>
        <p:spPr>
          <a:xfrm>
            <a:off x="3447450" y="1028700"/>
            <a:ext cx="56967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9" name="Google Shape;889;p53"/>
          <p:cNvCxnSpPr>
            <a:stCxn id="887" idx="2"/>
          </p:cNvCxnSpPr>
          <p:nvPr/>
        </p:nvCxnSpPr>
        <p:spPr>
          <a:xfrm>
            <a:off x="2313600" y="2162550"/>
            <a:ext cx="0" cy="29625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0" name="Google Shape;890;p53"/>
          <p:cNvSpPr txBox="1"/>
          <p:nvPr>
            <p:ph type="title"/>
          </p:nvPr>
        </p:nvSpPr>
        <p:spPr>
          <a:xfrm>
            <a:off x="4674750" y="2596313"/>
            <a:ext cx="35550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Montserrat"/>
              <a:buNone/>
              <a:defRPr sz="2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1944">
          <p15:clr>
            <a:srgbClr val="FA7B17"/>
          </p15:clr>
        </p15:guide>
        <p15:guide id="25" orient="horz" pos="2268">
          <p15:clr>
            <a:srgbClr val="FA7B17"/>
          </p15:clr>
        </p15:guide>
        <p15:guide id="26" orient="horz" pos="2592">
          <p15:clr>
            <a:srgbClr val="FA7B17"/>
          </p15:clr>
        </p15:guide>
        <p15:guide id="27" orient="horz" pos="2916">
          <p15:clr>
            <a:srgbClr val="FA7B17"/>
          </p15:clr>
        </p15:guide>
        <p15:guide id="28" pos="2928">
          <p15:clr>
            <a:srgbClr val="FA7B17"/>
          </p15:clr>
        </p15:guide>
        <p15:guide id="29" orient="horz" pos="1974">
          <p15:clr>
            <a:srgbClr val="FA7B17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es">
  <p:cSld name="CUSTOM_9"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54"/>
          <p:cNvSpPr/>
          <p:nvPr/>
        </p:nvSpPr>
        <p:spPr>
          <a:xfrm>
            <a:off x="509613" y="1676400"/>
            <a:ext cx="2046030" cy="89152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54"/>
          <p:cNvSpPr/>
          <p:nvPr/>
        </p:nvSpPr>
        <p:spPr>
          <a:xfrm>
            <a:off x="6400900" y="0"/>
            <a:ext cx="2743200" cy="51759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4" name="Google Shape;894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175900" y="568206"/>
            <a:ext cx="4337365" cy="6134641"/>
          </a:xfrm>
          <a:prstGeom prst="rect">
            <a:avLst/>
          </a:prstGeom>
          <a:noFill/>
          <a:ln>
            <a:noFill/>
          </a:ln>
        </p:spPr>
      </p:pic>
      <p:sp>
        <p:nvSpPr>
          <p:cNvPr id="895" name="Google Shape;895;p54"/>
          <p:cNvSpPr/>
          <p:nvPr/>
        </p:nvSpPr>
        <p:spPr>
          <a:xfrm flipH="1" rot="10800000">
            <a:off x="0" y="1038138"/>
            <a:ext cx="66600" cy="4106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8A6DF1"/>
              </a:solidFill>
            </a:endParaRPr>
          </a:p>
        </p:txBody>
      </p:sp>
      <p:sp>
        <p:nvSpPr>
          <p:cNvPr id="896" name="Google Shape;896;p54"/>
          <p:cNvSpPr txBox="1"/>
          <p:nvPr/>
        </p:nvSpPr>
        <p:spPr>
          <a:xfrm>
            <a:off x="456913" y="1243538"/>
            <a:ext cx="8230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Conclusiones</a:t>
            </a:r>
            <a:endParaRPr sz="2500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897" name="Google Shape;897;p54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898" name="Google Shape;898;p54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54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0" name="Google Shape;900;p54"/>
          <p:cNvSpPr txBox="1"/>
          <p:nvPr>
            <p:ph idx="1" type="body"/>
          </p:nvPr>
        </p:nvSpPr>
        <p:spPr>
          <a:xfrm>
            <a:off x="457988" y="2115000"/>
            <a:ext cx="3893400" cy="26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332">
          <p15:clr>
            <a:srgbClr val="FA7B17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>
  <p:cSld name="CUSTOM_3">
    <p:bg>
      <p:bgPr>
        <a:solidFill>
          <a:srgbClr val="000000"/>
        </a:solidFill>
      </p:bgPr>
    </p:bg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2" name="Google Shape;902;p55"/>
          <p:cNvGrpSpPr/>
          <p:nvPr/>
        </p:nvGrpSpPr>
        <p:grpSpPr>
          <a:xfrm>
            <a:off x="456894" y="447932"/>
            <a:ext cx="1125991" cy="90007"/>
            <a:chOff x="4935498" y="1642212"/>
            <a:chExt cx="2734980" cy="217042"/>
          </a:xfrm>
        </p:grpSpPr>
        <p:sp>
          <p:nvSpPr>
            <p:cNvPr id="903" name="Google Shape;903;p55"/>
            <p:cNvSpPr/>
            <p:nvPr/>
          </p:nvSpPr>
          <p:spPr>
            <a:xfrm>
              <a:off x="5197136" y="1646235"/>
              <a:ext cx="18839" cy="209333"/>
            </a:xfrm>
            <a:custGeom>
              <a:rect b="b" l="l" r="r" t="t"/>
              <a:pathLst>
                <a:path extrusionOk="0" h="5567" w="501">
                  <a:moveTo>
                    <a:pt x="1" y="0"/>
                  </a:moveTo>
                  <a:lnTo>
                    <a:pt x="1" y="5567"/>
                  </a:lnTo>
                  <a:lnTo>
                    <a:pt x="500" y="55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04" name="Google Shape;904;p55"/>
            <p:cNvSpPr/>
            <p:nvPr/>
          </p:nvSpPr>
          <p:spPr>
            <a:xfrm>
              <a:off x="5299114" y="1642550"/>
              <a:ext cx="199293" cy="216703"/>
            </a:xfrm>
            <a:custGeom>
              <a:rect b="b" l="l" r="r" t="t"/>
              <a:pathLst>
                <a:path extrusionOk="0" h="5763" w="5300">
                  <a:moveTo>
                    <a:pt x="2820" y="0"/>
                  </a:moveTo>
                  <a:cubicBezTo>
                    <a:pt x="2204" y="0"/>
                    <a:pt x="1687" y="107"/>
                    <a:pt x="1268" y="321"/>
                  </a:cubicBezTo>
                  <a:cubicBezTo>
                    <a:pt x="848" y="544"/>
                    <a:pt x="527" y="865"/>
                    <a:pt x="322" y="1294"/>
                  </a:cubicBezTo>
                  <a:cubicBezTo>
                    <a:pt x="108" y="1722"/>
                    <a:pt x="1" y="2248"/>
                    <a:pt x="1" y="2882"/>
                  </a:cubicBezTo>
                  <a:cubicBezTo>
                    <a:pt x="1" y="3845"/>
                    <a:pt x="233" y="4568"/>
                    <a:pt x="697" y="5049"/>
                  </a:cubicBezTo>
                  <a:cubicBezTo>
                    <a:pt x="1161" y="5522"/>
                    <a:pt x="1856" y="5763"/>
                    <a:pt x="2775" y="5763"/>
                  </a:cubicBezTo>
                  <a:cubicBezTo>
                    <a:pt x="3043" y="5763"/>
                    <a:pt x="3302" y="5727"/>
                    <a:pt x="3560" y="5674"/>
                  </a:cubicBezTo>
                  <a:cubicBezTo>
                    <a:pt x="3810" y="5620"/>
                    <a:pt x="4042" y="5522"/>
                    <a:pt x="4256" y="5397"/>
                  </a:cubicBezTo>
                  <a:cubicBezTo>
                    <a:pt x="4470" y="5272"/>
                    <a:pt x="4649" y="5103"/>
                    <a:pt x="4774" y="4898"/>
                  </a:cubicBezTo>
                  <a:lnTo>
                    <a:pt x="4845" y="5665"/>
                  </a:lnTo>
                  <a:lnTo>
                    <a:pt x="5300" y="5665"/>
                  </a:lnTo>
                  <a:lnTo>
                    <a:pt x="5300" y="2783"/>
                  </a:lnTo>
                  <a:lnTo>
                    <a:pt x="2632" y="2783"/>
                  </a:lnTo>
                  <a:lnTo>
                    <a:pt x="2632" y="3265"/>
                  </a:lnTo>
                  <a:lnTo>
                    <a:pt x="4738" y="3265"/>
                  </a:lnTo>
                  <a:lnTo>
                    <a:pt x="4738" y="3408"/>
                  </a:lnTo>
                  <a:cubicBezTo>
                    <a:pt x="4738" y="3827"/>
                    <a:pt x="4666" y="4175"/>
                    <a:pt x="4542" y="4452"/>
                  </a:cubicBezTo>
                  <a:cubicBezTo>
                    <a:pt x="4408" y="4728"/>
                    <a:pt x="4203" y="4933"/>
                    <a:pt x="3908" y="5067"/>
                  </a:cubicBezTo>
                  <a:cubicBezTo>
                    <a:pt x="3623" y="5201"/>
                    <a:pt x="3230" y="5263"/>
                    <a:pt x="2748" y="5263"/>
                  </a:cubicBezTo>
                  <a:cubicBezTo>
                    <a:pt x="2302" y="5263"/>
                    <a:pt x="1919" y="5192"/>
                    <a:pt x="1598" y="5040"/>
                  </a:cubicBezTo>
                  <a:cubicBezTo>
                    <a:pt x="1276" y="4889"/>
                    <a:pt x="1027" y="4639"/>
                    <a:pt x="857" y="4300"/>
                  </a:cubicBezTo>
                  <a:cubicBezTo>
                    <a:pt x="679" y="3961"/>
                    <a:pt x="598" y="3515"/>
                    <a:pt x="598" y="2971"/>
                  </a:cubicBezTo>
                  <a:lnTo>
                    <a:pt x="598" y="2792"/>
                  </a:lnTo>
                  <a:cubicBezTo>
                    <a:pt x="598" y="2382"/>
                    <a:pt x="643" y="2034"/>
                    <a:pt x="750" y="1740"/>
                  </a:cubicBezTo>
                  <a:cubicBezTo>
                    <a:pt x="848" y="1445"/>
                    <a:pt x="1000" y="1213"/>
                    <a:pt x="1196" y="1026"/>
                  </a:cubicBezTo>
                  <a:cubicBezTo>
                    <a:pt x="1392" y="839"/>
                    <a:pt x="1624" y="705"/>
                    <a:pt x="1901" y="616"/>
                  </a:cubicBezTo>
                  <a:cubicBezTo>
                    <a:pt x="2169" y="535"/>
                    <a:pt x="2481" y="491"/>
                    <a:pt x="2820" y="491"/>
                  </a:cubicBezTo>
                  <a:cubicBezTo>
                    <a:pt x="3087" y="491"/>
                    <a:pt x="3346" y="517"/>
                    <a:pt x="3578" y="571"/>
                  </a:cubicBezTo>
                  <a:cubicBezTo>
                    <a:pt x="3810" y="616"/>
                    <a:pt x="4015" y="705"/>
                    <a:pt x="4185" y="821"/>
                  </a:cubicBezTo>
                  <a:cubicBezTo>
                    <a:pt x="4354" y="937"/>
                    <a:pt x="4488" y="1088"/>
                    <a:pt x="4586" y="1285"/>
                  </a:cubicBezTo>
                  <a:cubicBezTo>
                    <a:pt x="4684" y="1472"/>
                    <a:pt x="4738" y="1713"/>
                    <a:pt x="4738" y="1989"/>
                  </a:cubicBezTo>
                  <a:lnTo>
                    <a:pt x="5300" y="1989"/>
                  </a:lnTo>
                  <a:cubicBezTo>
                    <a:pt x="5300" y="1659"/>
                    <a:pt x="5246" y="1365"/>
                    <a:pt x="5130" y="1115"/>
                  </a:cubicBezTo>
                  <a:cubicBezTo>
                    <a:pt x="5023" y="865"/>
                    <a:pt x="4854" y="660"/>
                    <a:pt x="4640" y="500"/>
                  </a:cubicBezTo>
                  <a:cubicBezTo>
                    <a:pt x="4426" y="330"/>
                    <a:pt x="4167" y="205"/>
                    <a:pt x="3864" y="125"/>
                  </a:cubicBezTo>
                  <a:cubicBezTo>
                    <a:pt x="3560" y="36"/>
                    <a:pt x="3212" y="0"/>
                    <a:pt x="28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05" name="Google Shape;905;p55"/>
            <p:cNvSpPr/>
            <p:nvPr/>
          </p:nvSpPr>
          <p:spPr>
            <a:xfrm>
              <a:off x="5599031" y="1646235"/>
              <a:ext cx="24517" cy="209333"/>
            </a:xfrm>
            <a:custGeom>
              <a:rect b="b" l="l" r="r" t="t"/>
              <a:pathLst>
                <a:path extrusionOk="0" h="5567" w="652">
                  <a:moveTo>
                    <a:pt x="0" y="0"/>
                  </a:moveTo>
                  <a:lnTo>
                    <a:pt x="0" y="5567"/>
                  </a:lnTo>
                  <a:lnTo>
                    <a:pt x="651" y="5567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06" name="Google Shape;906;p55"/>
            <p:cNvSpPr/>
            <p:nvPr/>
          </p:nvSpPr>
          <p:spPr>
            <a:xfrm>
              <a:off x="5703679" y="1645897"/>
              <a:ext cx="173122" cy="209672"/>
            </a:xfrm>
            <a:custGeom>
              <a:rect b="b" l="l" r="r" t="t"/>
              <a:pathLst>
                <a:path extrusionOk="0" h="5576" w="4604">
                  <a:moveTo>
                    <a:pt x="1" y="0"/>
                  </a:moveTo>
                  <a:lnTo>
                    <a:pt x="1" y="651"/>
                  </a:lnTo>
                  <a:lnTo>
                    <a:pt x="1927" y="651"/>
                  </a:lnTo>
                  <a:lnTo>
                    <a:pt x="1927" y="5576"/>
                  </a:lnTo>
                  <a:lnTo>
                    <a:pt x="2677" y="5576"/>
                  </a:lnTo>
                  <a:lnTo>
                    <a:pt x="2677" y="651"/>
                  </a:lnTo>
                  <a:lnTo>
                    <a:pt x="4604" y="651"/>
                  </a:lnTo>
                  <a:lnTo>
                    <a:pt x="460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07" name="Google Shape;907;p55"/>
            <p:cNvSpPr/>
            <p:nvPr/>
          </p:nvSpPr>
          <p:spPr>
            <a:xfrm>
              <a:off x="5915344" y="1646235"/>
              <a:ext cx="206363" cy="209333"/>
            </a:xfrm>
            <a:custGeom>
              <a:rect b="b" l="l" r="r" t="t"/>
              <a:pathLst>
                <a:path extrusionOk="0" h="5567" w="5488">
                  <a:moveTo>
                    <a:pt x="2739" y="714"/>
                  </a:moveTo>
                  <a:cubicBezTo>
                    <a:pt x="2775" y="812"/>
                    <a:pt x="2802" y="910"/>
                    <a:pt x="2838" y="1017"/>
                  </a:cubicBezTo>
                  <a:cubicBezTo>
                    <a:pt x="2873" y="1124"/>
                    <a:pt x="2909" y="1231"/>
                    <a:pt x="2954" y="1338"/>
                  </a:cubicBezTo>
                  <a:cubicBezTo>
                    <a:pt x="2989" y="1445"/>
                    <a:pt x="3025" y="1543"/>
                    <a:pt x="3052" y="1624"/>
                  </a:cubicBezTo>
                  <a:cubicBezTo>
                    <a:pt x="3078" y="1704"/>
                    <a:pt x="3105" y="1775"/>
                    <a:pt x="3132" y="1820"/>
                  </a:cubicBezTo>
                  <a:lnTo>
                    <a:pt x="3774" y="3515"/>
                  </a:lnTo>
                  <a:lnTo>
                    <a:pt x="1651" y="3515"/>
                  </a:lnTo>
                  <a:lnTo>
                    <a:pt x="2302" y="1820"/>
                  </a:lnTo>
                  <a:cubicBezTo>
                    <a:pt x="2338" y="1740"/>
                    <a:pt x="2374" y="1633"/>
                    <a:pt x="2418" y="1499"/>
                  </a:cubicBezTo>
                  <a:cubicBezTo>
                    <a:pt x="2463" y="1365"/>
                    <a:pt x="2516" y="1231"/>
                    <a:pt x="2561" y="1089"/>
                  </a:cubicBezTo>
                  <a:cubicBezTo>
                    <a:pt x="2606" y="955"/>
                    <a:pt x="2650" y="830"/>
                    <a:pt x="2695" y="714"/>
                  </a:cubicBezTo>
                  <a:close/>
                  <a:moveTo>
                    <a:pt x="2195" y="0"/>
                  </a:moveTo>
                  <a:lnTo>
                    <a:pt x="1" y="5567"/>
                  </a:lnTo>
                  <a:lnTo>
                    <a:pt x="866" y="5567"/>
                  </a:lnTo>
                  <a:lnTo>
                    <a:pt x="1375" y="4229"/>
                  </a:lnTo>
                  <a:lnTo>
                    <a:pt x="4051" y="4229"/>
                  </a:lnTo>
                  <a:lnTo>
                    <a:pt x="4577" y="5567"/>
                  </a:lnTo>
                  <a:lnTo>
                    <a:pt x="5487" y="556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08" name="Google Shape;908;p55"/>
            <p:cNvSpPr/>
            <p:nvPr/>
          </p:nvSpPr>
          <p:spPr>
            <a:xfrm>
              <a:off x="6194467" y="1645897"/>
              <a:ext cx="139919" cy="209672"/>
            </a:xfrm>
            <a:custGeom>
              <a:rect b="b" l="l" r="r" t="t"/>
              <a:pathLst>
                <a:path extrusionOk="0" h="5576" w="3721">
                  <a:moveTo>
                    <a:pt x="0" y="0"/>
                  </a:moveTo>
                  <a:lnTo>
                    <a:pt x="0" y="5576"/>
                  </a:lnTo>
                  <a:lnTo>
                    <a:pt x="3720" y="5576"/>
                  </a:lnTo>
                  <a:lnTo>
                    <a:pt x="3720" y="4764"/>
                  </a:lnTo>
                  <a:lnTo>
                    <a:pt x="937" y="4764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09" name="Google Shape;909;p55"/>
            <p:cNvSpPr/>
            <p:nvPr/>
          </p:nvSpPr>
          <p:spPr>
            <a:xfrm>
              <a:off x="6410155" y="1645897"/>
              <a:ext cx="176469" cy="209672"/>
            </a:xfrm>
            <a:custGeom>
              <a:rect b="b" l="l" r="r" t="t"/>
              <a:pathLst>
                <a:path extrusionOk="0" h="5576" w="4693">
                  <a:moveTo>
                    <a:pt x="0" y="0"/>
                  </a:moveTo>
                  <a:lnTo>
                    <a:pt x="0" y="5576"/>
                  </a:lnTo>
                  <a:lnTo>
                    <a:pt x="1035" y="5576"/>
                  </a:lnTo>
                  <a:lnTo>
                    <a:pt x="1035" y="3167"/>
                  </a:lnTo>
                  <a:lnTo>
                    <a:pt x="3658" y="3167"/>
                  </a:lnTo>
                  <a:lnTo>
                    <a:pt x="3658" y="5576"/>
                  </a:lnTo>
                  <a:lnTo>
                    <a:pt x="4693" y="5576"/>
                  </a:lnTo>
                  <a:lnTo>
                    <a:pt x="4693" y="0"/>
                  </a:lnTo>
                  <a:lnTo>
                    <a:pt x="3658" y="0"/>
                  </a:lnTo>
                  <a:lnTo>
                    <a:pt x="3658" y="2275"/>
                  </a:lnTo>
                  <a:lnTo>
                    <a:pt x="1035" y="227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10" name="Google Shape;910;p55"/>
            <p:cNvSpPr/>
            <p:nvPr/>
          </p:nvSpPr>
          <p:spPr>
            <a:xfrm>
              <a:off x="6666416" y="1642550"/>
              <a:ext cx="213394" cy="216703"/>
            </a:xfrm>
            <a:custGeom>
              <a:rect b="b" l="l" r="r" t="t"/>
              <a:pathLst>
                <a:path extrusionOk="0" h="5763" w="5675">
                  <a:moveTo>
                    <a:pt x="2829" y="946"/>
                  </a:moveTo>
                  <a:cubicBezTo>
                    <a:pt x="3105" y="946"/>
                    <a:pt x="3337" y="981"/>
                    <a:pt x="3543" y="1062"/>
                  </a:cubicBezTo>
                  <a:cubicBezTo>
                    <a:pt x="3748" y="1142"/>
                    <a:pt x="3926" y="1258"/>
                    <a:pt x="4069" y="1410"/>
                  </a:cubicBezTo>
                  <a:cubicBezTo>
                    <a:pt x="4203" y="1570"/>
                    <a:pt x="4310" y="1757"/>
                    <a:pt x="4390" y="1980"/>
                  </a:cubicBezTo>
                  <a:cubicBezTo>
                    <a:pt x="4461" y="2212"/>
                    <a:pt x="4497" y="2471"/>
                    <a:pt x="4497" y="2774"/>
                  </a:cubicBezTo>
                  <a:lnTo>
                    <a:pt x="4497" y="2989"/>
                  </a:lnTo>
                  <a:cubicBezTo>
                    <a:pt x="4497" y="3292"/>
                    <a:pt x="4461" y="3551"/>
                    <a:pt x="4390" y="3774"/>
                  </a:cubicBezTo>
                  <a:cubicBezTo>
                    <a:pt x="4310" y="3997"/>
                    <a:pt x="4203" y="4193"/>
                    <a:pt x="4069" y="4345"/>
                  </a:cubicBezTo>
                  <a:cubicBezTo>
                    <a:pt x="3926" y="4496"/>
                    <a:pt x="3748" y="4612"/>
                    <a:pt x="3543" y="4692"/>
                  </a:cubicBezTo>
                  <a:cubicBezTo>
                    <a:pt x="3337" y="4773"/>
                    <a:pt x="3105" y="4808"/>
                    <a:pt x="2829" y="4808"/>
                  </a:cubicBezTo>
                  <a:cubicBezTo>
                    <a:pt x="2561" y="4808"/>
                    <a:pt x="2320" y="4773"/>
                    <a:pt x="2115" y="4692"/>
                  </a:cubicBezTo>
                  <a:cubicBezTo>
                    <a:pt x="1910" y="4612"/>
                    <a:pt x="1741" y="4496"/>
                    <a:pt x="1598" y="4345"/>
                  </a:cubicBezTo>
                  <a:cubicBezTo>
                    <a:pt x="1464" y="4193"/>
                    <a:pt x="1357" y="3997"/>
                    <a:pt x="1286" y="3774"/>
                  </a:cubicBezTo>
                  <a:cubicBezTo>
                    <a:pt x="1223" y="3551"/>
                    <a:pt x="1187" y="3292"/>
                    <a:pt x="1187" y="2989"/>
                  </a:cubicBezTo>
                  <a:lnTo>
                    <a:pt x="1187" y="2774"/>
                  </a:lnTo>
                  <a:cubicBezTo>
                    <a:pt x="1187" y="2471"/>
                    <a:pt x="1223" y="2212"/>
                    <a:pt x="1286" y="1980"/>
                  </a:cubicBezTo>
                  <a:cubicBezTo>
                    <a:pt x="1357" y="1757"/>
                    <a:pt x="1464" y="1570"/>
                    <a:pt x="1598" y="1410"/>
                  </a:cubicBezTo>
                  <a:cubicBezTo>
                    <a:pt x="1741" y="1258"/>
                    <a:pt x="1910" y="1142"/>
                    <a:pt x="2115" y="1062"/>
                  </a:cubicBezTo>
                  <a:cubicBezTo>
                    <a:pt x="2320" y="981"/>
                    <a:pt x="2561" y="946"/>
                    <a:pt x="2829" y="946"/>
                  </a:cubicBezTo>
                  <a:close/>
                  <a:moveTo>
                    <a:pt x="2829" y="0"/>
                  </a:moveTo>
                  <a:cubicBezTo>
                    <a:pt x="2249" y="0"/>
                    <a:pt x="1741" y="98"/>
                    <a:pt x="1321" y="312"/>
                  </a:cubicBezTo>
                  <a:cubicBezTo>
                    <a:pt x="893" y="517"/>
                    <a:pt x="563" y="830"/>
                    <a:pt x="340" y="1258"/>
                  </a:cubicBezTo>
                  <a:cubicBezTo>
                    <a:pt x="117" y="1686"/>
                    <a:pt x="1" y="2221"/>
                    <a:pt x="1" y="2882"/>
                  </a:cubicBezTo>
                  <a:cubicBezTo>
                    <a:pt x="1" y="3524"/>
                    <a:pt x="117" y="4059"/>
                    <a:pt x="340" y="4487"/>
                  </a:cubicBezTo>
                  <a:cubicBezTo>
                    <a:pt x="563" y="4915"/>
                    <a:pt x="893" y="5237"/>
                    <a:pt x="1321" y="5451"/>
                  </a:cubicBezTo>
                  <a:cubicBezTo>
                    <a:pt x="1741" y="5656"/>
                    <a:pt x="2249" y="5763"/>
                    <a:pt x="2829" y="5763"/>
                  </a:cubicBezTo>
                  <a:cubicBezTo>
                    <a:pt x="3427" y="5763"/>
                    <a:pt x="3935" y="5656"/>
                    <a:pt x="4354" y="5451"/>
                  </a:cubicBezTo>
                  <a:cubicBezTo>
                    <a:pt x="4783" y="5237"/>
                    <a:pt x="5104" y="4915"/>
                    <a:pt x="5336" y="4487"/>
                  </a:cubicBezTo>
                  <a:cubicBezTo>
                    <a:pt x="5559" y="4059"/>
                    <a:pt x="5675" y="3524"/>
                    <a:pt x="5675" y="2882"/>
                  </a:cubicBezTo>
                  <a:cubicBezTo>
                    <a:pt x="5675" y="2221"/>
                    <a:pt x="5559" y="1686"/>
                    <a:pt x="5336" y="1258"/>
                  </a:cubicBezTo>
                  <a:cubicBezTo>
                    <a:pt x="5104" y="830"/>
                    <a:pt x="4783" y="517"/>
                    <a:pt x="4354" y="312"/>
                  </a:cubicBezTo>
                  <a:cubicBezTo>
                    <a:pt x="3935" y="98"/>
                    <a:pt x="3427" y="0"/>
                    <a:pt x="28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11" name="Google Shape;911;p55"/>
            <p:cNvSpPr/>
            <p:nvPr/>
          </p:nvSpPr>
          <p:spPr>
            <a:xfrm>
              <a:off x="6958625" y="1645897"/>
              <a:ext cx="186884" cy="213357"/>
            </a:xfrm>
            <a:custGeom>
              <a:rect b="b" l="l" r="r" t="t"/>
              <a:pathLst>
                <a:path extrusionOk="0" h="5674" w="4970">
                  <a:moveTo>
                    <a:pt x="0" y="0"/>
                  </a:moveTo>
                  <a:lnTo>
                    <a:pt x="0" y="3453"/>
                  </a:lnTo>
                  <a:cubicBezTo>
                    <a:pt x="0" y="3943"/>
                    <a:pt x="98" y="4354"/>
                    <a:pt x="295" y="4684"/>
                  </a:cubicBezTo>
                  <a:cubicBezTo>
                    <a:pt x="491" y="5014"/>
                    <a:pt x="776" y="5264"/>
                    <a:pt x="1142" y="5424"/>
                  </a:cubicBezTo>
                  <a:cubicBezTo>
                    <a:pt x="1517" y="5585"/>
                    <a:pt x="1963" y="5674"/>
                    <a:pt x="2480" y="5674"/>
                  </a:cubicBezTo>
                  <a:cubicBezTo>
                    <a:pt x="2998" y="5674"/>
                    <a:pt x="3444" y="5585"/>
                    <a:pt x="3818" y="5424"/>
                  </a:cubicBezTo>
                  <a:cubicBezTo>
                    <a:pt x="4184" y="5264"/>
                    <a:pt x="4470" y="5014"/>
                    <a:pt x="4675" y="4684"/>
                  </a:cubicBezTo>
                  <a:cubicBezTo>
                    <a:pt x="4871" y="4354"/>
                    <a:pt x="4969" y="3943"/>
                    <a:pt x="4969" y="3453"/>
                  </a:cubicBezTo>
                  <a:lnTo>
                    <a:pt x="4969" y="0"/>
                  </a:lnTo>
                  <a:lnTo>
                    <a:pt x="3685" y="0"/>
                  </a:lnTo>
                  <a:lnTo>
                    <a:pt x="3685" y="3426"/>
                  </a:lnTo>
                  <a:cubicBezTo>
                    <a:pt x="3685" y="3810"/>
                    <a:pt x="3578" y="4104"/>
                    <a:pt x="3372" y="4318"/>
                  </a:cubicBezTo>
                  <a:cubicBezTo>
                    <a:pt x="3158" y="4532"/>
                    <a:pt x="2864" y="4639"/>
                    <a:pt x="2471" y="4639"/>
                  </a:cubicBezTo>
                  <a:cubicBezTo>
                    <a:pt x="2088" y="4639"/>
                    <a:pt x="1793" y="4532"/>
                    <a:pt x="1588" y="4318"/>
                  </a:cubicBezTo>
                  <a:cubicBezTo>
                    <a:pt x="1383" y="4104"/>
                    <a:pt x="1276" y="3810"/>
                    <a:pt x="1276" y="3426"/>
                  </a:cubicBezTo>
                  <a:lnTo>
                    <a:pt x="12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12" name="Google Shape;912;p55"/>
            <p:cNvSpPr/>
            <p:nvPr/>
          </p:nvSpPr>
          <p:spPr>
            <a:xfrm>
              <a:off x="7223610" y="1642212"/>
              <a:ext cx="187223" cy="217042"/>
            </a:xfrm>
            <a:custGeom>
              <a:rect b="b" l="l" r="r" t="t"/>
              <a:pathLst>
                <a:path extrusionOk="0" h="5772" w="4979">
                  <a:moveTo>
                    <a:pt x="2490" y="0"/>
                  </a:moveTo>
                  <a:cubicBezTo>
                    <a:pt x="2169" y="0"/>
                    <a:pt x="1865" y="27"/>
                    <a:pt x="1580" y="89"/>
                  </a:cubicBezTo>
                  <a:cubicBezTo>
                    <a:pt x="1294" y="152"/>
                    <a:pt x="1036" y="250"/>
                    <a:pt x="822" y="384"/>
                  </a:cubicBezTo>
                  <a:cubicBezTo>
                    <a:pt x="599" y="526"/>
                    <a:pt x="429" y="696"/>
                    <a:pt x="304" y="910"/>
                  </a:cubicBezTo>
                  <a:cubicBezTo>
                    <a:pt x="179" y="1124"/>
                    <a:pt x="117" y="1374"/>
                    <a:pt x="117" y="1668"/>
                  </a:cubicBezTo>
                  <a:cubicBezTo>
                    <a:pt x="117" y="1936"/>
                    <a:pt x="161" y="2159"/>
                    <a:pt x="260" y="2346"/>
                  </a:cubicBezTo>
                  <a:cubicBezTo>
                    <a:pt x="349" y="2534"/>
                    <a:pt x="483" y="2685"/>
                    <a:pt x="643" y="2810"/>
                  </a:cubicBezTo>
                  <a:cubicBezTo>
                    <a:pt x="795" y="2935"/>
                    <a:pt x="982" y="3042"/>
                    <a:pt x="1178" y="3122"/>
                  </a:cubicBezTo>
                  <a:cubicBezTo>
                    <a:pt x="1384" y="3203"/>
                    <a:pt x="1589" y="3274"/>
                    <a:pt x="1803" y="3328"/>
                  </a:cubicBezTo>
                  <a:cubicBezTo>
                    <a:pt x="2017" y="3381"/>
                    <a:pt x="2231" y="3435"/>
                    <a:pt x="2427" y="3479"/>
                  </a:cubicBezTo>
                  <a:cubicBezTo>
                    <a:pt x="2633" y="3524"/>
                    <a:pt x="2811" y="3577"/>
                    <a:pt x="2972" y="3631"/>
                  </a:cubicBezTo>
                  <a:cubicBezTo>
                    <a:pt x="3132" y="3684"/>
                    <a:pt x="3257" y="3756"/>
                    <a:pt x="3346" y="3836"/>
                  </a:cubicBezTo>
                  <a:cubicBezTo>
                    <a:pt x="3444" y="3916"/>
                    <a:pt x="3489" y="4023"/>
                    <a:pt x="3489" y="4148"/>
                  </a:cubicBezTo>
                  <a:cubicBezTo>
                    <a:pt x="3489" y="4220"/>
                    <a:pt x="3480" y="4291"/>
                    <a:pt x="3444" y="4345"/>
                  </a:cubicBezTo>
                  <a:cubicBezTo>
                    <a:pt x="3418" y="4398"/>
                    <a:pt x="3373" y="4452"/>
                    <a:pt x="3311" y="4487"/>
                  </a:cubicBezTo>
                  <a:cubicBezTo>
                    <a:pt x="3248" y="4532"/>
                    <a:pt x="3177" y="4568"/>
                    <a:pt x="3096" y="4594"/>
                  </a:cubicBezTo>
                  <a:cubicBezTo>
                    <a:pt x="3016" y="4621"/>
                    <a:pt x="2918" y="4639"/>
                    <a:pt x="2820" y="4648"/>
                  </a:cubicBezTo>
                  <a:cubicBezTo>
                    <a:pt x="2713" y="4657"/>
                    <a:pt x="2606" y="4666"/>
                    <a:pt x="2490" y="4666"/>
                  </a:cubicBezTo>
                  <a:cubicBezTo>
                    <a:pt x="2267" y="4666"/>
                    <a:pt x="2079" y="4639"/>
                    <a:pt x="1919" y="4594"/>
                  </a:cubicBezTo>
                  <a:cubicBezTo>
                    <a:pt x="1758" y="4550"/>
                    <a:pt x="1633" y="4470"/>
                    <a:pt x="1544" y="4371"/>
                  </a:cubicBezTo>
                  <a:cubicBezTo>
                    <a:pt x="1455" y="4264"/>
                    <a:pt x="1410" y="4122"/>
                    <a:pt x="1410" y="3952"/>
                  </a:cubicBezTo>
                  <a:cubicBezTo>
                    <a:pt x="1410" y="3934"/>
                    <a:pt x="1410" y="3916"/>
                    <a:pt x="1410" y="3890"/>
                  </a:cubicBezTo>
                  <a:cubicBezTo>
                    <a:pt x="1410" y="3863"/>
                    <a:pt x="1410" y="3845"/>
                    <a:pt x="1410" y="3827"/>
                  </a:cubicBezTo>
                  <a:lnTo>
                    <a:pt x="10" y="3827"/>
                  </a:lnTo>
                  <a:cubicBezTo>
                    <a:pt x="1" y="3845"/>
                    <a:pt x="1" y="3863"/>
                    <a:pt x="1" y="3890"/>
                  </a:cubicBezTo>
                  <a:lnTo>
                    <a:pt x="1" y="3970"/>
                  </a:lnTo>
                  <a:cubicBezTo>
                    <a:pt x="1" y="4300"/>
                    <a:pt x="72" y="4585"/>
                    <a:pt x="206" y="4817"/>
                  </a:cubicBezTo>
                  <a:cubicBezTo>
                    <a:pt x="340" y="5040"/>
                    <a:pt x="527" y="5228"/>
                    <a:pt x="759" y="5371"/>
                  </a:cubicBezTo>
                  <a:cubicBezTo>
                    <a:pt x="1000" y="5513"/>
                    <a:pt x="1268" y="5611"/>
                    <a:pt x="1580" y="5674"/>
                  </a:cubicBezTo>
                  <a:cubicBezTo>
                    <a:pt x="1883" y="5736"/>
                    <a:pt x="2213" y="5772"/>
                    <a:pt x="2570" y="5772"/>
                  </a:cubicBezTo>
                  <a:cubicBezTo>
                    <a:pt x="3025" y="5772"/>
                    <a:pt x="3444" y="5710"/>
                    <a:pt x="3801" y="5585"/>
                  </a:cubicBezTo>
                  <a:cubicBezTo>
                    <a:pt x="4167" y="5460"/>
                    <a:pt x="4461" y="5263"/>
                    <a:pt x="4667" y="4987"/>
                  </a:cubicBezTo>
                  <a:cubicBezTo>
                    <a:pt x="4872" y="4719"/>
                    <a:pt x="4979" y="4362"/>
                    <a:pt x="4979" y="3916"/>
                  </a:cubicBezTo>
                  <a:cubicBezTo>
                    <a:pt x="4979" y="3667"/>
                    <a:pt x="4934" y="3444"/>
                    <a:pt x="4836" y="3265"/>
                  </a:cubicBezTo>
                  <a:cubicBezTo>
                    <a:pt x="4738" y="3087"/>
                    <a:pt x="4613" y="2935"/>
                    <a:pt x="4452" y="2819"/>
                  </a:cubicBezTo>
                  <a:cubicBezTo>
                    <a:pt x="4292" y="2694"/>
                    <a:pt x="4104" y="2596"/>
                    <a:pt x="3908" y="2516"/>
                  </a:cubicBezTo>
                  <a:cubicBezTo>
                    <a:pt x="3703" y="2436"/>
                    <a:pt x="3498" y="2373"/>
                    <a:pt x="3284" y="2320"/>
                  </a:cubicBezTo>
                  <a:cubicBezTo>
                    <a:pt x="3070" y="2275"/>
                    <a:pt x="2864" y="2221"/>
                    <a:pt x="2668" y="2177"/>
                  </a:cubicBezTo>
                  <a:cubicBezTo>
                    <a:pt x="2463" y="2132"/>
                    <a:pt x="2285" y="2079"/>
                    <a:pt x="2124" y="2025"/>
                  </a:cubicBezTo>
                  <a:cubicBezTo>
                    <a:pt x="1955" y="1972"/>
                    <a:pt x="1830" y="1909"/>
                    <a:pt x="1731" y="1829"/>
                  </a:cubicBezTo>
                  <a:cubicBezTo>
                    <a:pt x="1642" y="1758"/>
                    <a:pt x="1598" y="1659"/>
                    <a:pt x="1598" y="1543"/>
                  </a:cubicBezTo>
                  <a:cubicBezTo>
                    <a:pt x="1598" y="1445"/>
                    <a:pt x="1633" y="1356"/>
                    <a:pt x="1705" y="1285"/>
                  </a:cubicBezTo>
                  <a:cubicBezTo>
                    <a:pt x="1776" y="1213"/>
                    <a:pt x="1883" y="1160"/>
                    <a:pt x="2017" y="1124"/>
                  </a:cubicBezTo>
                  <a:cubicBezTo>
                    <a:pt x="2160" y="1088"/>
                    <a:pt x="2329" y="1071"/>
                    <a:pt x="2525" y="1071"/>
                  </a:cubicBezTo>
                  <a:cubicBezTo>
                    <a:pt x="2731" y="1071"/>
                    <a:pt x="2891" y="1097"/>
                    <a:pt x="3034" y="1151"/>
                  </a:cubicBezTo>
                  <a:cubicBezTo>
                    <a:pt x="3168" y="1213"/>
                    <a:pt x="3266" y="1285"/>
                    <a:pt x="3337" y="1383"/>
                  </a:cubicBezTo>
                  <a:cubicBezTo>
                    <a:pt x="3400" y="1472"/>
                    <a:pt x="3435" y="1588"/>
                    <a:pt x="3435" y="1713"/>
                  </a:cubicBezTo>
                  <a:lnTo>
                    <a:pt x="3435" y="1766"/>
                  </a:lnTo>
                  <a:lnTo>
                    <a:pt x="4836" y="1766"/>
                  </a:lnTo>
                  <a:lnTo>
                    <a:pt x="4836" y="1668"/>
                  </a:lnTo>
                  <a:cubicBezTo>
                    <a:pt x="4827" y="1374"/>
                    <a:pt x="4765" y="1124"/>
                    <a:pt x="4640" y="919"/>
                  </a:cubicBezTo>
                  <a:cubicBezTo>
                    <a:pt x="4524" y="714"/>
                    <a:pt x="4354" y="535"/>
                    <a:pt x="4131" y="402"/>
                  </a:cubicBezTo>
                  <a:cubicBezTo>
                    <a:pt x="3917" y="259"/>
                    <a:pt x="3667" y="161"/>
                    <a:pt x="3391" y="98"/>
                  </a:cubicBezTo>
                  <a:cubicBezTo>
                    <a:pt x="3114" y="27"/>
                    <a:pt x="2811" y="0"/>
                    <a:pt x="24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13" name="Google Shape;913;p55"/>
            <p:cNvSpPr/>
            <p:nvPr/>
          </p:nvSpPr>
          <p:spPr>
            <a:xfrm>
              <a:off x="7489309" y="1645559"/>
              <a:ext cx="181169" cy="210010"/>
            </a:xfrm>
            <a:custGeom>
              <a:rect b="b" l="l" r="r" t="t"/>
              <a:pathLst>
                <a:path extrusionOk="0" h="5585" w="4818">
                  <a:moveTo>
                    <a:pt x="0" y="0"/>
                  </a:moveTo>
                  <a:lnTo>
                    <a:pt x="0" y="5585"/>
                  </a:lnTo>
                  <a:lnTo>
                    <a:pt x="4818" y="5585"/>
                  </a:lnTo>
                  <a:lnTo>
                    <a:pt x="4818" y="4300"/>
                  </a:lnTo>
                  <a:lnTo>
                    <a:pt x="1686" y="4300"/>
                  </a:lnTo>
                  <a:lnTo>
                    <a:pt x="1686" y="3364"/>
                  </a:lnTo>
                  <a:lnTo>
                    <a:pt x="4443" y="3364"/>
                  </a:lnTo>
                  <a:lnTo>
                    <a:pt x="4443" y="2132"/>
                  </a:lnTo>
                  <a:lnTo>
                    <a:pt x="1686" y="2132"/>
                  </a:lnTo>
                  <a:lnTo>
                    <a:pt x="1686" y="1276"/>
                  </a:lnTo>
                  <a:lnTo>
                    <a:pt x="4764" y="1276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14" name="Google Shape;914;p55"/>
            <p:cNvSpPr/>
            <p:nvPr/>
          </p:nvSpPr>
          <p:spPr>
            <a:xfrm>
              <a:off x="4935498" y="1646235"/>
              <a:ext cx="178837" cy="208995"/>
            </a:xfrm>
            <a:custGeom>
              <a:rect b="b" l="l" r="r" t="t"/>
              <a:pathLst>
                <a:path extrusionOk="0" h="5558" w="4756">
                  <a:moveTo>
                    <a:pt x="2552" y="437"/>
                  </a:moveTo>
                  <a:cubicBezTo>
                    <a:pt x="3524" y="437"/>
                    <a:pt x="4318" y="1231"/>
                    <a:pt x="4318" y="2204"/>
                  </a:cubicBezTo>
                  <a:lnTo>
                    <a:pt x="4318" y="3354"/>
                  </a:lnTo>
                  <a:cubicBezTo>
                    <a:pt x="4318" y="4327"/>
                    <a:pt x="3524" y="5112"/>
                    <a:pt x="2552" y="5112"/>
                  </a:cubicBezTo>
                  <a:lnTo>
                    <a:pt x="437" y="5112"/>
                  </a:lnTo>
                  <a:lnTo>
                    <a:pt x="437" y="437"/>
                  </a:lnTo>
                  <a:close/>
                  <a:moveTo>
                    <a:pt x="0" y="0"/>
                  </a:moveTo>
                  <a:lnTo>
                    <a:pt x="0" y="5558"/>
                  </a:lnTo>
                  <a:lnTo>
                    <a:pt x="2552" y="5558"/>
                  </a:lnTo>
                  <a:cubicBezTo>
                    <a:pt x="3765" y="5558"/>
                    <a:pt x="4755" y="4568"/>
                    <a:pt x="4755" y="3354"/>
                  </a:cubicBezTo>
                  <a:lnTo>
                    <a:pt x="4755" y="2204"/>
                  </a:lnTo>
                  <a:cubicBezTo>
                    <a:pt x="4755" y="981"/>
                    <a:pt x="3765" y="0"/>
                    <a:pt x="25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</p:grpSp>
      <p:sp>
        <p:nvSpPr>
          <p:cNvPr id="915" name="Google Shape;915;p55"/>
          <p:cNvSpPr/>
          <p:nvPr/>
        </p:nvSpPr>
        <p:spPr>
          <a:xfrm flipH="1">
            <a:off x="8229600" y="1028700"/>
            <a:ext cx="914700" cy="411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916" name="Google Shape;916;p55"/>
          <p:cNvSpPr/>
          <p:nvPr/>
        </p:nvSpPr>
        <p:spPr>
          <a:xfrm>
            <a:off x="4572000" y="1028700"/>
            <a:ext cx="2267700" cy="2267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917" name="Google Shape;917;p55"/>
          <p:cNvCxnSpPr>
            <a:stCxn id="916" idx="0"/>
          </p:cNvCxnSpPr>
          <p:nvPr/>
        </p:nvCxnSpPr>
        <p:spPr>
          <a:xfrm rot="10800000">
            <a:off x="9450" y="1028700"/>
            <a:ext cx="56964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8" name="Google Shape;918;p55"/>
          <p:cNvCxnSpPr>
            <a:stCxn id="916" idx="2"/>
          </p:cNvCxnSpPr>
          <p:nvPr/>
        </p:nvCxnSpPr>
        <p:spPr>
          <a:xfrm>
            <a:off x="6839700" y="2162550"/>
            <a:ext cx="0" cy="29625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19" name="Google Shape;91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1950" y="3949943"/>
            <a:ext cx="2178826" cy="886212"/>
          </a:xfrm>
          <a:prstGeom prst="rect">
            <a:avLst/>
          </a:prstGeom>
          <a:noFill/>
          <a:ln>
            <a:noFill/>
          </a:ln>
        </p:spPr>
      </p:pic>
      <p:sp>
        <p:nvSpPr>
          <p:cNvPr id="920" name="Google Shape;920;p55"/>
          <p:cNvSpPr txBox="1"/>
          <p:nvPr>
            <p:ph type="title"/>
          </p:nvPr>
        </p:nvSpPr>
        <p:spPr>
          <a:xfrm>
            <a:off x="496163" y="1769625"/>
            <a:ext cx="46971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 SemiBold"/>
              <a:buNone/>
              <a:defRPr sz="3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452">
          <p15:clr>
            <a:srgbClr val="FA7B17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dor">
  <p:cSld name="CUSTOM_5">
    <p:bg>
      <p:bgPr>
        <a:solidFill>
          <a:schemeClr val="accent3"/>
        </a:solidFill>
      </p:bgPr>
    </p:bg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56"/>
          <p:cNvSpPr/>
          <p:nvPr/>
        </p:nvSpPr>
        <p:spPr>
          <a:xfrm rot="10800000">
            <a:off x="7667775" y="3327750"/>
            <a:ext cx="1301400" cy="1301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FFFFFF"/>
              </a:solidFill>
            </a:endParaRPr>
          </a:p>
        </p:txBody>
      </p:sp>
      <p:cxnSp>
        <p:nvCxnSpPr>
          <p:cNvPr id="923" name="Google Shape;923;p56"/>
          <p:cNvCxnSpPr/>
          <p:nvPr/>
        </p:nvCxnSpPr>
        <p:spPr>
          <a:xfrm>
            <a:off x="8309300" y="4629150"/>
            <a:ext cx="8412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4" name="Google Shape;924;p56"/>
          <p:cNvSpPr/>
          <p:nvPr/>
        </p:nvSpPr>
        <p:spPr>
          <a:xfrm flipH="1">
            <a:off x="7667775" y="1076550"/>
            <a:ext cx="1301400" cy="1301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FFFFFF"/>
              </a:solidFill>
            </a:endParaRPr>
          </a:p>
        </p:txBody>
      </p:sp>
      <p:cxnSp>
        <p:nvCxnSpPr>
          <p:cNvPr id="925" name="Google Shape;925;p56"/>
          <p:cNvCxnSpPr/>
          <p:nvPr/>
        </p:nvCxnSpPr>
        <p:spPr>
          <a:xfrm>
            <a:off x="8309300" y="1076550"/>
            <a:ext cx="8412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6" name="Google Shape;926;p56"/>
          <p:cNvCxnSpPr>
            <a:stCxn id="924" idx="2"/>
            <a:endCxn id="922" idx="2"/>
          </p:cNvCxnSpPr>
          <p:nvPr/>
        </p:nvCxnSpPr>
        <p:spPr>
          <a:xfrm>
            <a:off x="7667775" y="1727400"/>
            <a:ext cx="0" cy="22512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7" name="Google Shape;927;p56"/>
          <p:cNvSpPr/>
          <p:nvPr/>
        </p:nvSpPr>
        <p:spPr>
          <a:xfrm>
            <a:off x="-1082347" y="2057400"/>
            <a:ext cx="2454900" cy="68550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928" name="Google Shape;928;p56"/>
          <p:cNvSpPr txBox="1"/>
          <p:nvPr>
            <p:ph type="title"/>
          </p:nvPr>
        </p:nvSpPr>
        <p:spPr>
          <a:xfrm>
            <a:off x="184025" y="2092650"/>
            <a:ext cx="923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929" name="Google Shape;929;p56"/>
          <p:cNvSpPr txBox="1"/>
          <p:nvPr>
            <p:ph idx="2" type="title"/>
          </p:nvPr>
        </p:nvSpPr>
        <p:spPr>
          <a:xfrm>
            <a:off x="1619400" y="2092650"/>
            <a:ext cx="50505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Montserrat"/>
              <a:buNone/>
              <a:defRPr sz="35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1020">
          <p15:clr>
            <a:srgbClr val="FA7B17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">
  <p:cSld name="CUSTOM_6"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57"/>
          <p:cNvSpPr/>
          <p:nvPr/>
        </p:nvSpPr>
        <p:spPr>
          <a:xfrm>
            <a:off x="5021300" y="-33325"/>
            <a:ext cx="4123800" cy="509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2" name="Google Shape;932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43400" y="1794650"/>
            <a:ext cx="2839852" cy="2673253"/>
          </a:xfrm>
          <a:prstGeom prst="rect">
            <a:avLst/>
          </a:prstGeom>
          <a:noFill/>
          <a:ln>
            <a:noFill/>
          </a:ln>
        </p:spPr>
      </p:pic>
      <p:sp>
        <p:nvSpPr>
          <p:cNvPr id="933" name="Google Shape;933;p57"/>
          <p:cNvSpPr/>
          <p:nvPr/>
        </p:nvSpPr>
        <p:spPr>
          <a:xfrm rot="10800000">
            <a:off x="213370" y="2636738"/>
            <a:ext cx="1818000" cy="18180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934" name="Google Shape;934;p57"/>
          <p:cNvCxnSpPr>
            <a:stCxn id="933" idx="2"/>
          </p:cNvCxnSpPr>
          <p:nvPr/>
        </p:nvCxnSpPr>
        <p:spPr>
          <a:xfrm rot="10800000">
            <a:off x="213370" y="-9262"/>
            <a:ext cx="0" cy="35550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5" name="Google Shape;935;p57"/>
          <p:cNvSpPr/>
          <p:nvPr/>
        </p:nvSpPr>
        <p:spPr>
          <a:xfrm flipH="1" rot="-5400000">
            <a:off x="4759100" y="757788"/>
            <a:ext cx="83700" cy="868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</p:txBody>
      </p:sp>
      <p:cxnSp>
        <p:nvCxnSpPr>
          <p:cNvPr id="936" name="Google Shape;936;p57"/>
          <p:cNvCxnSpPr>
            <a:stCxn id="933" idx="0"/>
          </p:cNvCxnSpPr>
          <p:nvPr/>
        </p:nvCxnSpPr>
        <p:spPr>
          <a:xfrm>
            <a:off x="1122370" y="4454738"/>
            <a:ext cx="80136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7" name="Google Shape;937;p57"/>
          <p:cNvSpPr txBox="1"/>
          <p:nvPr>
            <p:ph type="title"/>
          </p:nvPr>
        </p:nvSpPr>
        <p:spPr>
          <a:xfrm>
            <a:off x="914425" y="677100"/>
            <a:ext cx="3435900" cy="28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Montserrat"/>
              <a:buNone/>
              <a:defRPr sz="25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938" name="Google Shape;938;p57"/>
          <p:cNvSpPr txBox="1"/>
          <p:nvPr>
            <p:ph idx="1" type="subTitle"/>
          </p:nvPr>
        </p:nvSpPr>
        <p:spPr>
          <a:xfrm>
            <a:off x="914425" y="3850150"/>
            <a:ext cx="33741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532">
          <p15:clr>
            <a:srgbClr val="FA7B17"/>
          </p15:clr>
        </p15:guide>
        <p15:guide id="2" pos="576">
          <p15:clr>
            <a:srgbClr val="FA7B17"/>
          </p15:clr>
        </p15:guide>
        <p15:guide id="3" orient="horz" pos="2234">
          <p15:clr>
            <a:srgbClr val="FA7B17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intro">
  <p:cSld name="CUSTOM_4"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58"/>
          <p:cNvSpPr/>
          <p:nvPr/>
        </p:nvSpPr>
        <p:spPr>
          <a:xfrm flipH="1" rot="10800000">
            <a:off x="456900" y="1049850"/>
            <a:ext cx="6382200" cy="3579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accent1"/>
              </a:solidFill>
            </a:endParaRPr>
          </a:p>
        </p:txBody>
      </p:sp>
      <p:sp>
        <p:nvSpPr>
          <p:cNvPr id="941" name="Google Shape;941;p58"/>
          <p:cNvSpPr/>
          <p:nvPr/>
        </p:nvSpPr>
        <p:spPr>
          <a:xfrm rot="10800000">
            <a:off x="7667775" y="3327750"/>
            <a:ext cx="1301400" cy="1301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942" name="Google Shape;942;p58"/>
          <p:cNvCxnSpPr/>
          <p:nvPr/>
        </p:nvCxnSpPr>
        <p:spPr>
          <a:xfrm>
            <a:off x="8309300" y="4629150"/>
            <a:ext cx="8412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3" name="Google Shape;943;p58"/>
          <p:cNvSpPr/>
          <p:nvPr/>
        </p:nvSpPr>
        <p:spPr>
          <a:xfrm flipH="1">
            <a:off x="7667775" y="1076550"/>
            <a:ext cx="1301400" cy="1301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944" name="Google Shape;944;p58"/>
          <p:cNvCxnSpPr/>
          <p:nvPr/>
        </p:nvCxnSpPr>
        <p:spPr>
          <a:xfrm>
            <a:off x="8309300" y="1076550"/>
            <a:ext cx="8412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5" name="Google Shape;945;p58"/>
          <p:cNvCxnSpPr>
            <a:stCxn id="943" idx="2"/>
            <a:endCxn id="941" idx="2"/>
          </p:cNvCxnSpPr>
          <p:nvPr/>
        </p:nvCxnSpPr>
        <p:spPr>
          <a:xfrm>
            <a:off x="7667775" y="1727400"/>
            <a:ext cx="0" cy="225120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46" name="Google Shape;94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5714673" y="2571750"/>
            <a:ext cx="2286633" cy="21532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47" name="Google Shape;947;p58"/>
          <p:cNvGrpSpPr/>
          <p:nvPr/>
        </p:nvGrpSpPr>
        <p:grpSpPr>
          <a:xfrm>
            <a:off x="456875" y="618432"/>
            <a:ext cx="2671543" cy="422911"/>
            <a:chOff x="913750" y="1236863"/>
            <a:chExt cx="5343086" cy="845821"/>
          </a:xfrm>
        </p:grpSpPr>
        <p:sp>
          <p:nvSpPr>
            <p:cNvPr id="948" name="Google Shape;948;p58"/>
            <p:cNvSpPr/>
            <p:nvPr/>
          </p:nvSpPr>
          <p:spPr>
            <a:xfrm rot="-5400000">
              <a:off x="1596850" y="553885"/>
              <a:ext cx="845700" cy="22119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58"/>
            <p:cNvSpPr/>
            <p:nvPr/>
          </p:nvSpPr>
          <p:spPr>
            <a:xfrm>
              <a:off x="3996936" y="1236867"/>
              <a:ext cx="2259900" cy="8457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58"/>
            <p:cNvSpPr/>
            <p:nvPr/>
          </p:nvSpPr>
          <p:spPr>
            <a:xfrm>
              <a:off x="5493646" y="1376867"/>
              <a:ext cx="565800" cy="565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58"/>
            <p:cNvSpPr/>
            <p:nvPr/>
          </p:nvSpPr>
          <p:spPr>
            <a:xfrm>
              <a:off x="3151108" y="1236863"/>
              <a:ext cx="845700" cy="845700"/>
            </a:xfrm>
            <a:prstGeom prst="ellipse">
              <a:avLst/>
            </a:prstGeom>
            <a:noFill/>
            <a:ln cap="flat" cmpd="sng" w="3810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2" name="Google Shape;952;p58"/>
          <p:cNvSpPr txBox="1"/>
          <p:nvPr>
            <p:ph idx="1" type="subTitle"/>
          </p:nvPr>
        </p:nvSpPr>
        <p:spPr>
          <a:xfrm>
            <a:off x="1207313" y="2133475"/>
            <a:ext cx="4687800" cy="17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Montserrat Medium"/>
              <a:buNone/>
              <a:defRPr sz="25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44">
          <p15:clr>
            <a:srgbClr val="FA7B17"/>
          </p15:clr>
        </p15:guide>
        <p15:guide id="2" pos="3713">
          <p15:clr>
            <a:srgbClr val="FA7B17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base">
  <p:cSld name="CUSTOM_2"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4" name="Google Shape;954;p59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955" name="Google Shape;955;p59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59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7" name="Google Shape;957;p59"/>
          <p:cNvSpPr/>
          <p:nvPr/>
        </p:nvSpPr>
        <p:spPr>
          <a:xfrm flipH="1" rot="10800000">
            <a:off x="0" y="1038138"/>
            <a:ext cx="66600" cy="4106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8A6DF1"/>
              </a:solidFill>
            </a:endParaRPr>
          </a:p>
        </p:txBody>
      </p:sp>
      <p:sp>
        <p:nvSpPr>
          <p:cNvPr id="958" name="Google Shape;958;p59"/>
          <p:cNvSpPr txBox="1"/>
          <p:nvPr>
            <p:ph type="title"/>
          </p:nvPr>
        </p:nvSpPr>
        <p:spPr>
          <a:xfrm>
            <a:off x="456975" y="1243538"/>
            <a:ext cx="828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Montserrat SemiBold"/>
              <a:buNone/>
              <a:defRPr sz="25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959" name="Google Shape;959;p59"/>
          <p:cNvSpPr txBox="1"/>
          <p:nvPr>
            <p:ph idx="1" type="body"/>
          </p:nvPr>
        </p:nvSpPr>
        <p:spPr>
          <a:xfrm>
            <a:off x="457988" y="2218400"/>
            <a:ext cx="3893400" cy="15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960" name="Google Shape;960;p59"/>
          <p:cNvSpPr txBox="1"/>
          <p:nvPr>
            <p:ph idx="2" type="body"/>
          </p:nvPr>
        </p:nvSpPr>
        <p:spPr>
          <a:xfrm>
            <a:off x="4793713" y="2218400"/>
            <a:ext cx="3893400" cy="15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26">
          <p15:clr>
            <a:srgbClr val="FA7B17"/>
          </p15:clr>
        </p15:guide>
        <p15:guide id="2" orient="horz" pos="1278">
          <p15:clr>
            <a:srgbClr val="FA7B17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>
  <p:cSld name="CUSTOM_10"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2" name="Google Shape;962;p60"/>
          <p:cNvGrpSpPr/>
          <p:nvPr/>
        </p:nvGrpSpPr>
        <p:grpSpPr>
          <a:xfrm flipH="1">
            <a:off x="908182" y="1026588"/>
            <a:ext cx="8253004" cy="4112250"/>
            <a:chOff x="376006" y="684875"/>
            <a:chExt cx="16506008" cy="8224500"/>
          </a:xfrm>
        </p:grpSpPr>
        <p:sp>
          <p:nvSpPr>
            <p:cNvPr id="963" name="Google Shape;963;p60"/>
            <p:cNvSpPr/>
            <p:nvPr/>
          </p:nvSpPr>
          <p:spPr>
            <a:xfrm>
              <a:off x="13246014" y="684875"/>
              <a:ext cx="3636000" cy="3636000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cxnSp>
          <p:nvCxnSpPr>
            <p:cNvPr id="964" name="Google Shape;964;p60"/>
            <p:cNvCxnSpPr/>
            <p:nvPr/>
          </p:nvCxnSpPr>
          <p:spPr>
            <a:xfrm rot="10800000">
              <a:off x="376006" y="684875"/>
              <a:ext cx="14716200" cy="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5" name="Google Shape;965;p60"/>
            <p:cNvCxnSpPr>
              <a:stCxn id="963" idx="2"/>
            </p:cNvCxnSpPr>
            <p:nvPr/>
          </p:nvCxnSpPr>
          <p:spPr>
            <a:xfrm>
              <a:off x="16882014" y="2502875"/>
              <a:ext cx="0" cy="640650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66" name="Google Shape;966;p60"/>
          <p:cNvSpPr txBox="1"/>
          <p:nvPr>
            <p:ph idx="1" type="body"/>
          </p:nvPr>
        </p:nvSpPr>
        <p:spPr>
          <a:xfrm>
            <a:off x="1828825" y="2953188"/>
            <a:ext cx="2521500" cy="17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967" name="Google Shape;967;p60"/>
          <p:cNvSpPr txBox="1"/>
          <p:nvPr>
            <p:ph idx="2" type="body"/>
          </p:nvPr>
        </p:nvSpPr>
        <p:spPr>
          <a:xfrm>
            <a:off x="4793713" y="1879513"/>
            <a:ext cx="3893400" cy="28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968" name="Google Shape;968;p60"/>
          <p:cNvSpPr txBox="1"/>
          <p:nvPr>
            <p:ph type="title"/>
          </p:nvPr>
        </p:nvSpPr>
        <p:spPr>
          <a:xfrm>
            <a:off x="1828825" y="1879513"/>
            <a:ext cx="25215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Montserrat SemiBold"/>
              <a:buNone/>
              <a:defRPr sz="25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52">
          <p15:clr>
            <a:srgbClr val="FA7B17"/>
          </p15:clr>
        </p15:guide>
        <p15:guide id="2" orient="horz" pos="1184">
          <p15:clr>
            <a:srgbClr val="FA7B17"/>
          </p15:clr>
        </p15:guide>
        <p15:guide id="3" orient="horz" pos="1860">
          <p15:clr>
            <a:srgbClr val="FA7B17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 1">
  <p:cSld name="CUSTOM_7"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61"/>
          <p:cNvSpPr/>
          <p:nvPr/>
        </p:nvSpPr>
        <p:spPr>
          <a:xfrm flipH="1">
            <a:off x="175" y="-1625"/>
            <a:ext cx="3504300" cy="514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61"/>
          <p:cNvSpPr txBox="1"/>
          <p:nvPr/>
        </p:nvSpPr>
        <p:spPr>
          <a:xfrm>
            <a:off x="456950" y="464625"/>
            <a:ext cx="1218300" cy="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>
                <a:latin typeface="Archivo"/>
                <a:ea typeface="Archivo"/>
                <a:cs typeface="Archivo"/>
                <a:sym typeface="Archivo"/>
              </a:rPr>
              <a:t>Certified Tech Developer</a:t>
            </a:r>
            <a:endParaRPr sz="8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72" name="Google Shape;972;p61"/>
          <p:cNvSpPr txBox="1"/>
          <p:nvPr>
            <p:ph type="title"/>
          </p:nvPr>
        </p:nvSpPr>
        <p:spPr>
          <a:xfrm>
            <a:off x="461538" y="1670300"/>
            <a:ext cx="2739000" cy="18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49">
          <p15:clr>
            <a:srgbClr val="FA7B17"/>
          </p15:clr>
        </p15:guide>
        <p15:guide id="2" orient="horz" pos="2239">
          <p15:clr>
            <a:srgbClr val="FA7B17"/>
          </p15:clr>
        </p15:guide>
        <p15:guide id="3" pos="2016">
          <p15:clr>
            <a:srgbClr val="FA7B17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 2">
  <p:cSld name="CUSTOM_8"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62"/>
          <p:cNvSpPr/>
          <p:nvPr/>
        </p:nvSpPr>
        <p:spPr>
          <a:xfrm>
            <a:off x="-43137" y="2057400"/>
            <a:ext cx="9187200" cy="308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5" name="Google Shape;975;p62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976" name="Google Shape;976;p62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62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8" name="Google Shape;978;p62"/>
          <p:cNvSpPr txBox="1"/>
          <p:nvPr/>
        </p:nvSpPr>
        <p:spPr>
          <a:xfrm>
            <a:off x="456950" y="464625"/>
            <a:ext cx="1218300" cy="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>
                <a:latin typeface="Archivo"/>
                <a:ea typeface="Archivo"/>
                <a:cs typeface="Archivo"/>
                <a:sym typeface="Archivo"/>
              </a:rPr>
              <a:t>Certified Tech Developer</a:t>
            </a:r>
            <a:endParaRPr sz="8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79" name="Google Shape;979;p62"/>
          <p:cNvSpPr txBox="1"/>
          <p:nvPr>
            <p:ph type="title"/>
          </p:nvPr>
        </p:nvSpPr>
        <p:spPr>
          <a:xfrm>
            <a:off x="461538" y="994350"/>
            <a:ext cx="3893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Montserrat SemiBold"/>
              <a:buNone/>
              <a:defRPr sz="25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980" name="Google Shape;980;p62"/>
          <p:cNvSpPr txBox="1"/>
          <p:nvPr>
            <p:ph idx="1" type="body"/>
          </p:nvPr>
        </p:nvSpPr>
        <p:spPr>
          <a:xfrm>
            <a:off x="4793713" y="994350"/>
            <a:ext cx="3893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850">
          <p15:clr>
            <a:srgbClr val="FA7B17"/>
          </p15:clr>
        </p15:guide>
        <p15:guide id="2" orient="horz" pos="648">
          <p15:clr>
            <a:srgbClr val="FA7B17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quipo">
  <p:cSld name="CUSTOM_12"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63"/>
          <p:cNvSpPr/>
          <p:nvPr/>
        </p:nvSpPr>
        <p:spPr>
          <a:xfrm flipH="1">
            <a:off x="175" y="-1625"/>
            <a:ext cx="3504300" cy="51435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63"/>
          <p:cNvSpPr txBox="1"/>
          <p:nvPr>
            <p:ph idx="1" type="body"/>
          </p:nvPr>
        </p:nvSpPr>
        <p:spPr>
          <a:xfrm>
            <a:off x="636425" y="3170488"/>
            <a:ext cx="35046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■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○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■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●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○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■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●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○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■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984" name="Google Shape;984;p63"/>
          <p:cNvSpPr txBox="1"/>
          <p:nvPr>
            <p:ph idx="2" type="body"/>
          </p:nvPr>
        </p:nvSpPr>
        <p:spPr>
          <a:xfrm>
            <a:off x="1235338" y="3459513"/>
            <a:ext cx="1869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■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○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■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●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○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■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●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○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■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985" name="Google Shape;985;p63"/>
          <p:cNvSpPr/>
          <p:nvPr/>
        </p:nvSpPr>
        <p:spPr>
          <a:xfrm>
            <a:off x="456875" y="2445381"/>
            <a:ext cx="2739000" cy="3915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986" name="Google Shape;986;p63"/>
          <p:cNvSpPr txBox="1"/>
          <p:nvPr>
            <p:ph type="title"/>
          </p:nvPr>
        </p:nvSpPr>
        <p:spPr>
          <a:xfrm>
            <a:off x="636425" y="2411875"/>
            <a:ext cx="24147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Montserrat"/>
              <a:buNone/>
              <a:defRPr sz="25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987" name="Google Shape;987;p63"/>
          <p:cNvSpPr txBox="1"/>
          <p:nvPr/>
        </p:nvSpPr>
        <p:spPr>
          <a:xfrm>
            <a:off x="574763" y="3449338"/>
            <a:ext cx="87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Apodo: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988" name="Google Shape;988;p63"/>
          <p:cNvGrpSpPr/>
          <p:nvPr/>
        </p:nvGrpSpPr>
        <p:grpSpPr>
          <a:xfrm flipH="1">
            <a:off x="393" y="4707862"/>
            <a:ext cx="2738745" cy="435698"/>
            <a:chOff x="10502644" y="12808"/>
            <a:chExt cx="5058634" cy="804614"/>
          </a:xfrm>
        </p:grpSpPr>
        <p:sp>
          <p:nvSpPr>
            <p:cNvPr id="989" name="Google Shape;989;p63"/>
            <p:cNvSpPr/>
            <p:nvPr/>
          </p:nvSpPr>
          <p:spPr>
            <a:xfrm rot="-5400000">
              <a:off x="11152444" y="-636992"/>
              <a:ext cx="804600" cy="21042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63"/>
            <p:cNvSpPr/>
            <p:nvPr/>
          </p:nvSpPr>
          <p:spPr>
            <a:xfrm>
              <a:off x="13411478" y="12822"/>
              <a:ext cx="2149800" cy="8046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63"/>
            <p:cNvSpPr/>
            <p:nvPr/>
          </p:nvSpPr>
          <p:spPr>
            <a:xfrm>
              <a:off x="14835222" y="145997"/>
              <a:ext cx="538200" cy="538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63"/>
            <p:cNvSpPr/>
            <p:nvPr/>
          </p:nvSpPr>
          <p:spPr>
            <a:xfrm>
              <a:off x="12606885" y="12818"/>
              <a:ext cx="804600" cy="8046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93" name="Google Shape;993;p63"/>
          <p:cNvGrpSpPr/>
          <p:nvPr/>
        </p:nvGrpSpPr>
        <p:grpSpPr>
          <a:xfrm rot="5400000">
            <a:off x="6698732" y="1774143"/>
            <a:ext cx="4219407" cy="671128"/>
            <a:chOff x="10502644" y="12808"/>
            <a:chExt cx="5058634" cy="804614"/>
          </a:xfrm>
        </p:grpSpPr>
        <p:sp>
          <p:nvSpPr>
            <p:cNvPr id="994" name="Google Shape;994;p63"/>
            <p:cNvSpPr/>
            <p:nvPr/>
          </p:nvSpPr>
          <p:spPr>
            <a:xfrm rot="-5400000">
              <a:off x="11152444" y="-636992"/>
              <a:ext cx="804600" cy="21042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63"/>
            <p:cNvSpPr/>
            <p:nvPr/>
          </p:nvSpPr>
          <p:spPr>
            <a:xfrm>
              <a:off x="13411478" y="12822"/>
              <a:ext cx="2149800" cy="8046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rgbClr val="5341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63"/>
            <p:cNvSpPr/>
            <p:nvPr/>
          </p:nvSpPr>
          <p:spPr>
            <a:xfrm>
              <a:off x="14835222" y="145997"/>
              <a:ext cx="538200" cy="53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63"/>
            <p:cNvSpPr/>
            <p:nvPr/>
          </p:nvSpPr>
          <p:spPr>
            <a:xfrm>
              <a:off x="12606885" y="12818"/>
              <a:ext cx="804600" cy="804600"/>
            </a:xfrm>
            <a:prstGeom prst="ellipse">
              <a:avLst/>
            </a:prstGeom>
            <a:noFill/>
            <a:ln cap="flat" cmpd="sng" w="3810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8" name="Google Shape;998;p63"/>
          <p:cNvSpPr txBox="1"/>
          <p:nvPr>
            <p:ph idx="3" type="body"/>
          </p:nvPr>
        </p:nvSpPr>
        <p:spPr>
          <a:xfrm>
            <a:off x="4069413" y="1526463"/>
            <a:ext cx="3684000" cy="22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0" spcFirstLastPara="1" rIns="45725" wrap="square" tIns="457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563">
          <p15:clr>
            <a:srgbClr val="FA7B17"/>
          </p15:clr>
        </p15:guide>
        <p15:guide id="2" orient="horz" pos="2173">
          <p15:clr>
            <a:srgbClr val="FA7B17"/>
          </p15:clr>
        </p15:guide>
        <p15:guide id="3" orient="horz" pos="2347">
          <p15:clr>
            <a:srgbClr val="FA7B17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ntajas + desventajas">
  <p:cSld name="CUSTOM_11"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64"/>
          <p:cNvSpPr/>
          <p:nvPr/>
        </p:nvSpPr>
        <p:spPr>
          <a:xfrm flipH="1">
            <a:off x="457200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64"/>
          <p:cNvSpPr/>
          <p:nvPr/>
        </p:nvSpPr>
        <p:spPr>
          <a:xfrm>
            <a:off x="1791125" y="838093"/>
            <a:ext cx="1248300" cy="36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002" name="Google Shape;1002;p64"/>
          <p:cNvSpPr txBox="1"/>
          <p:nvPr/>
        </p:nvSpPr>
        <p:spPr>
          <a:xfrm>
            <a:off x="456875" y="904388"/>
            <a:ext cx="3893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Ventajas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003" name="Google Shape;1003;p64"/>
          <p:cNvSpPr/>
          <p:nvPr/>
        </p:nvSpPr>
        <p:spPr>
          <a:xfrm>
            <a:off x="5861381" y="838088"/>
            <a:ext cx="1764900" cy="3636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004" name="Google Shape;1004;p64"/>
          <p:cNvSpPr txBox="1"/>
          <p:nvPr/>
        </p:nvSpPr>
        <p:spPr>
          <a:xfrm>
            <a:off x="4793713" y="904388"/>
            <a:ext cx="3893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Desventajas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005" name="Google Shape;1005;p64"/>
          <p:cNvGrpSpPr/>
          <p:nvPr/>
        </p:nvGrpSpPr>
        <p:grpSpPr>
          <a:xfrm>
            <a:off x="2182313" y="4352293"/>
            <a:ext cx="466229" cy="466229"/>
            <a:chOff x="3964000" y="1705108"/>
            <a:chExt cx="1047000" cy="1047000"/>
          </a:xfrm>
        </p:grpSpPr>
        <p:sp>
          <p:nvSpPr>
            <p:cNvPr id="1006" name="Google Shape;1006;p64"/>
            <p:cNvSpPr/>
            <p:nvPr/>
          </p:nvSpPr>
          <p:spPr>
            <a:xfrm>
              <a:off x="3964000" y="1705108"/>
              <a:ext cx="1047000" cy="1047000"/>
            </a:xfrm>
            <a:prstGeom prst="ellipse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07" name="Google Shape;1007;p64"/>
            <p:cNvGrpSpPr/>
            <p:nvPr/>
          </p:nvGrpSpPr>
          <p:grpSpPr>
            <a:xfrm>
              <a:off x="4161035" y="2025037"/>
              <a:ext cx="652231" cy="407986"/>
              <a:chOff x="-3323750" y="5971792"/>
              <a:chExt cx="1161586" cy="726600"/>
            </a:xfrm>
          </p:grpSpPr>
          <p:cxnSp>
            <p:nvCxnSpPr>
              <p:cNvPr id="1008" name="Google Shape;1008;p64"/>
              <p:cNvCxnSpPr/>
              <p:nvPr/>
            </p:nvCxnSpPr>
            <p:spPr>
              <a:xfrm>
                <a:off x="-3323750" y="6246592"/>
                <a:ext cx="451800" cy="4518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9" name="Google Shape;1009;p64"/>
              <p:cNvCxnSpPr/>
              <p:nvPr/>
            </p:nvCxnSpPr>
            <p:spPr>
              <a:xfrm flipH="1">
                <a:off x="-2897164" y="5971792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010" name="Google Shape;1010;p64"/>
          <p:cNvGrpSpPr/>
          <p:nvPr/>
        </p:nvGrpSpPr>
        <p:grpSpPr>
          <a:xfrm>
            <a:off x="6511395" y="4352298"/>
            <a:ext cx="466229" cy="466229"/>
            <a:chOff x="13185763" y="1833383"/>
            <a:chExt cx="1047000" cy="1047000"/>
          </a:xfrm>
        </p:grpSpPr>
        <p:grpSp>
          <p:nvGrpSpPr>
            <p:cNvPr id="1011" name="Google Shape;1011;p64"/>
            <p:cNvGrpSpPr/>
            <p:nvPr/>
          </p:nvGrpSpPr>
          <p:grpSpPr>
            <a:xfrm>
              <a:off x="13502462" y="2153171"/>
              <a:ext cx="412703" cy="407986"/>
              <a:chOff x="-4314451" y="4293067"/>
              <a:chExt cx="735000" cy="726600"/>
            </a:xfrm>
          </p:grpSpPr>
          <p:cxnSp>
            <p:nvCxnSpPr>
              <p:cNvPr id="1012" name="Google Shape;1012;p64"/>
              <p:cNvCxnSpPr/>
              <p:nvPr/>
            </p:nvCxnSpPr>
            <p:spPr>
              <a:xfrm>
                <a:off x="-4314451" y="4293067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3" name="Google Shape;1013;p64"/>
              <p:cNvCxnSpPr/>
              <p:nvPr/>
            </p:nvCxnSpPr>
            <p:spPr>
              <a:xfrm flipH="1">
                <a:off x="-4314451" y="4293067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014" name="Google Shape;1014;p64"/>
            <p:cNvSpPr/>
            <p:nvPr/>
          </p:nvSpPr>
          <p:spPr>
            <a:xfrm>
              <a:off x="13185763" y="1833383"/>
              <a:ext cx="1047000" cy="10470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5" name="Google Shape;1015;p64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1016" name="Google Shape;1016;p64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64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8" name="Google Shape;1018;p64"/>
          <p:cNvSpPr txBox="1"/>
          <p:nvPr>
            <p:ph type="title"/>
          </p:nvPr>
        </p:nvSpPr>
        <p:spPr>
          <a:xfrm>
            <a:off x="456875" y="1311450"/>
            <a:ext cx="38934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 SemiBold"/>
              <a:buNone/>
              <a:defRPr sz="25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9" name="Google Shape;1019;p64"/>
          <p:cNvSpPr txBox="1"/>
          <p:nvPr>
            <p:ph idx="2" type="title"/>
          </p:nvPr>
        </p:nvSpPr>
        <p:spPr>
          <a:xfrm>
            <a:off x="4793713" y="1311450"/>
            <a:ext cx="38934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 SemiBold"/>
              <a:buNone/>
              <a:defRPr sz="25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0" name="Google Shape;1020;p64"/>
          <p:cNvSpPr txBox="1"/>
          <p:nvPr>
            <p:ph idx="1" type="body"/>
          </p:nvPr>
        </p:nvSpPr>
        <p:spPr>
          <a:xfrm>
            <a:off x="777800" y="2152650"/>
            <a:ext cx="3251400" cy="15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021" name="Google Shape;1021;p64"/>
          <p:cNvSpPr txBox="1"/>
          <p:nvPr>
            <p:ph idx="3" type="body"/>
          </p:nvPr>
        </p:nvSpPr>
        <p:spPr>
          <a:xfrm>
            <a:off x="5118125" y="2152650"/>
            <a:ext cx="3251400" cy="15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49">
          <p15:clr>
            <a:srgbClr val="FA7B17"/>
          </p15:clr>
        </p15:guide>
        <p15:guide id="2" orient="horz" pos="1446">
          <p15:clr>
            <a:srgbClr val="FA7B17"/>
          </p15:clr>
        </p15:guide>
        <p15:guide id="3" pos="490">
          <p15:clr>
            <a:srgbClr val="FA7B17"/>
          </p15:clr>
        </p15:guide>
        <p15:guide id="4" pos="2538">
          <p15:clr>
            <a:srgbClr val="FA7B17"/>
          </p15:clr>
        </p15:guide>
        <p15:guide id="5" pos="3222">
          <p15:clr>
            <a:srgbClr val="FA7B17"/>
          </p15:clr>
        </p15:guide>
        <p15:guide id="6" pos="5270">
          <p15:clr>
            <a:srgbClr val="FA7B17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TITLE_6_1"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6.xml"/><Relationship Id="rId22" Type="http://schemas.openxmlformats.org/officeDocument/2006/relationships/slideLayout" Target="../slideLayouts/slideLayout48.xml"/><Relationship Id="rId21" Type="http://schemas.openxmlformats.org/officeDocument/2006/relationships/slideLayout" Target="../slideLayouts/slideLayout47.xml"/><Relationship Id="rId24" Type="http://schemas.openxmlformats.org/officeDocument/2006/relationships/theme" Target="../theme/theme4.xml"/><Relationship Id="rId23" Type="http://schemas.openxmlformats.org/officeDocument/2006/relationships/slideLayout" Target="../slideLayouts/slideLayout49.xml"/><Relationship Id="rId1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9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42.xml"/><Relationship Id="rId19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4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slideLayout" Target="../slideLayouts/slideLayout51.xml"/><Relationship Id="rId3" Type="http://schemas.openxmlformats.org/officeDocument/2006/relationships/slideLayout" Target="../slideLayouts/slideLayout52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6.xml"/><Relationship Id="rId8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8" name="Google Shape;518;p28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519" name="Google Shape;519;p28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28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  <p:sldLayoutId id="2147483696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EA4335"/>
          </p15:clr>
        </p15:guide>
        <p15:guide id="2" pos="2740">
          <p15:clr>
            <a:srgbClr val="EA4335"/>
          </p15:clr>
        </p15:guide>
        <p15:guide id="3" pos="288">
          <p15:clr>
            <a:srgbClr val="EA4335"/>
          </p15:clr>
        </p15:guide>
        <p15:guide id="4" pos="5472">
          <p15:clr>
            <a:srgbClr val="EA4335"/>
          </p15:clr>
        </p15:guide>
        <p15:guide id="5" orient="horz" pos="425">
          <p15:clr>
            <a:srgbClr val="EA4335"/>
          </p15:clr>
        </p15:guide>
        <p15:guide id="6" orient="horz" pos="2976">
          <p15:clr>
            <a:srgbClr val="EA4335"/>
          </p15:clr>
        </p15:guide>
        <p15:guide id="7" pos="3020">
          <p15:clr>
            <a:srgbClr val="EA4335"/>
          </p15:clr>
        </p15:guide>
        <p15:guide id="8" pos="2880">
          <p15:clr>
            <a:srgbClr val="EA4335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9" name="Google Shape;869;p52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870" name="Google Shape;870;p52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52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EA4335"/>
          </p15:clr>
        </p15:guide>
        <p15:guide id="2" pos="2740">
          <p15:clr>
            <a:srgbClr val="EA4335"/>
          </p15:clr>
        </p15:guide>
        <p15:guide id="3" pos="288">
          <p15:clr>
            <a:srgbClr val="EA4335"/>
          </p15:clr>
        </p15:guide>
        <p15:guide id="4" pos="5472">
          <p15:clr>
            <a:srgbClr val="EA4335"/>
          </p15:clr>
        </p15:guide>
        <p15:guide id="5" orient="horz" pos="425">
          <p15:clr>
            <a:srgbClr val="EA4335"/>
          </p15:clr>
        </p15:guide>
        <p15:guide id="6" orient="horz" pos="2976">
          <p15:clr>
            <a:srgbClr val="EA4335"/>
          </p15:clr>
        </p15:guide>
        <p15:guide id="7" pos="3020">
          <p15:clr>
            <a:srgbClr val="EA4335"/>
          </p15:clr>
        </p15:guide>
        <p15:guide id="8" pos="288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gif"/><Relationship Id="rId4" Type="http://schemas.openxmlformats.org/officeDocument/2006/relationships/hyperlink" Target="https://media1.giphy.com/media/v1.Y2lkPTc5MGI3NjExMDAyMXQ4ZTh5d3Jqc2F4eGllc3R5ZGt2Z2Q5dmo5M3o1ZWJucmkybSZlcD12MV9pbnRlcm5hbF9naWZfYnlfaWQmY3Q9cw/LeRM9Ig5jvuQ6nSv3g/giphy.gif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hyperlink" Target="https://matplotlib.org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ocs.google.com/spreadsheets/d/1mJ-BgX06Mhnc0b5gkA017iAl-Cv4wR0Z8BHbCVjjPOU/edit" TargetMode="External"/><Relationship Id="rId4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C0C"/>
        </a:solidFill>
      </p:bgPr>
    </p:bg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66"/>
          <p:cNvSpPr/>
          <p:nvPr/>
        </p:nvSpPr>
        <p:spPr>
          <a:xfrm>
            <a:off x="5650" y="0"/>
            <a:ext cx="9144000" cy="514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66"/>
          <p:cNvSpPr/>
          <p:nvPr/>
        </p:nvSpPr>
        <p:spPr>
          <a:xfrm>
            <a:off x="359388" y="1991063"/>
            <a:ext cx="2562600" cy="673200"/>
          </a:xfrm>
          <a:prstGeom prst="roundRect">
            <a:avLst>
              <a:gd fmla="val 50000" name="adj"/>
            </a:avLst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1029" name="Google Shape;1029;p66"/>
          <p:cNvSpPr txBox="1"/>
          <p:nvPr/>
        </p:nvSpPr>
        <p:spPr>
          <a:xfrm>
            <a:off x="428970" y="1466595"/>
            <a:ext cx="5178600" cy="11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Primeros gráficos con</a:t>
            </a:r>
            <a:endParaRPr sz="35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Matplotlib </a:t>
            </a:r>
            <a:endParaRPr sz="35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030" name="Google Shape;1030;p66"/>
          <p:cNvGrpSpPr/>
          <p:nvPr/>
        </p:nvGrpSpPr>
        <p:grpSpPr>
          <a:xfrm rot="10800000">
            <a:off x="10510537" y="1058451"/>
            <a:ext cx="775773" cy="5043214"/>
            <a:chOff x="-3766725" y="2744225"/>
            <a:chExt cx="3492900" cy="1362000"/>
          </a:xfrm>
        </p:grpSpPr>
        <p:cxnSp>
          <p:nvCxnSpPr>
            <p:cNvPr id="1031" name="Google Shape;1031;p66"/>
            <p:cNvCxnSpPr/>
            <p:nvPr/>
          </p:nvCxnSpPr>
          <p:spPr>
            <a:xfrm>
              <a:off x="-3766725" y="27442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2" name="Google Shape;1032;p66"/>
            <p:cNvCxnSpPr/>
            <p:nvPr/>
          </p:nvCxnSpPr>
          <p:spPr>
            <a:xfrm>
              <a:off x="-3766725" y="41062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3" name="Google Shape;1033;p66"/>
            <p:cNvCxnSpPr/>
            <p:nvPr/>
          </p:nvCxnSpPr>
          <p:spPr>
            <a:xfrm>
              <a:off x="-3766725" y="38338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4" name="Google Shape;1034;p66"/>
            <p:cNvCxnSpPr/>
            <p:nvPr/>
          </p:nvCxnSpPr>
          <p:spPr>
            <a:xfrm>
              <a:off x="-3766725" y="35614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5" name="Google Shape;1035;p66"/>
            <p:cNvCxnSpPr/>
            <p:nvPr/>
          </p:nvCxnSpPr>
          <p:spPr>
            <a:xfrm>
              <a:off x="-3766725" y="32890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6" name="Google Shape;1036;p66"/>
            <p:cNvCxnSpPr/>
            <p:nvPr/>
          </p:nvCxnSpPr>
          <p:spPr>
            <a:xfrm>
              <a:off x="-3766725" y="30166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37" name="Google Shape;1037;p66"/>
          <p:cNvGrpSpPr/>
          <p:nvPr/>
        </p:nvGrpSpPr>
        <p:grpSpPr>
          <a:xfrm flipH="1">
            <a:off x="-77472" y="3326828"/>
            <a:ext cx="2649271" cy="1816717"/>
            <a:chOff x="2914650" y="3280000"/>
            <a:chExt cx="1371400" cy="942525"/>
          </a:xfrm>
        </p:grpSpPr>
        <p:sp>
          <p:nvSpPr>
            <p:cNvPr id="1038" name="Google Shape;1038;p66"/>
            <p:cNvSpPr/>
            <p:nvPr/>
          </p:nvSpPr>
          <p:spPr>
            <a:xfrm>
              <a:off x="3081700" y="3927650"/>
              <a:ext cx="1164000" cy="292875"/>
            </a:xfrm>
            <a:custGeom>
              <a:rect b="b" l="l" r="r" t="t"/>
              <a:pathLst>
                <a:path extrusionOk="0" h="11715" w="46560">
                  <a:moveTo>
                    <a:pt x="2079" y="1"/>
                  </a:moveTo>
                  <a:cubicBezTo>
                    <a:pt x="928" y="1"/>
                    <a:pt x="0" y="938"/>
                    <a:pt x="0" y="2088"/>
                  </a:cubicBezTo>
                  <a:lnTo>
                    <a:pt x="0" y="11714"/>
                  </a:lnTo>
                  <a:lnTo>
                    <a:pt x="46559" y="11714"/>
                  </a:lnTo>
                  <a:lnTo>
                    <a:pt x="46559" y="2088"/>
                  </a:lnTo>
                  <a:cubicBezTo>
                    <a:pt x="46559" y="938"/>
                    <a:pt x="45631" y="1"/>
                    <a:pt x="44481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66"/>
            <p:cNvSpPr/>
            <p:nvPr/>
          </p:nvSpPr>
          <p:spPr>
            <a:xfrm>
              <a:off x="3079700" y="3925650"/>
              <a:ext cx="1168000" cy="296875"/>
            </a:xfrm>
            <a:custGeom>
              <a:rect b="b" l="l" r="r" t="t"/>
              <a:pathLst>
                <a:path extrusionOk="0" h="11875" w="46720">
                  <a:moveTo>
                    <a:pt x="44561" y="161"/>
                  </a:moveTo>
                  <a:cubicBezTo>
                    <a:pt x="45658" y="161"/>
                    <a:pt x="46559" y="1062"/>
                    <a:pt x="46559" y="2168"/>
                  </a:cubicBezTo>
                  <a:lnTo>
                    <a:pt x="46559" y="11714"/>
                  </a:lnTo>
                  <a:lnTo>
                    <a:pt x="161" y="11714"/>
                  </a:lnTo>
                  <a:lnTo>
                    <a:pt x="161" y="2168"/>
                  </a:lnTo>
                  <a:cubicBezTo>
                    <a:pt x="161" y="1062"/>
                    <a:pt x="1053" y="161"/>
                    <a:pt x="2159" y="161"/>
                  </a:cubicBezTo>
                  <a:close/>
                  <a:moveTo>
                    <a:pt x="2159" y="1"/>
                  </a:moveTo>
                  <a:cubicBezTo>
                    <a:pt x="972" y="1"/>
                    <a:pt x="0" y="973"/>
                    <a:pt x="0" y="2168"/>
                  </a:cubicBezTo>
                  <a:lnTo>
                    <a:pt x="0" y="11874"/>
                  </a:lnTo>
                  <a:lnTo>
                    <a:pt x="46720" y="11874"/>
                  </a:lnTo>
                  <a:lnTo>
                    <a:pt x="46720" y="2168"/>
                  </a:lnTo>
                  <a:cubicBezTo>
                    <a:pt x="46720" y="973"/>
                    <a:pt x="45747" y="1"/>
                    <a:pt x="4456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66"/>
            <p:cNvSpPr/>
            <p:nvPr/>
          </p:nvSpPr>
          <p:spPr>
            <a:xfrm>
              <a:off x="3062075" y="3346450"/>
              <a:ext cx="17200" cy="17650"/>
            </a:xfrm>
            <a:custGeom>
              <a:rect b="b" l="l" r="r" t="t"/>
              <a:pathLst>
                <a:path extrusionOk="0" h="706" w="688">
                  <a:moveTo>
                    <a:pt x="339" y="1"/>
                  </a:moveTo>
                  <a:cubicBezTo>
                    <a:pt x="339" y="1"/>
                    <a:pt x="330" y="358"/>
                    <a:pt x="0" y="358"/>
                  </a:cubicBezTo>
                  <a:cubicBezTo>
                    <a:pt x="330" y="358"/>
                    <a:pt x="339" y="706"/>
                    <a:pt x="339" y="706"/>
                  </a:cubicBezTo>
                  <a:cubicBezTo>
                    <a:pt x="339" y="706"/>
                    <a:pt x="348" y="358"/>
                    <a:pt x="687" y="358"/>
                  </a:cubicBezTo>
                  <a:cubicBezTo>
                    <a:pt x="348" y="358"/>
                    <a:pt x="339" y="1"/>
                    <a:pt x="339" y="1"/>
                  </a:cubicBezTo>
                  <a:close/>
                </a:path>
              </a:pathLst>
            </a:custGeom>
            <a:solidFill>
              <a:srgbClr val="00CC7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66"/>
            <p:cNvSpPr/>
            <p:nvPr/>
          </p:nvSpPr>
          <p:spPr>
            <a:xfrm>
              <a:off x="4268875" y="3730950"/>
              <a:ext cx="17175" cy="17650"/>
            </a:xfrm>
            <a:custGeom>
              <a:rect b="b" l="l" r="r" t="t"/>
              <a:pathLst>
                <a:path extrusionOk="0" h="706" w="687">
                  <a:moveTo>
                    <a:pt x="339" y="1"/>
                  </a:moveTo>
                  <a:cubicBezTo>
                    <a:pt x="339" y="1"/>
                    <a:pt x="330" y="357"/>
                    <a:pt x="0" y="357"/>
                  </a:cubicBezTo>
                  <a:cubicBezTo>
                    <a:pt x="330" y="357"/>
                    <a:pt x="339" y="705"/>
                    <a:pt x="339" y="705"/>
                  </a:cubicBezTo>
                  <a:cubicBezTo>
                    <a:pt x="339" y="705"/>
                    <a:pt x="348" y="357"/>
                    <a:pt x="687" y="357"/>
                  </a:cubicBezTo>
                  <a:cubicBezTo>
                    <a:pt x="348" y="357"/>
                    <a:pt x="339" y="1"/>
                    <a:pt x="339" y="1"/>
                  </a:cubicBezTo>
                  <a:close/>
                </a:path>
              </a:pathLst>
            </a:custGeom>
            <a:solidFill>
              <a:srgbClr val="534192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66"/>
            <p:cNvSpPr/>
            <p:nvPr/>
          </p:nvSpPr>
          <p:spPr>
            <a:xfrm>
              <a:off x="3055825" y="3509525"/>
              <a:ext cx="66050" cy="121750"/>
            </a:xfrm>
            <a:custGeom>
              <a:rect b="b" l="l" r="r" t="t"/>
              <a:pathLst>
                <a:path extrusionOk="0" h="4870" w="2642">
                  <a:moveTo>
                    <a:pt x="2561" y="1"/>
                  </a:moveTo>
                  <a:cubicBezTo>
                    <a:pt x="2391" y="1"/>
                    <a:pt x="2228" y="96"/>
                    <a:pt x="2150" y="258"/>
                  </a:cubicBezTo>
                  <a:lnTo>
                    <a:pt x="0" y="4870"/>
                  </a:lnTo>
                  <a:cubicBezTo>
                    <a:pt x="66" y="4846"/>
                    <a:pt x="135" y="4835"/>
                    <a:pt x="203" y="4835"/>
                  </a:cubicBezTo>
                  <a:cubicBezTo>
                    <a:pt x="264" y="4835"/>
                    <a:pt x="325" y="4844"/>
                    <a:pt x="384" y="4861"/>
                  </a:cubicBezTo>
                  <a:lnTo>
                    <a:pt x="2641" y="8"/>
                  </a:lnTo>
                  <a:cubicBezTo>
                    <a:pt x="2614" y="3"/>
                    <a:pt x="2587" y="1"/>
                    <a:pt x="2561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66"/>
            <p:cNvSpPr/>
            <p:nvPr/>
          </p:nvSpPr>
          <p:spPr>
            <a:xfrm>
              <a:off x="3048025" y="3635975"/>
              <a:ext cx="117775" cy="68250"/>
            </a:xfrm>
            <a:custGeom>
              <a:rect b="b" l="l" r="r" t="t"/>
              <a:pathLst>
                <a:path extrusionOk="0" h="2730" w="4711">
                  <a:moveTo>
                    <a:pt x="515" y="0"/>
                  </a:moveTo>
                  <a:cubicBezTo>
                    <a:pt x="347" y="0"/>
                    <a:pt x="185" y="96"/>
                    <a:pt x="107" y="258"/>
                  </a:cubicBezTo>
                  <a:cubicBezTo>
                    <a:pt x="0" y="490"/>
                    <a:pt x="98" y="758"/>
                    <a:pt x="321" y="865"/>
                  </a:cubicBezTo>
                  <a:lnTo>
                    <a:pt x="4336" y="2729"/>
                  </a:lnTo>
                  <a:cubicBezTo>
                    <a:pt x="4282" y="2568"/>
                    <a:pt x="4291" y="2399"/>
                    <a:pt x="4363" y="2247"/>
                  </a:cubicBezTo>
                  <a:cubicBezTo>
                    <a:pt x="4443" y="2087"/>
                    <a:pt x="4568" y="1971"/>
                    <a:pt x="4711" y="1908"/>
                  </a:cubicBezTo>
                  <a:lnTo>
                    <a:pt x="705" y="44"/>
                  </a:lnTo>
                  <a:cubicBezTo>
                    <a:pt x="644" y="14"/>
                    <a:pt x="579" y="0"/>
                    <a:pt x="515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66"/>
            <p:cNvSpPr/>
            <p:nvPr/>
          </p:nvSpPr>
          <p:spPr>
            <a:xfrm>
              <a:off x="3070550" y="3511725"/>
              <a:ext cx="163050" cy="171075"/>
            </a:xfrm>
            <a:custGeom>
              <a:rect b="b" l="l" r="r" t="t"/>
              <a:pathLst>
                <a:path extrusionOk="0" h="6843" w="6522">
                  <a:moveTo>
                    <a:pt x="2257" y="0"/>
                  </a:moveTo>
                  <a:lnTo>
                    <a:pt x="0" y="4853"/>
                  </a:lnTo>
                  <a:lnTo>
                    <a:pt x="4265" y="6843"/>
                  </a:lnTo>
                  <a:lnTo>
                    <a:pt x="6522" y="1981"/>
                  </a:lnTo>
                  <a:lnTo>
                    <a:pt x="2257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66"/>
            <p:cNvSpPr/>
            <p:nvPr/>
          </p:nvSpPr>
          <p:spPr>
            <a:xfrm>
              <a:off x="3177600" y="3625200"/>
              <a:ext cx="378500" cy="115150"/>
            </a:xfrm>
            <a:custGeom>
              <a:rect b="b" l="l" r="r" t="t"/>
              <a:pathLst>
                <a:path extrusionOk="0" h="4606" w="15140">
                  <a:moveTo>
                    <a:pt x="13513" y="1"/>
                  </a:moveTo>
                  <a:cubicBezTo>
                    <a:pt x="13372" y="1"/>
                    <a:pt x="13229" y="21"/>
                    <a:pt x="13088" y="64"/>
                  </a:cubicBezTo>
                  <a:lnTo>
                    <a:pt x="7985" y="1661"/>
                  </a:lnTo>
                  <a:lnTo>
                    <a:pt x="1945" y="172"/>
                  </a:lnTo>
                  <a:cubicBezTo>
                    <a:pt x="1830" y="144"/>
                    <a:pt x="1716" y="131"/>
                    <a:pt x="1602" y="131"/>
                  </a:cubicBezTo>
                  <a:cubicBezTo>
                    <a:pt x="950" y="131"/>
                    <a:pt x="355" y="572"/>
                    <a:pt x="188" y="1233"/>
                  </a:cubicBezTo>
                  <a:cubicBezTo>
                    <a:pt x="0" y="2009"/>
                    <a:pt x="473" y="2794"/>
                    <a:pt x="1249" y="2982"/>
                  </a:cubicBezTo>
                  <a:lnTo>
                    <a:pt x="7690" y="4570"/>
                  </a:lnTo>
                  <a:cubicBezTo>
                    <a:pt x="7797" y="4596"/>
                    <a:pt x="7913" y="4605"/>
                    <a:pt x="8029" y="4605"/>
                  </a:cubicBezTo>
                  <a:cubicBezTo>
                    <a:pt x="8181" y="4605"/>
                    <a:pt x="8324" y="4587"/>
                    <a:pt x="8466" y="4543"/>
                  </a:cubicBezTo>
                  <a:lnTo>
                    <a:pt x="13944" y="2830"/>
                  </a:lnTo>
                  <a:cubicBezTo>
                    <a:pt x="14711" y="2589"/>
                    <a:pt x="15139" y="1777"/>
                    <a:pt x="14899" y="1019"/>
                  </a:cubicBezTo>
                  <a:cubicBezTo>
                    <a:pt x="14702" y="395"/>
                    <a:pt x="14128" y="1"/>
                    <a:pt x="13513" y="1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66"/>
            <p:cNvSpPr/>
            <p:nvPr/>
          </p:nvSpPr>
          <p:spPr>
            <a:xfrm>
              <a:off x="3043325" y="3770350"/>
              <a:ext cx="644575" cy="337550"/>
            </a:xfrm>
            <a:custGeom>
              <a:rect b="b" l="l" r="r" t="t"/>
              <a:pathLst>
                <a:path extrusionOk="0" h="13502" w="25783">
                  <a:moveTo>
                    <a:pt x="11695" y="0"/>
                  </a:moveTo>
                  <a:cubicBezTo>
                    <a:pt x="11072" y="0"/>
                    <a:pt x="10473" y="248"/>
                    <a:pt x="10037" y="699"/>
                  </a:cubicBezTo>
                  <a:lnTo>
                    <a:pt x="4488" y="6436"/>
                  </a:lnTo>
                  <a:lnTo>
                    <a:pt x="1517" y="8077"/>
                  </a:lnTo>
                  <a:cubicBezTo>
                    <a:pt x="402" y="8693"/>
                    <a:pt x="1" y="10093"/>
                    <a:pt x="616" y="11208"/>
                  </a:cubicBezTo>
                  <a:cubicBezTo>
                    <a:pt x="670" y="11315"/>
                    <a:pt x="732" y="11414"/>
                    <a:pt x="804" y="11503"/>
                  </a:cubicBezTo>
                  <a:cubicBezTo>
                    <a:pt x="875" y="12002"/>
                    <a:pt x="1098" y="12475"/>
                    <a:pt x="1491" y="12850"/>
                  </a:cubicBezTo>
                  <a:cubicBezTo>
                    <a:pt x="1937" y="13287"/>
                    <a:pt x="2517" y="13501"/>
                    <a:pt x="3097" y="13501"/>
                  </a:cubicBezTo>
                  <a:cubicBezTo>
                    <a:pt x="3694" y="13501"/>
                    <a:pt x="4301" y="13269"/>
                    <a:pt x="4756" y="12796"/>
                  </a:cubicBezTo>
                  <a:lnTo>
                    <a:pt x="7325" y="10147"/>
                  </a:lnTo>
                  <a:lnTo>
                    <a:pt x="14453" y="6204"/>
                  </a:lnTo>
                  <a:lnTo>
                    <a:pt x="20930" y="6213"/>
                  </a:lnTo>
                  <a:lnTo>
                    <a:pt x="23401" y="6213"/>
                  </a:lnTo>
                  <a:cubicBezTo>
                    <a:pt x="24614" y="6213"/>
                    <a:pt x="25622" y="5276"/>
                    <a:pt x="25702" y="4063"/>
                  </a:cubicBezTo>
                  <a:cubicBezTo>
                    <a:pt x="25783" y="2849"/>
                    <a:pt x="24917" y="1779"/>
                    <a:pt x="23713" y="1618"/>
                  </a:cubicBezTo>
                  <a:lnTo>
                    <a:pt x="12009" y="21"/>
                  </a:lnTo>
                  <a:cubicBezTo>
                    <a:pt x="11904" y="7"/>
                    <a:pt x="11799" y="0"/>
                    <a:pt x="11695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66"/>
            <p:cNvSpPr/>
            <p:nvPr/>
          </p:nvSpPr>
          <p:spPr>
            <a:xfrm>
              <a:off x="3509900" y="3624800"/>
              <a:ext cx="165950" cy="164375"/>
            </a:xfrm>
            <a:custGeom>
              <a:rect b="b" l="l" r="r" t="t"/>
              <a:pathLst>
                <a:path extrusionOk="0" h="6575" w="6638">
                  <a:moveTo>
                    <a:pt x="1" y="0"/>
                  </a:moveTo>
                  <a:lnTo>
                    <a:pt x="1018" y="5540"/>
                  </a:lnTo>
                  <a:cubicBezTo>
                    <a:pt x="1107" y="6147"/>
                    <a:pt x="1482" y="6575"/>
                    <a:pt x="2053" y="6575"/>
                  </a:cubicBezTo>
                  <a:lnTo>
                    <a:pt x="5603" y="6575"/>
                  </a:lnTo>
                  <a:cubicBezTo>
                    <a:pt x="6174" y="6575"/>
                    <a:pt x="6638" y="6111"/>
                    <a:pt x="6638" y="5540"/>
                  </a:cubicBezTo>
                  <a:lnTo>
                    <a:pt x="5871" y="1347"/>
                  </a:lnTo>
                  <a:cubicBezTo>
                    <a:pt x="5728" y="571"/>
                    <a:pt x="5050" y="0"/>
                    <a:pt x="4256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66"/>
            <p:cNvSpPr/>
            <p:nvPr/>
          </p:nvSpPr>
          <p:spPr>
            <a:xfrm>
              <a:off x="2919100" y="3953975"/>
              <a:ext cx="215250" cy="176875"/>
            </a:xfrm>
            <a:custGeom>
              <a:rect b="b" l="l" r="r" t="t"/>
              <a:pathLst>
                <a:path extrusionOk="0" h="7075" w="8610">
                  <a:moveTo>
                    <a:pt x="1" y="1"/>
                  </a:moveTo>
                  <a:lnTo>
                    <a:pt x="3989" y="7075"/>
                  </a:lnTo>
                  <a:lnTo>
                    <a:pt x="8610" y="4773"/>
                  </a:lnTo>
                  <a:lnTo>
                    <a:pt x="7298" y="224"/>
                  </a:lnTo>
                  <a:cubicBezTo>
                    <a:pt x="6154" y="790"/>
                    <a:pt x="5021" y="986"/>
                    <a:pt x="4002" y="986"/>
                  </a:cubicBezTo>
                  <a:cubicBezTo>
                    <a:pt x="1716" y="98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66"/>
            <p:cNvSpPr/>
            <p:nvPr/>
          </p:nvSpPr>
          <p:spPr>
            <a:xfrm>
              <a:off x="2914650" y="3949525"/>
              <a:ext cx="221925" cy="183575"/>
            </a:xfrm>
            <a:custGeom>
              <a:rect b="b" l="l" r="r" t="t"/>
              <a:pathLst>
                <a:path extrusionOk="0" h="7343" w="8877">
                  <a:moveTo>
                    <a:pt x="357" y="348"/>
                  </a:moveTo>
                  <a:lnTo>
                    <a:pt x="357" y="348"/>
                  </a:lnTo>
                  <a:cubicBezTo>
                    <a:pt x="881" y="601"/>
                    <a:pt x="2354" y="1225"/>
                    <a:pt x="4183" y="1225"/>
                  </a:cubicBezTo>
                  <a:cubicBezTo>
                    <a:pt x="5191" y="1225"/>
                    <a:pt x="6307" y="1036"/>
                    <a:pt x="7432" y="491"/>
                  </a:cubicBezTo>
                  <a:lnTo>
                    <a:pt x="8707" y="4916"/>
                  </a:lnTo>
                  <a:lnTo>
                    <a:pt x="4193" y="7164"/>
                  </a:lnTo>
                  <a:lnTo>
                    <a:pt x="357" y="348"/>
                  </a:lnTo>
                  <a:close/>
                  <a:moveTo>
                    <a:pt x="0" y="0"/>
                  </a:moveTo>
                  <a:lnTo>
                    <a:pt x="4140" y="7342"/>
                  </a:lnTo>
                  <a:lnTo>
                    <a:pt x="8877" y="4987"/>
                  </a:lnTo>
                  <a:lnTo>
                    <a:pt x="7512" y="295"/>
                  </a:lnTo>
                  <a:lnTo>
                    <a:pt x="7441" y="339"/>
                  </a:lnTo>
                  <a:cubicBezTo>
                    <a:pt x="6314" y="898"/>
                    <a:pt x="5194" y="1092"/>
                    <a:pt x="4184" y="1092"/>
                  </a:cubicBezTo>
                  <a:cubicBezTo>
                    <a:pt x="1940" y="1092"/>
                    <a:pt x="239" y="137"/>
                    <a:pt x="215" y="12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66"/>
            <p:cNvSpPr/>
            <p:nvPr/>
          </p:nvSpPr>
          <p:spPr>
            <a:xfrm>
              <a:off x="3189650" y="3825525"/>
              <a:ext cx="403250" cy="238200"/>
            </a:xfrm>
            <a:custGeom>
              <a:rect b="b" l="l" r="r" t="t"/>
              <a:pathLst>
                <a:path extrusionOk="0" h="9528" w="16130">
                  <a:moveTo>
                    <a:pt x="8564" y="0"/>
                  </a:moveTo>
                  <a:lnTo>
                    <a:pt x="0" y="9394"/>
                  </a:lnTo>
                  <a:lnTo>
                    <a:pt x="152" y="9528"/>
                  </a:lnTo>
                  <a:lnTo>
                    <a:pt x="8654" y="205"/>
                  </a:lnTo>
                  <a:lnTo>
                    <a:pt x="16129" y="205"/>
                  </a:lnTo>
                  <a:lnTo>
                    <a:pt x="161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66"/>
            <p:cNvSpPr/>
            <p:nvPr/>
          </p:nvSpPr>
          <p:spPr>
            <a:xfrm>
              <a:off x="3616300" y="3669625"/>
              <a:ext cx="45075" cy="121350"/>
            </a:xfrm>
            <a:custGeom>
              <a:rect b="b" l="l" r="r" t="t"/>
              <a:pathLst>
                <a:path extrusionOk="0" h="4854" w="1803">
                  <a:moveTo>
                    <a:pt x="1606" y="0"/>
                  </a:moveTo>
                  <a:lnTo>
                    <a:pt x="0" y="4782"/>
                  </a:lnTo>
                  <a:lnTo>
                    <a:pt x="196" y="4853"/>
                  </a:lnTo>
                  <a:lnTo>
                    <a:pt x="1802" y="63"/>
                  </a:lnTo>
                  <a:lnTo>
                    <a:pt x="16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66"/>
            <p:cNvSpPr/>
            <p:nvPr/>
          </p:nvSpPr>
          <p:spPr>
            <a:xfrm>
              <a:off x="3337500" y="3634175"/>
              <a:ext cx="317175" cy="229950"/>
            </a:xfrm>
            <a:custGeom>
              <a:rect b="b" l="l" r="r" t="t"/>
              <a:pathLst>
                <a:path extrusionOk="0" h="9198" w="12687">
                  <a:moveTo>
                    <a:pt x="11076" y="0"/>
                  </a:moveTo>
                  <a:cubicBezTo>
                    <a:pt x="10457" y="0"/>
                    <a:pt x="9879" y="405"/>
                    <a:pt x="9689" y="1026"/>
                  </a:cubicBezTo>
                  <a:lnTo>
                    <a:pt x="8208" y="5861"/>
                  </a:lnTo>
                  <a:lnTo>
                    <a:pt x="2142" y="3604"/>
                  </a:lnTo>
                  <a:cubicBezTo>
                    <a:pt x="1977" y="3543"/>
                    <a:pt x="1808" y="3514"/>
                    <a:pt x="1642" y="3514"/>
                  </a:cubicBezTo>
                  <a:cubicBezTo>
                    <a:pt x="1053" y="3514"/>
                    <a:pt x="500" y="3876"/>
                    <a:pt x="277" y="4460"/>
                  </a:cubicBezTo>
                  <a:cubicBezTo>
                    <a:pt x="1" y="5210"/>
                    <a:pt x="384" y="6039"/>
                    <a:pt x="1134" y="6325"/>
                  </a:cubicBezTo>
                  <a:lnTo>
                    <a:pt x="8636" y="9108"/>
                  </a:lnTo>
                  <a:cubicBezTo>
                    <a:pt x="8806" y="9171"/>
                    <a:pt x="8975" y="9197"/>
                    <a:pt x="9145" y="9197"/>
                  </a:cubicBezTo>
                  <a:cubicBezTo>
                    <a:pt x="9368" y="9197"/>
                    <a:pt x="9582" y="9153"/>
                    <a:pt x="9787" y="9055"/>
                  </a:cubicBezTo>
                  <a:cubicBezTo>
                    <a:pt x="10144" y="8876"/>
                    <a:pt x="10412" y="8555"/>
                    <a:pt x="10528" y="8180"/>
                  </a:cubicBezTo>
                  <a:lnTo>
                    <a:pt x="12455" y="1873"/>
                  </a:lnTo>
                  <a:cubicBezTo>
                    <a:pt x="12686" y="1106"/>
                    <a:pt x="12258" y="303"/>
                    <a:pt x="11491" y="62"/>
                  </a:cubicBezTo>
                  <a:cubicBezTo>
                    <a:pt x="11353" y="20"/>
                    <a:pt x="11213" y="0"/>
                    <a:pt x="11076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66"/>
            <p:cNvSpPr/>
            <p:nvPr/>
          </p:nvSpPr>
          <p:spPr>
            <a:xfrm>
              <a:off x="3196550" y="3711425"/>
              <a:ext cx="199200" cy="84900"/>
            </a:xfrm>
            <a:custGeom>
              <a:rect b="b" l="l" r="r" t="t"/>
              <a:pathLst>
                <a:path extrusionOk="0" h="3396" w="7968">
                  <a:moveTo>
                    <a:pt x="5337" y="0"/>
                  </a:moveTo>
                  <a:cubicBezTo>
                    <a:pt x="4554" y="0"/>
                    <a:pt x="3656" y="148"/>
                    <a:pt x="2731" y="594"/>
                  </a:cubicBezTo>
                  <a:cubicBezTo>
                    <a:pt x="1" y="1915"/>
                    <a:pt x="4907" y="2414"/>
                    <a:pt x="7200" y="3395"/>
                  </a:cubicBezTo>
                  <a:lnTo>
                    <a:pt x="7967" y="567"/>
                  </a:lnTo>
                  <a:cubicBezTo>
                    <a:pt x="7967" y="567"/>
                    <a:pt x="6872" y="0"/>
                    <a:pt x="533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66"/>
            <p:cNvSpPr/>
            <p:nvPr/>
          </p:nvSpPr>
          <p:spPr>
            <a:xfrm>
              <a:off x="3241825" y="3699550"/>
              <a:ext cx="95925" cy="28975"/>
            </a:xfrm>
            <a:custGeom>
              <a:rect b="b" l="l" r="r" t="t"/>
              <a:pathLst>
                <a:path extrusionOk="0" h="1159" w="3837">
                  <a:moveTo>
                    <a:pt x="631" y="0"/>
                  </a:moveTo>
                  <a:cubicBezTo>
                    <a:pt x="1" y="0"/>
                    <a:pt x="468" y="1062"/>
                    <a:pt x="2873" y="1158"/>
                  </a:cubicBezTo>
                  <a:lnTo>
                    <a:pt x="3837" y="498"/>
                  </a:lnTo>
                  <a:cubicBezTo>
                    <a:pt x="3837" y="498"/>
                    <a:pt x="1696" y="284"/>
                    <a:pt x="884" y="43"/>
                  </a:cubicBezTo>
                  <a:cubicBezTo>
                    <a:pt x="786" y="14"/>
                    <a:pt x="702" y="0"/>
                    <a:pt x="631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66"/>
            <p:cNvSpPr/>
            <p:nvPr/>
          </p:nvSpPr>
          <p:spPr>
            <a:xfrm>
              <a:off x="3240725" y="3734425"/>
              <a:ext cx="78975" cy="10375"/>
            </a:xfrm>
            <a:custGeom>
              <a:rect b="b" l="l" r="r" t="t"/>
              <a:pathLst>
                <a:path extrusionOk="0" h="415" w="3159">
                  <a:moveTo>
                    <a:pt x="2191" y="1"/>
                  </a:moveTo>
                  <a:cubicBezTo>
                    <a:pt x="979" y="1"/>
                    <a:pt x="14" y="211"/>
                    <a:pt x="0" y="218"/>
                  </a:cubicBezTo>
                  <a:lnTo>
                    <a:pt x="45" y="415"/>
                  </a:lnTo>
                  <a:cubicBezTo>
                    <a:pt x="59" y="415"/>
                    <a:pt x="1015" y="209"/>
                    <a:pt x="2206" y="209"/>
                  </a:cubicBezTo>
                  <a:cubicBezTo>
                    <a:pt x="2503" y="209"/>
                    <a:pt x="2816" y="222"/>
                    <a:pt x="3131" y="254"/>
                  </a:cubicBezTo>
                  <a:lnTo>
                    <a:pt x="3158" y="49"/>
                  </a:lnTo>
                  <a:cubicBezTo>
                    <a:pt x="2827" y="14"/>
                    <a:pt x="2501" y="1"/>
                    <a:pt x="219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66"/>
            <p:cNvSpPr/>
            <p:nvPr/>
          </p:nvSpPr>
          <p:spPr>
            <a:xfrm>
              <a:off x="3257675" y="3716225"/>
              <a:ext cx="61800" cy="10725"/>
            </a:xfrm>
            <a:custGeom>
              <a:rect b="b" l="l" r="r" t="t"/>
              <a:pathLst>
                <a:path extrusionOk="0" h="429" w="2472">
                  <a:moveTo>
                    <a:pt x="2402" y="1"/>
                  </a:moveTo>
                  <a:cubicBezTo>
                    <a:pt x="1203" y="1"/>
                    <a:pt x="9" y="224"/>
                    <a:pt x="0" y="224"/>
                  </a:cubicBezTo>
                  <a:lnTo>
                    <a:pt x="36" y="429"/>
                  </a:lnTo>
                  <a:cubicBezTo>
                    <a:pt x="44" y="421"/>
                    <a:pt x="1137" y="213"/>
                    <a:pt x="2267" y="213"/>
                  </a:cubicBezTo>
                  <a:cubicBezTo>
                    <a:pt x="2332" y="213"/>
                    <a:pt x="2397" y="213"/>
                    <a:pt x="2462" y="215"/>
                  </a:cubicBezTo>
                  <a:lnTo>
                    <a:pt x="2471" y="1"/>
                  </a:lnTo>
                  <a:cubicBezTo>
                    <a:pt x="2448" y="1"/>
                    <a:pt x="2425" y="1"/>
                    <a:pt x="240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66"/>
            <p:cNvSpPr/>
            <p:nvPr/>
          </p:nvSpPr>
          <p:spPr>
            <a:xfrm>
              <a:off x="3415800" y="3623225"/>
              <a:ext cx="184675" cy="157700"/>
            </a:xfrm>
            <a:custGeom>
              <a:rect b="b" l="l" r="r" t="t"/>
              <a:pathLst>
                <a:path extrusionOk="0" h="6308" w="7387">
                  <a:moveTo>
                    <a:pt x="7190" y="1"/>
                  </a:moveTo>
                  <a:lnTo>
                    <a:pt x="5058" y="6040"/>
                  </a:lnTo>
                  <a:lnTo>
                    <a:pt x="71" y="4336"/>
                  </a:lnTo>
                  <a:lnTo>
                    <a:pt x="0" y="4533"/>
                  </a:lnTo>
                  <a:lnTo>
                    <a:pt x="5183" y="6308"/>
                  </a:lnTo>
                  <a:lnTo>
                    <a:pt x="7387" y="63"/>
                  </a:lnTo>
                  <a:lnTo>
                    <a:pt x="719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66"/>
            <p:cNvSpPr/>
            <p:nvPr/>
          </p:nvSpPr>
          <p:spPr>
            <a:xfrm>
              <a:off x="2966625" y="3968475"/>
              <a:ext cx="224825" cy="162600"/>
            </a:xfrm>
            <a:custGeom>
              <a:rect b="b" l="l" r="r" t="t"/>
              <a:pathLst>
                <a:path extrusionOk="0" h="6504" w="8993">
                  <a:moveTo>
                    <a:pt x="6147" y="0"/>
                  </a:moveTo>
                  <a:cubicBezTo>
                    <a:pt x="4709" y="1547"/>
                    <a:pt x="2159" y="1764"/>
                    <a:pt x="841" y="1764"/>
                  </a:cubicBezTo>
                  <a:cubicBezTo>
                    <a:pt x="327" y="1764"/>
                    <a:pt x="0" y="1731"/>
                    <a:pt x="0" y="1731"/>
                  </a:cubicBezTo>
                  <a:lnTo>
                    <a:pt x="0" y="1731"/>
                  </a:lnTo>
                  <a:lnTo>
                    <a:pt x="6450" y="6504"/>
                  </a:lnTo>
                  <a:lnTo>
                    <a:pt x="8992" y="3747"/>
                  </a:lnTo>
                  <a:lnTo>
                    <a:pt x="61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66"/>
            <p:cNvSpPr/>
            <p:nvPr/>
          </p:nvSpPr>
          <p:spPr>
            <a:xfrm>
              <a:off x="2960600" y="3965800"/>
              <a:ext cx="233075" cy="167525"/>
            </a:xfrm>
            <a:custGeom>
              <a:rect b="b" l="l" r="r" t="t"/>
              <a:pathLst>
                <a:path extrusionOk="0" h="6701" w="9323">
                  <a:moveTo>
                    <a:pt x="6379" y="214"/>
                  </a:moveTo>
                  <a:lnTo>
                    <a:pt x="9144" y="3845"/>
                  </a:lnTo>
                  <a:lnTo>
                    <a:pt x="6682" y="6513"/>
                  </a:lnTo>
                  <a:lnTo>
                    <a:pt x="473" y="1927"/>
                  </a:lnTo>
                  <a:lnTo>
                    <a:pt x="473" y="1927"/>
                  </a:lnTo>
                  <a:cubicBezTo>
                    <a:pt x="610" y="1934"/>
                    <a:pt x="801" y="1941"/>
                    <a:pt x="1033" y="1941"/>
                  </a:cubicBezTo>
                  <a:cubicBezTo>
                    <a:pt x="2332" y="1941"/>
                    <a:pt x="4911" y="1736"/>
                    <a:pt x="6379" y="214"/>
                  </a:cubicBezTo>
                  <a:close/>
                  <a:moveTo>
                    <a:pt x="6397" y="0"/>
                  </a:moveTo>
                  <a:lnTo>
                    <a:pt x="6334" y="63"/>
                  </a:lnTo>
                  <a:cubicBezTo>
                    <a:pt x="4922" y="1585"/>
                    <a:pt x="2372" y="1800"/>
                    <a:pt x="1067" y="1800"/>
                  </a:cubicBezTo>
                  <a:cubicBezTo>
                    <a:pt x="575" y="1800"/>
                    <a:pt x="260" y="1769"/>
                    <a:pt x="250" y="1767"/>
                  </a:cubicBezTo>
                  <a:lnTo>
                    <a:pt x="0" y="1740"/>
                  </a:lnTo>
                  <a:lnTo>
                    <a:pt x="6700" y="6700"/>
                  </a:lnTo>
                  <a:lnTo>
                    <a:pt x="9323" y="3854"/>
                  </a:lnTo>
                  <a:lnTo>
                    <a:pt x="6397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66"/>
            <p:cNvSpPr/>
            <p:nvPr/>
          </p:nvSpPr>
          <p:spPr>
            <a:xfrm>
              <a:off x="3515700" y="3670075"/>
              <a:ext cx="23000" cy="104850"/>
            </a:xfrm>
            <a:custGeom>
              <a:rect b="b" l="l" r="r" t="t"/>
              <a:pathLst>
                <a:path extrusionOk="0" h="4194" w="920">
                  <a:moveTo>
                    <a:pt x="206" y="0"/>
                  </a:moveTo>
                  <a:lnTo>
                    <a:pt x="1" y="36"/>
                  </a:lnTo>
                  <a:lnTo>
                    <a:pt x="714" y="4193"/>
                  </a:lnTo>
                  <a:lnTo>
                    <a:pt x="920" y="4157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66"/>
            <p:cNvSpPr/>
            <p:nvPr/>
          </p:nvSpPr>
          <p:spPr>
            <a:xfrm>
              <a:off x="3177600" y="3613650"/>
              <a:ext cx="55550" cy="88550"/>
            </a:xfrm>
            <a:custGeom>
              <a:rect b="b" l="l" r="r" t="t"/>
              <a:pathLst>
                <a:path extrusionOk="0" h="3542" w="2222">
                  <a:moveTo>
                    <a:pt x="1330" y="0"/>
                  </a:moveTo>
                  <a:lnTo>
                    <a:pt x="0" y="2578"/>
                  </a:lnTo>
                  <a:cubicBezTo>
                    <a:pt x="0" y="2578"/>
                    <a:pt x="134" y="2980"/>
                    <a:pt x="553" y="3212"/>
                  </a:cubicBezTo>
                  <a:cubicBezTo>
                    <a:pt x="759" y="3328"/>
                    <a:pt x="1419" y="3542"/>
                    <a:pt x="1419" y="3542"/>
                  </a:cubicBezTo>
                  <a:lnTo>
                    <a:pt x="2222" y="598"/>
                  </a:lnTo>
                  <a:lnTo>
                    <a:pt x="1330" y="0"/>
                  </a:ln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66"/>
            <p:cNvSpPr/>
            <p:nvPr/>
          </p:nvSpPr>
          <p:spPr>
            <a:xfrm>
              <a:off x="3177600" y="3606500"/>
              <a:ext cx="12725" cy="19650"/>
            </a:xfrm>
            <a:custGeom>
              <a:rect b="b" l="l" r="r" t="t"/>
              <a:pathLst>
                <a:path extrusionOk="0" h="786" w="509">
                  <a:moveTo>
                    <a:pt x="0" y="1"/>
                  </a:moveTo>
                  <a:lnTo>
                    <a:pt x="0" y="1"/>
                  </a:lnTo>
                  <a:cubicBezTo>
                    <a:pt x="90" y="277"/>
                    <a:pt x="250" y="527"/>
                    <a:pt x="455" y="732"/>
                  </a:cubicBezTo>
                  <a:cubicBezTo>
                    <a:pt x="473" y="750"/>
                    <a:pt x="491" y="768"/>
                    <a:pt x="509" y="786"/>
                  </a:cubicBezTo>
                  <a:cubicBezTo>
                    <a:pt x="339" y="572"/>
                    <a:pt x="206" y="322"/>
                    <a:pt x="143" y="45"/>
                  </a:cubicBezTo>
                  <a:cubicBezTo>
                    <a:pt x="99" y="27"/>
                    <a:pt x="54" y="10"/>
                    <a:pt x="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66"/>
            <p:cNvSpPr/>
            <p:nvPr/>
          </p:nvSpPr>
          <p:spPr>
            <a:xfrm>
              <a:off x="3181175" y="3607625"/>
              <a:ext cx="43725" cy="30350"/>
            </a:xfrm>
            <a:custGeom>
              <a:rect b="b" l="l" r="r" t="t"/>
              <a:pathLst>
                <a:path extrusionOk="0" h="1214" w="1749">
                  <a:moveTo>
                    <a:pt x="0" y="0"/>
                  </a:moveTo>
                  <a:cubicBezTo>
                    <a:pt x="63" y="277"/>
                    <a:pt x="196" y="527"/>
                    <a:pt x="366" y="741"/>
                  </a:cubicBezTo>
                  <a:cubicBezTo>
                    <a:pt x="598" y="955"/>
                    <a:pt x="883" y="1115"/>
                    <a:pt x="1178" y="1214"/>
                  </a:cubicBezTo>
                  <a:cubicBezTo>
                    <a:pt x="1365" y="1008"/>
                    <a:pt x="1561" y="794"/>
                    <a:pt x="1749" y="589"/>
                  </a:cubicBezTo>
                  <a:cubicBezTo>
                    <a:pt x="1142" y="437"/>
                    <a:pt x="553" y="232"/>
                    <a:pt x="0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66"/>
            <p:cNvSpPr/>
            <p:nvPr/>
          </p:nvSpPr>
          <p:spPr>
            <a:xfrm>
              <a:off x="3175375" y="3589550"/>
              <a:ext cx="5825" cy="18100"/>
            </a:xfrm>
            <a:custGeom>
              <a:rect b="b" l="l" r="r" t="t"/>
              <a:pathLst>
                <a:path extrusionOk="0" h="724" w="233">
                  <a:moveTo>
                    <a:pt x="36" y="1"/>
                  </a:moveTo>
                  <a:cubicBezTo>
                    <a:pt x="0" y="233"/>
                    <a:pt x="18" y="465"/>
                    <a:pt x="89" y="679"/>
                  </a:cubicBezTo>
                  <a:cubicBezTo>
                    <a:pt x="143" y="688"/>
                    <a:pt x="188" y="705"/>
                    <a:pt x="232" y="723"/>
                  </a:cubicBezTo>
                  <a:cubicBezTo>
                    <a:pt x="152" y="509"/>
                    <a:pt x="116" y="277"/>
                    <a:pt x="143" y="54"/>
                  </a:cubicBezTo>
                  <a:cubicBezTo>
                    <a:pt x="107" y="27"/>
                    <a:pt x="72" y="1"/>
                    <a:pt x="36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66"/>
            <p:cNvSpPr/>
            <p:nvPr/>
          </p:nvSpPr>
          <p:spPr>
            <a:xfrm>
              <a:off x="3178275" y="3590900"/>
              <a:ext cx="46625" cy="31475"/>
            </a:xfrm>
            <a:custGeom>
              <a:rect b="b" l="l" r="r" t="t"/>
              <a:pathLst>
                <a:path extrusionOk="0" h="1259" w="1865">
                  <a:moveTo>
                    <a:pt x="27" y="0"/>
                  </a:moveTo>
                  <a:lnTo>
                    <a:pt x="27" y="0"/>
                  </a:lnTo>
                  <a:cubicBezTo>
                    <a:pt x="0" y="223"/>
                    <a:pt x="36" y="455"/>
                    <a:pt x="116" y="669"/>
                  </a:cubicBezTo>
                  <a:cubicBezTo>
                    <a:pt x="669" y="901"/>
                    <a:pt x="1258" y="1106"/>
                    <a:pt x="1865" y="1258"/>
                  </a:cubicBezTo>
                  <a:cubicBezTo>
                    <a:pt x="1677" y="1133"/>
                    <a:pt x="1490" y="1008"/>
                    <a:pt x="1303" y="874"/>
                  </a:cubicBezTo>
                  <a:cubicBezTo>
                    <a:pt x="857" y="607"/>
                    <a:pt x="428" y="312"/>
                    <a:pt x="2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66"/>
            <p:cNvSpPr/>
            <p:nvPr/>
          </p:nvSpPr>
          <p:spPr>
            <a:xfrm>
              <a:off x="3176250" y="3586425"/>
              <a:ext cx="4500" cy="4500"/>
            </a:xfrm>
            <a:custGeom>
              <a:rect b="b" l="l" r="r" t="t"/>
              <a:pathLst>
                <a:path extrusionOk="0" h="180" w="180">
                  <a:moveTo>
                    <a:pt x="90" y="1"/>
                  </a:moveTo>
                  <a:cubicBezTo>
                    <a:pt x="37" y="1"/>
                    <a:pt x="10" y="72"/>
                    <a:pt x="1" y="126"/>
                  </a:cubicBezTo>
                  <a:cubicBezTo>
                    <a:pt x="37" y="126"/>
                    <a:pt x="72" y="152"/>
                    <a:pt x="108" y="179"/>
                  </a:cubicBezTo>
                  <a:cubicBezTo>
                    <a:pt x="108" y="126"/>
                    <a:pt x="135" y="54"/>
                    <a:pt x="179" y="54"/>
                  </a:cubicBezTo>
                  <a:cubicBezTo>
                    <a:pt x="161" y="28"/>
                    <a:pt x="126" y="1"/>
                    <a:pt x="9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66"/>
            <p:cNvSpPr/>
            <p:nvPr/>
          </p:nvSpPr>
          <p:spPr>
            <a:xfrm>
              <a:off x="3178925" y="3587775"/>
              <a:ext cx="31925" cy="25000"/>
            </a:xfrm>
            <a:custGeom>
              <a:rect b="b" l="l" r="r" t="t"/>
              <a:pathLst>
                <a:path extrusionOk="0" h="1000" w="1277">
                  <a:moveTo>
                    <a:pt x="72" y="0"/>
                  </a:moveTo>
                  <a:cubicBezTo>
                    <a:pt x="28" y="0"/>
                    <a:pt x="1" y="72"/>
                    <a:pt x="1" y="125"/>
                  </a:cubicBezTo>
                  <a:cubicBezTo>
                    <a:pt x="402" y="437"/>
                    <a:pt x="831" y="732"/>
                    <a:pt x="1277" y="999"/>
                  </a:cubicBezTo>
                  <a:cubicBezTo>
                    <a:pt x="1232" y="964"/>
                    <a:pt x="1178" y="928"/>
                    <a:pt x="1134" y="892"/>
                  </a:cubicBezTo>
                  <a:cubicBezTo>
                    <a:pt x="768" y="616"/>
                    <a:pt x="411" y="321"/>
                    <a:pt x="72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66"/>
            <p:cNvSpPr/>
            <p:nvPr/>
          </p:nvSpPr>
          <p:spPr>
            <a:xfrm>
              <a:off x="3527075" y="3467550"/>
              <a:ext cx="42175" cy="42175"/>
            </a:xfrm>
            <a:custGeom>
              <a:rect b="b" l="l" r="r" t="t"/>
              <a:pathLst>
                <a:path extrusionOk="0" h="1687" w="1687">
                  <a:moveTo>
                    <a:pt x="848" y="1"/>
                  </a:moveTo>
                  <a:cubicBezTo>
                    <a:pt x="375" y="1"/>
                    <a:pt x="1" y="376"/>
                    <a:pt x="1" y="839"/>
                  </a:cubicBezTo>
                  <a:cubicBezTo>
                    <a:pt x="1" y="1312"/>
                    <a:pt x="375" y="1687"/>
                    <a:pt x="848" y="1687"/>
                  </a:cubicBezTo>
                  <a:cubicBezTo>
                    <a:pt x="1312" y="1687"/>
                    <a:pt x="1687" y="1312"/>
                    <a:pt x="1687" y="839"/>
                  </a:cubicBezTo>
                  <a:cubicBezTo>
                    <a:pt x="1687" y="376"/>
                    <a:pt x="1312" y="1"/>
                    <a:pt x="848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66"/>
            <p:cNvSpPr/>
            <p:nvPr/>
          </p:nvSpPr>
          <p:spPr>
            <a:xfrm>
              <a:off x="3520825" y="3494750"/>
              <a:ext cx="123150" cy="114000"/>
            </a:xfrm>
            <a:custGeom>
              <a:rect b="b" l="l" r="r" t="t"/>
              <a:pathLst>
                <a:path extrusionOk="0" h="4560" w="4926">
                  <a:moveTo>
                    <a:pt x="2402" y="1"/>
                  </a:moveTo>
                  <a:cubicBezTo>
                    <a:pt x="1385" y="1"/>
                    <a:pt x="459" y="683"/>
                    <a:pt x="188" y="1714"/>
                  </a:cubicBezTo>
                  <a:cubicBezTo>
                    <a:pt x="1" y="2446"/>
                    <a:pt x="197" y="3195"/>
                    <a:pt x="652" y="3739"/>
                  </a:cubicBezTo>
                  <a:cubicBezTo>
                    <a:pt x="947" y="4096"/>
                    <a:pt x="1348" y="4364"/>
                    <a:pt x="1830" y="4489"/>
                  </a:cubicBezTo>
                  <a:cubicBezTo>
                    <a:pt x="2017" y="4537"/>
                    <a:pt x="2205" y="4560"/>
                    <a:pt x="2391" y="4560"/>
                  </a:cubicBezTo>
                  <a:cubicBezTo>
                    <a:pt x="2684" y="4560"/>
                    <a:pt x="2972" y="4503"/>
                    <a:pt x="3239" y="4399"/>
                  </a:cubicBezTo>
                  <a:cubicBezTo>
                    <a:pt x="3890" y="4141"/>
                    <a:pt x="4417" y="3579"/>
                    <a:pt x="4604" y="2847"/>
                  </a:cubicBezTo>
                  <a:cubicBezTo>
                    <a:pt x="4925" y="1625"/>
                    <a:pt x="4185" y="385"/>
                    <a:pt x="2972" y="73"/>
                  </a:cubicBezTo>
                  <a:cubicBezTo>
                    <a:pt x="2781" y="24"/>
                    <a:pt x="2590" y="1"/>
                    <a:pt x="2402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66"/>
            <p:cNvSpPr/>
            <p:nvPr/>
          </p:nvSpPr>
          <p:spPr>
            <a:xfrm>
              <a:off x="3576150" y="3542050"/>
              <a:ext cx="18525" cy="10050"/>
            </a:xfrm>
            <a:custGeom>
              <a:rect b="b" l="l" r="r" t="t"/>
              <a:pathLst>
                <a:path extrusionOk="0" h="402" w="741">
                  <a:moveTo>
                    <a:pt x="130" y="0"/>
                  </a:moveTo>
                  <a:cubicBezTo>
                    <a:pt x="86" y="0"/>
                    <a:pt x="41" y="31"/>
                    <a:pt x="27" y="72"/>
                  </a:cubicBezTo>
                  <a:cubicBezTo>
                    <a:pt x="0" y="134"/>
                    <a:pt x="36" y="197"/>
                    <a:pt x="90" y="224"/>
                  </a:cubicBezTo>
                  <a:lnTo>
                    <a:pt x="571" y="402"/>
                  </a:lnTo>
                  <a:lnTo>
                    <a:pt x="607" y="402"/>
                  </a:lnTo>
                  <a:cubicBezTo>
                    <a:pt x="660" y="402"/>
                    <a:pt x="696" y="375"/>
                    <a:pt x="714" y="331"/>
                  </a:cubicBezTo>
                  <a:cubicBezTo>
                    <a:pt x="741" y="277"/>
                    <a:pt x="705" y="206"/>
                    <a:pt x="652" y="188"/>
                  </a:cubicBezTo>
                  <a:lnTo>
                    <a:pt x="170" y="9"/>
                  </a:lnTo>
                  <a:cubicBezTo>
                    <a:pt x="157" y="3"/>
                    <a:pt x="144" y="0"/>
                    <a:pt x="13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66"/>
            <p:cNvSpPr/>
            <p:nvPr/>
          </p:nvSpPr>
          <p:spPr>
            <a:xfrm>
              <a:off x="3533775" y="3533575"/>
              <a:ext cx="16750" cy="6050"/>
            </a:xfrm>
            <a:custGeom>
              <a:rect b="b" l="l" r="r" t="t"/>
              <a:pathLst>
                <a:path extrusionOk="0" h="242" w="670">
                  <a:moveTo>
                    <a:pt x="116" y="1"/>
                  </a:moveTo>
                  <a:cubicBezTo>
                    <a:pt x="54" y="1"/>
                    <a:pt x="0" y="54"/>
                    <a:pt x="0" y="116"/>
                  </a:cubicBezTo>
                  <a:cubicBezTo>
                    <a:pt x="0" y="179"/>
                    <a:pt x="45" y="224"/>
                    <a:pt x="107" y="232"/>
                  </a:cubicBezTo>
                  <a:lnTo>
                    <a:pt x="544" y="241"/>
                  </a:lnTo>
                  <a:lnTo>
                    <a:pt x="553" y="241"/>
                  </a:lnTo>
                  <a:cubicBezTo>
                    <a:pt x="607" y="241"/>
                    <a:pt x="660" y="197"/>
                    <a:pt x="660" y="134"/>
                  </a:cubicBezTo>
                  <a:cubicBezTo>
                    <a:pt x="669" y="72"/>
                    <a:pt x="616" y="18"/>
                    <a:pt x="553" y="18"/>
                  </a:cubicBezTo>
                  <a:lnTo>
                    <a:pt x="11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66"/>
            <p:cNvSpPr/>
            <p:nvPr/>
          </p:nvSpPr>
          <p:spPr>
            <a:xfrm>
              <a:off x="3545150" y="3558600"/>
              <a:ext cx="23650" cy="10900"/>
            </a:xfrm>
            <a:custGeom>
              <a:rect b="b" l="l" r="r" t="t"/>
              <a:pathLst>
                <a:path extrusionOk="0" h="436" w="946">
                  <a:moveTo>
                    <a:pt x="125" y="1"/>
                  </a:moveTo>
                  <a:cubicBezTo>
                    <a:pt x="96" y="1"/>
                    <a:pt x="67" y="12"/>
                    <a:pt x="45" y="34"/>
                  </a:cubicBezTo>
                  <a:cubicBezTo>
                    <a:pt x="0" y="79"/>
                    <a:pt x="0" y="150"/>
                    <a:pt x="36" y="195"/>
                  </a:cubicBezTo>
                  <a:cubicBezTo>
                    <a:pt x="232" y="391"/>
                    <a:pt x="455" y="436"/>
                    <a:pt x="616" y="436"/>
                  </a:cubicBezTo>
                  <a:cubicBezTo>
                    <a:pt x="750" y="436"/>
                    <a:pt x="839" y="400"/>
                    <a:pt x="848" y="400"/>
                  </a:cubicBezTo>
                  <a:cubicBezTo>
                    <a:pt x="910" y="382"/>
                    <a:pt x="946" y="320"/>
                    <a:pt x="928" y="257"/>
                  </a:cubicBezTo>
                  <a:cubicBezTo>
                    <a:pt x="913" y="213"/>
                    <a:pt x="868" y="181"/>
                    <a:pt x="818" y="181"/>
                  </a:cubicBezTo>
                  <a:cubicBezTo>
                    <a:pt x="807" y="181"/>
                    <a:pt x="796" y="183"/>
                    <a:pt x="785" y="186"/>
                  </a:cubicBezTo>
                  <a:cubicBezTo>
                    <a:pt x="785" y="186"/>
                    <a:pt x="720" y="205"/>
                    <a:pt x="626" y="205"/>
                  </a:cubicBezTo>
                  <a:cubicBezTo>
                    <a:pt x="506" y="205"/>
                    <a:pt x="340" y="174"/>
                    <a:pt x="205" y="34"/>
                  </a:cubicBezTo>
                  <a:cubicBezTo>
                    <a:pt x="183" y="12"/>
                    <a:pt x="154" y="1"/>
                    <a:pt x="1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66"/>
            <p:cNvSpPr/>
            <p:nvPr/>
          </p:nvSpPr>
          <p:spPr>
            <a:xfrm>
              <a:off x="3623425" y="3548325"/>
              <a:ext cx="28800" cy="26075"/>
            </a:xfrm>
            <a:custGeom>
              <a:rect b="b" l="l" r="r" t="t"/>
              <a:pathLst>
                <a:path extrusionOk="0" h="1043" w="1152">
                  <a:moveTo>
                    <a:pt x="577" y="1"/>
                  </a:moveTo>
                  <a:cubicBezTo>
                    <a:pt x="346" y="1"/>
                    <a:pt x="132" y="158"/>
                    <a:pt x="72" y="392"/>
                  </a:cubicBezTo>
                  <a:cubicBezTo>
                    <a:pt x="1" y="668"/>
                    <a:pt x="170" y="954"/>
                    <a:pt x="447" y="1025"/>
                  </a:cubicBezTo>
                  <a:cubicBezTo>
                    <a:pt x="491" y="1037"/>
                    <a:pt x="535" y="1042"/>
                    <a:pt x="579" y="1042"/>
                  </a:cubicBezTo>
                  <a:cubicBezTo>
                    <a:pt x="809" y="1042"/>
                    <a:pt x="1020" y="890"/>
                    <a:pt x="1080" y="651"/>
                  </a:cubicBezTo>
                  <a:cubicBezTo>
                    <a:pt x="1151" y="374"/>
                    <a:pt x="982" y="89"/>
                    <a:pt x="705" y="17"/>
                  </a:cubicBezTo>
                  <a:cubicBezTo>
                    <a:pt x="663" y="6"/>
                    <a:pt x="619" y="1"/>
                    <a:pt x="577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66"/>
            <p:cNvSpPr/>
            <p:nvPr/>
          </p:nvSpPr>
          <p:spPr>
            <a:xfrm>
              <a:off x="3614050" y="3480950"/>
              <a:ext cx="42175" cy="42175"/>
            </a:xfrm>
            <a:custGeom>
              <a:rect b="b" l="l" r="r" t="t"/>
              <a:pathLst>
                <a:path extrusionOk="0" h="1687" w="1687">
                  <a:moveTo>
                    <a:pt x="848" y="0"/>
                  </a:moveTo>
                  <a:cubicBezTo>
                    <a:pt x="376" y="0"/>
                    <a:pt x="1" y="375"/>
                    <a:pt x="1" y="839"/>
                  </a:cubicBezTo>
                  <a:cubicBezTo>
                    <a:pt x="1" y="1312"/>
                    <a:pt x="376" y="1686"/>
                    <a:pt x="848" y="1686"/>
                  </a:cubicBezTo>
                  <a:cubicBezTo>
                    <a:pt x="1312" y="1686"/>
                    <a:pt x="1687" y="1312"/>
                    <a:pt x="1687" y="839"/>
                  </a:cubicBezTo>
                  <a:cubicBezTo>
                    <a:pt x="1687" y="375"/>
                    <a:pt x="1312" y="0"/>
                    <a:pt x="848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66"/>
            <p:cNvSpPr/>
            <p:nvPr/>
          </p:nvSpPr>
          <p:spPr>
            <a:xfrm>
              <a:off x="3035525" y="3855175"/>
              <a:ext cx="18975" cy="18975"/>
            </a:xfrm>
            <a:custGeom>
              <a:rect b="b" l="l" r="r" t="t"/>
              <a:pathLst>
                <a:path extrusionOk="0" h="759" w="759">
                  <a:moveTo>
                    <a:pt x="384" y="1"/>
                  </a:moveTo>
                  <a:cubicBezTo>
                    <a:pt x="170" y="1"/>
                    <a:pt x="1" y="170"/>
                    <a:pt x="1" y="375"/>
                  </a:cubicBezTo>
                  <a:cubicBezTo>
                    <a:pt x="1" y="589"/>
                    <a:pt x="170" y="759"/>
                    <a:pt x="384" y="759"/>
                  </a:cubicBezTo>
                  <a:cubicBezTo>
                    <a:pt x="589" y="759"/>
                    <a:pt x="759" y="589"/>
                    <a:pt x="759" y="375"/>
                  </a:cubicBezTo>
                  <a:cubicBezTo>
                    <a:pt x="759" y="170"/>
                    <a:pt x="589" y="1"/>
                    <a:pt x="384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66"/>
            <p:cNvSpPr/>
            <p:nvPr/>
          </p:nvSpPr>
          <p:spPr>
            <a:xfrm>
              <a:off x="3364050" y="3372100"/>
              <a:ext cx="9400" cy="9625"/>
            </a:xfrm>
            <a:custGeom>
              <a:rect b="b" l="l" r="r" t="t"/>
              <a:pathLst>
                <a:path extrusionOk="0" h="385" w="376">
                  <a:moveTo>
                    <a:pt x="188" y="1"/>
                  </a:moveTo>
                  <a:cubicBezTo>
                    <a:pt x="81" y="1"/>
                    <a:pt x="0" y="90"/>
                    <a:pt x="0" y="197"/>
                  </a:cubicBezTo>
                  <a:cubicBezTo>
                    <a:pt x="0" y="304"/>
                    <a:pt x="81" y="384"/>
                    <a:pt x="188" y="384"/>
                  </a:cubicBezTo>
                  <a:cubicBezTo>
                    <a:pt x="295" y="384"/>
                    <a:pt x="375" y="304"/>
                    <a:pt x="375" y="197"/>
                  </a:cubicBezTo>
                  <a:cubicBezTo>
                    <a:pt x="375" y="90"/>
                    <a:pt x="295" y="1"/>
                    <a:pt x="188" y="1"/>
                  </a:cubicBezTo>
                  <a:close/>
                </a:path>
              </a:pathLst>
            </a:custGeom>
            <a:solidFill>
              <a:srgbClr val="8585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66"/>
            <p:cNvSpPr/>
            <p:nvPr/>
          </p:nvSpPr>
          <p:spPr>
            <a:xfrm>
              <a:off x="4145525" y="3428075"/>
              <a:ext cx="9625" cy="9625"/>
            </a:xfrm>
            <a:custGeom>
              <a:rect b="b" l="l" r="r" t="t"/>
              <a:pathLst>
                <a:path extrusionOk="0" h="385" w="385">
                  <a:moveTo>
                    <a:pt x="188" y="1"/>
                  </a:moveTo>
                  <a:cubicBezTo>
                    <a:pt x="90" y="1"/>
                    <a:pt x="1" y="81"/>
                    <a:pt x="1" y="188"/>
                  </a:cubicBezTo>
                  <a:cubicBezTo>
                    <a:pt x="1" y="295"/>
                    <a:pt x="90" y="384"/>
                    <a:pt x="188" y="384"/>
                  </a:cubicBezTo>
                  <a:cubicBezTo>
                    <a:pt x="295" y="384"/>
                    <a:pt x="384" y="295"/>
                    <a:pt x="384" y="188"/>
                  </a:cubicBezTo>
                  <a:cubicBezTo>
                    <a:pt x="384" y="81"/>
                    <a:pt x="295" y="1"/>
                    <a:pt x="188" y="1"/>
                  </a:cubicBezTo>
                  <a:close/>
                </a:path>
              </a:pathLst>
            </a:custGeom>
            <a:solidFill>
              <a:srgbClr val="8585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66"/>
            <p:cNvSpPr/>
            <p:nvPr/>
          </p:nvSpPr>
          <p:spPr>
            <a:xfrm>
              <a:off x="3953725" y="3280000"/>
              <a:ext cx="13625" cy="13625"/>
            </a:xfrm>
            <a:custGeom>
              <a:rect b="b" l="l" r="r" t="t"/>
              <a:pathLst>
                <a:path extrusionOk="0" h="545" w="545">
                  <a:moveTo>
                    <a:pt x="277" y="0"/>
                  </a:moveTo>
                  <a:cubicBezTo>
                    <a:pt x="126" y="0"/>
                    <a:pt x="1" y="125"/>
                    <a:pt x="1" y="268"/>
                  </a:cubicBezTo>
                  <a:cubicBezTo>
                    <a:pt x="1" y="420"/>
                    <a:pt x="126" y="545"/>
                    <a:pt x="277" y="545"/>
                  </a:cubicBezTo>
                  <a:cubicBezTo>
                    <a:pt x="429" y="545"/>
                    <a:pt x="545" y="420"/>
                    <a:pt x="545" y="268"/>
                  </a:cubicBezTo>
                  <a:cubicBezTo>
                    <a:pt x="545" y="125"/>
                    <a:pt x="429" y="0"/>
                    <a:pt x="277" y="0"/>
                  </a:cubicBezTo>
                  <a:close/>
                </a:path>
              </a:pathLst>
            </a:custGeom>
            <a:solidFill>
              <a:srgbClr val="FFADE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66"/>
            <p:cNvSpPr/>
            <p:nvPr/>
          </p:nvSpPr>
          <p:spPr>
            <a:xfrm>
              <a:off x="3722000" y="3835325"/>
              <a:ext cx="363550" cy="89450"/>
            </a:xfrm>
            <a:custGeom>
              <a:rect b="b" l="l" r="r" t="t"/>
              <a:pathLst>
                <a:path extrusionOk="0" h="3578" w="14542">
                  <a:moveTo>
                    <a:pt x="1" y="1"/>
                  </a:moveTo>
                  <a:lnTo>
                    <a:pt x="1" y="3578"/>
                  </a:lnTo>
                  <a:lnTo>
                    <a:pt x="12686" y="3578"/>
                  </a:lnTo>
                  <a:cubicBezTo>
                    <a:pt x="13712" y="3578"/>
                    <a:pt x="14542" y="2748"/>
                    <a:pt x="14542" y="1722"/>
                  </a:cubicBezTo>
                  <a:cubicBezTo>
                    <a:pt x="14542" y="768"/>
                    <a:pt x="13775" y="1"/>
                    <a:pt x="12820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66"/>
            <p:cNvSpPr/>
            <p:nvPr/>
          </p:nvSpPr>
          <p:spPr>
            <a:xfrm>
              <a:off x="3712425" y="3752800"/>
              <a:ext cx="363550" cy="81000"/>
            </a:xfrm>
            <a:custGeom>
              <a:rect b="b" l="l" r="r" t="t"/>
              <a:pathLst>
                <a:path extrusionOk="0" h="3240" w="14542">
                  <a:moveTo>
                    <a:pt x="1677" y="1"/>
                  </a:moveTo>
                  <a:cubicBezTo>
                    <a:pt x="749" y="1"/>
                    <a:pt x="0" y="750"/>
                    <a:pt x="0" y="1678"/>
                  </a:cubicBezTo>
                  <a:cubicBezTo>
                    <a:pt x="0" y="2543"/>
                    <a:pt x="696" y="3239"/>
                    <a:pt x="1561" y="3239"/>
                  </a:cubicBezTo>
                  <a:lnTo>
                    <a:pt x="14541" y="3239"/>
                  </a:lnTo>
                  <a:lnTo>
                    <a:pt x="145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66"/>
            <p:cNvSpPr/>
            <p:nvPr/>
          </p:nvSpPr>
          <p:spPr>
            <a:xfrm>
              <a:off x="3710850" y="3751250"/>
              <a:ext cx="366450" cy="84100"/>
            </a:xfrm>
            <a:custGeom>
              <a:rect b="b" l="l" r="r" t="t"/>
              <a:pathLst>
                <a:path extrusionOk="0" h="3364" w="14658">
                  <a:moveTo>
                    <a:pt x="14542" y="116"/>
                  </a:moveTo>
                  <a:lnTo>
                    <a:pt x="14542" y="3248"/>
                  </a:lnTo>
                  <a:lnTo>
                    <a:pt x="1624" y="3248"/>
                  </a:lnTo>
                  <a:cubicBezTo>
                    <a:pt x="795" y="3248"/>
                    <a:pt x="117" y="2570"/>
                    <a:pt x="117" y="1740"/>
                  </a:cubicBezTo>
                  <a:cubicBezTo>
                    <a:pt x="117" y="848"/>
                    <a:pt x="848" y="116"/>
                    <a:pt x="1740" y="116"/>
                  </a:cubicBezTo>
                  <a:close/>
                  <a:moveTo>
                    <a:pt x="1740" y="0"/>
                  </a:moveTo>
                  <a:cubicBezTo>
                    <a:pt x="786" y="0"/>
                    <a:pt x="1" y="785"/>
                    <a:pt x="1" y="1740"/>
                  </a:cubicBezTo>
                  <a:cubicBezTo>
                    <a:pt x="1" y="2632"/>
                    <a:pt x="732" y="3364"/>
                    <a:pt x="1624" y="3364"/>
                  </a:cubicBezTo>
                  <a:lnTo>
                    <a:pt x="14658" y="3364"/>
                  </a:lnTo>
                  <a:lnTo>
                    <a:pt x="14658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66"/>
            <p:cNvSpPr/>
            <p:nvPr/>
          </p:nvSpPr>
          <p:spPr>
            <a:xfrm>
              <a:off x="3735375" y="3767750"/>
              <a:ext cx="342825" cy="49750"/>
            </a:xfrm>
            <a:custGeom>
              <a:rect b="b" l="l" r="r" t="t"/>
              <a:pathLst>
                <a:path extrusionOk="0" h="1990" w="13713">
                  <a:moveTo>
                    <a:pt x="1027" y="1"/>
                  </a:moveTo>
                  <a:cubicBezTo>
                    <a:pt x="456" y="1"/>
                    <a:pt x="1" y="464"/>
                    <a:pt x="1" y="1035"/>
                  </a:cubicBezTo>
                  <a:cubicBezTo>
                    <a:pt x="1" y="1562"/>
                    <a:pt x="429" y="1990"/>
                    <a:pt x="955" y="1990"/>
                  </a:cubicBezTo>
                  <a:lnTo>
                    <a:pt x="13713" y="1990"/>
                  </a:lnTo>
                  <a:lnTo>
                    <a:pt x="13713" y="1"/>
                  </a:ln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66"/>
            <p:cNvSpPr/>
            <p:nvPr/>
          </p:nvSpPr>
          <p:spPr>
            <a:xfrm>
              <a:off x="3722000" y="3855175"/>
              <a:ext cx="342825" cy="49750"/>
            </a:xfrm>
            <a:custGeom>
              <a:rect b="b" l="l" r="r" t="t"/>
              <a:pathLst>
                <a:path extrusionOk="0" h="1990" w="13713">
                  <a:moveTo>
                    <a:pt x="1" y="1"/>
                  </a:moveTo>
                  <a:lnTo>
                    <a:pt x="1" y="1990"/>
                  </a:lnTo>
                  <a:lnTo>
                    <a:pt x="12677" y="1990"/>
                  </a:lnTo>
                  <a:cubicBezTo>
                    <a:pt x="13248" y="1990"/>
                    <a:pt x="13712" y="1526"/>
                    <a:pt x="13712" y="955"/>
                  </a:cubicBezTo>
                  <a:cubicBezTo>
                    <a:pt x="13712" y="429"/>
                    <a:pt x="13284" y="1"/>
                    <a:pt x="12758" y="1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66"/>
            <p:cNvSpPr/>
            <p:nvPr/>
          </p:nvSpPr>
          <p:spPr>
            <a:xfrm>
              <a:off x="3720900" y="3854050"/>
              <a:ext cx="345025" cy="52000"/>
            </a:xfrm>
            <a:custGeom>
              <a:rect b="b" l="l" r="r" t="t"/>
              <a:pathLst>
                <a:path extrusionOk="0" h="2080" w="13801">
                  <a:moveTo>
                    <a:pt x="12802" y="81"/>
                  </a:moveTo>
                  <a:cubicBezTo>
                    <a:pt x="13301" y="81"/>
                    <a:pt x="13712" y="501"/>
                    <a:pt x="13712" y="1000"/>
                  </a:cubicBezTo>
                  <a:cubicBezTo>
                    <a:pt x="13712" y="1544"/>
                    <a:pt x="13275" y="1990"/>
                    <a:pt x="12721" y="1990"/>
                  </a:cubicBezTo>
                  <a:lnTo>
                    <a:pt x="89" y="1990"/>
                  </a:lnTo>
                  <a:lnTo>
                    <a:pt x="89" y="81"/>
                  </a:lnTo>
                  <a:close/>
                  <a:moveTo>
                    <a:pt x="0" y="1"/>
                  </a:moveTo>
                  <a:lnTo>
                    <a:pt x="0" y="2080"/>
                  </a:lnTo>
                  <a:lnTo>
                    <a:pt x="12721" y="2080"/>
                  </a:lnTo>
                  <a:cubicBezTo>
                    <a:pt x="13319" y="2080"/>
                    <a:pt x="13801" y="1598"/>
                    <a:pt x="13801" y="1000"/>
                  </a:cubicBezTo>
                  <a:cubicBezTo>
                    <a:pt x="13801" y="447"/>
                    <a:pt x="13355" y="1"/>
                    <a:pt x="12802" y="1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66"/>
            <p:cNvSpPr/>
            <p:nvPr/>
          </p:nvSpPr>
          <p:spPr>
            <a:xfrm>
              <a:off x="4059225" y="3632600"/>
              <a:ext cx="138075" cy="295750"/>
            </a:xfrm>
            <a:custGeom>
              <a:rect b="b" l="l" r="r" t="t"/>
              <a:pathLst>
                <a:path extrusionOk="0" h="11830" w="5523">
                  <a:moveTo>
                    <a:pt x="3256" y="0"/>
                  </a:moveTo>
                  <a:lnTo>
                    <a:pt x="0" y="661"/>
                  </a:lnTo>
                  <a:lnTo>
                    <a:pt x="2266" y="11830"/>
                  </a:lnTo>
                  <a:lnTo>
                    <a:pt x="5522" y="11170"/>
                  </a:lnTo>
                  <a:lnTo>
                    <a:pt x="3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66"/>
            <p:cNvSpPr/>
            <p:nvPr/>
          </p:nvSpPr>
          <p:spPr>
            <a:xfrm>
              <a:off x="4057650" y="3630825"/>
              <a:ext cx="141425" cy="299100"/>
            </a:xfrm>
            <a:custGeom>
              <a:rect b="b" l="l" r="r" t="t"/>
              <a:pathLst>
                <a:path extrusionOk="0" h="11964" w="5657">
                  <a:moveTo>
                    <a:pt x="3275" y="143"/>
                  </a:moveTo>
                  <a:lnTo>
                    <a:pt x="5514" y="11196"/>
                  </a:lnTo>
                  <a:lnTo>
                    <a:pt x="2374" y="11829"/>
                  </a:lnTo>
                  <a:lnTo>
                    <a:pt x="135" y="776"/>
                  </a:lnTo>
                  <a:lnTo>
                    <a:pt x="3275" y="143"/>
                  </a:lnTo>
                  <a:close/>
                  <a:moveTo>
                    <a:pt x="3373" y="0"/>
                  </a:moveTo>
                  <a:lnTo>
                    <a:pt x="1" y="687"/>
                  </a:lnTo>
                  <a:lnTo>
                    <a:pt x="2267" y="11910"/>
                  </a:lnTo>
                  <a:lnTo>
                    <a:pt x="2285" y="11963"/>
                  </a:lnTo>
                  <a:lnTo>
                    <a:pt x="5657" y="11285"/>
                  </a:lnTo>
                  <a:lnTo>
                    <a:pt x="3382" y="63"/>
                  </a:lnTo>
                  <a:lnTo>
                    <a:pt x="3373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66"/>
            <p:cNvSpPr/>
            <p:nvPr/>
          </p:nvSpPr>
          <p:spPr>
            <a:xfrm>
              <a:off x="4078400" y="3689475"/>
              <a:ext cx="65150" cy="31900"/>
            </a:xfrm>
            <a:custGeom>
              <a:rect b="b" l="l" r="r" t="t"/>
              <a:pathLst>
                <a:path extrusionOk="0" h="1276" w="2606">
                  <a:moveTo>
                    <a:pt x="2445" y="0"/>
                  </a:moveTo>
                  <a:lnTo>
                    <a:pt x="0" y="500"/>
                  </a:lnTo>
                  <a:lnTo>
                    <a:pt x="161" y="1276"/>
                  </a:lnTo>
                  <a:lnTo>
                    <a:pt x="2605" y="785"/>
                  </a:lnTo>
                  <a:lnTo>
                    <a:pt x="2445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66"/>
            <p:cNvSpPr/>
            <p:nvPr/>
          </p:nvSpPr>
          <p:spPr>
            <a:xfrm>
              <a:off x="3532875" y="3493175"/>
              <a:ext cx="106400" cy="54700"/>
            </a:xfrm>
            <a:custGeom>
              <a:rect b="b" l="l" r="r" t="t"/>
              <a:pathLst>
                <a:path extrusionOk="0" h="2188" w="4256">
                  <a:moveTo>
                    <a:pt x="1973" y="1"/>
                  </a:moveTo>
                  <a:cubicBezTo>
                    <a:pt x="1166" y="1"/>
                    <a:pt x="413" y="431"/>
                    <a:pt x="1" y="1126"/>
                  </a:cubicBezTo>
                  <a:lnTo>
                    <a:pt x="1606" y="350"/>
                  </a:lnTo>
                  <a:cubicBezTo>
                    <a:pt x="1740" y="1385"/>
                    <a:pt x="2632" y="2187"/>
                    <a:pt x="3712" y="2187"/>
                  </a:cubicBezTo>
                  <a:cubicBezTo>
                    <a:pt x="3899" y="2187"/>
                    <a:pt x="4078" y="2161"/>
                    <a:pt x="4256" y="2116"/>
                  </a:cubicBezTo>
                  <a:cubicBezTo>
                    <a:pt x="4185" y="1170"/>
                    <a:pt x="3516" y="323"/>
                    <a:pt x="2543" y="73"/>
                  </a:cubicBezTo>
                  <a:cubicBezTo>
                    <a:pt x="2353" y="24"/>
                    <a:pt x="2161" y="1"/>
                    <a:pt x="1973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9" name="Google Shape;1089;p66"/>
          <p:cNvGrpSpPr/>
          <p:nvPr/>
        </p:nvGrpSpPr>
        <p:grpSpPr>
          <a:xfrm>
            <a:off x="6995645" y="123213"/>
            <a:ext cx="2016161" cy="268074"/>
            <a:chOff x="13926838" y="280450"/>
            <a:chExt cx="4032322" cy="536147"/>
          </a:xfrm>
        </p:grpSpPr>
        <p:grpSp>
          <p:nvGrpSpPr>
            <p:cNvPr id="1090" name="Google Shape;1090;p66"/>
            <p:cNvGrpSpPr/>
            <p:nvPr/>
          </p:nvGrpSpPr>
          <p:grpSpPr>
            <a:xfrm>
              <a:off x="13926838" y="458525"/>
              <a:ext cx="2251983" cy="179993"/>
              <a:chOff x="4935498" y="1642212"/>
              <a:chExt cx="2734980" cy="217042"/>
            </a:xfrm>
          </p:grpSpPr>
          <p:sp>
            <p:nvSpPr>
              <p:cNvPr id="1091" name="Google Shape;1091;p66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092" name="Google Shape;1092;p66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093" name="Google Shape;1093;p66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094" name="Google Shape;1094;p66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095" name="Google Shape;1095;p66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096" name="Google Shape;1096;p66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097" name="Google Shape;1097;p66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098" name="Google Shape;1098;p66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099" name="Google Shape;1099;p66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00" name="Google Shape;1100;p66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01" name="Google Shape;1101;p66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02" name="Google Shape;1102;p66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103" name="Google Shape;1103;p66"/>
            <p:cNvSpPr/>
            <p:nvPr/>
          </p:nvSpPr>
          <p:spPr>
            <a:xfrm>
              <a:off x="16407600" y="280450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104" name="Google Shape;1104;p66"/>
          <p:cNvGrpSpPr/>
          <p:nvPr/>
        </p:nvGrpSpPr>
        <p:grpSpPr>
          <a:xfrm>
            <a:off x="5264130" y="1799942"/>
            <a:ext cx="4532918" cy="3559885"/>
            <a:chOff x="10528261" y="3599884"/>
            <a:chExt cx="9065836" cy="7119770"/>
          </a:xfrm>
        </p:grpSpPr>
        <p:sp>
          <p:nvSpPr>
            <p:cNvPr id="1105" name="Google Shape;1105;p66"/>
            <p:cNvSpPr/>
            <p:nvPr/>
          </p:nvSpPr>
          <p:spPr>
            <a:xfrm flipH="1">
              <a:off x="11435622" y="9164271"/>
              <a:ext cx="2025203" cy="1536267"/>
            </a:xfrm>
            <a:custGeom>
              <a:rect b="b" l="l" r="r" t="t"/>
              <a:pathLst>
                <a:path extrusionOk="0" h="7321" w="9651">
                  <a:moveTo>
                    <a:pt x="1" y="0"/>
                  </a:moveTo>
                  <a:lnTo>
                    <a:pt x="1" y="5079"/>
                  </a:lnTo>
                  <a:cubicBezTo>
                    <a:pt x="1" y="6318"/>
                    <a:pt x="1003" y="7321"/>
                    <a:pt x="2239" y="7321"/>
                  </a:cubicBezTo>
                  <a:lnTo>
                    <a:pt x="7412" y="7321"/>
                  </a:lnTo>
                  <a:cubicBezTo>
                    <a:pt x="8648" y="7321"/>
                    <a:pt x="9651" y="6318"/>
                    <a:pt x="9651" y="5079"/>
                  </a:cubicBezTo>
                  <a:lnTo>
                    <a:pt x="9651" y="0"/>
                  </a:lnTo>
                  <a:close/>
                </a:path>
              </a:pathLst>
            </a:custGeom>
            <a:solidFill>
              <a:srgbClr val="CC9E1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66"/>
            <p:cNvSpPr/>
            <p:nvPr/>
          </p:nvSpPr>
          <p:spPr>
            <a:xfrm flipH="1">
              <a:off x="12031598" y="7273789"/>
              <a:ext cx="666665" cy="809389"/>
            </a:xfrm>
            <a:custGeom>
              <a:rect b="b" l="l" r="r" t="t"/>
              <a:pathLst>
                <a:path extrusionOk="0" h="3660" w="2954">
                  <a:moveTo>
                    <a:pt x="1517" y="1"/>
                  </a:moveTo>
                  <a:lnTo>
                    <a:pt x="1616" y="15"/>
                  </a:lnTo>
                  <a:cubicBezTo>
                    <a:pt x="1566" y="10"/>
                    <a:pt x="1517" y="8"/>
                    <a:pt x="1469" y="8"/>
                  </a:cubicBezTo>
                  <a:cubicBezTo>
                    <a:pt x="966" y="8"/>
                    <a:pt x="530" y="281"/>
                    <a:pt x="274" y="730"/>
                  </a:cubicBezTo>
                  <a:cubicBezTo>
                    <a:pt x="66" y="1094"/>
                    <a:pt x="1" y="1524"/>
                    <a:pt x="15" y="1944"/>
                  </a:cubicBezTo>
                  <a:cubicBezTo>
                    <a:pt x="30" y="2323"/>
                    <a:pt x="117" y="2709"/>
                    <a:pt x="329" y="3023"/>
                  </a:cubicBezTo>
                  <a:cubicBezTo>
                    <a:pt x="577" y="3387"/>
                    <a:pt x="992" y="3632"/>
                    <a:pt x="1434" y="3657"/>
                  </a:cubicBezTo>
                  <a:cubicBezTo>
                    <a:pt x="1458" y="3659"/>
                    <a:pt x="1483" y="3659"/>
                    <a:pt x="1507" y="3659"/>
                  </a:cubicBezTo>
                  <a:cubicBezTo>
                    <a:pt x="1921" y="3659"/>
                    <a:pt x="2334" y="3459"/>
                    <a:pt x="2578" y="3129"/>
                  </a:cubicBezTo>
                  <a:cubicBezTo>
                    <a:pt x="2768" y="2873"/>
                    <a:pt x="2855" y="2556"/>
                    <a:pt x="2881" y="2243"/>
                  </a:cubicBezTo>
                  <a:cubicBezTo>
                    <a:pt x="2954" y="1371"/>
                    <a:pt x="2545" y="88"/>
                    <a:pt x="1517" y="1"/>
                  </a:cubicBez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66"/>
            <p:cNvSpPr/>
            <p:nvPr/>
          </p:nvSpPr>
          <p:spPr>
            <a:xfrm flipH="1">
              <a:off x="12529540" y="7607451"/>
              <a:ext cx="649677" cy="628902"/>
            </a:xfrm>
            <a:custGeom>
              <a:rect b="b" l="l" r="r" t="t"/>
              <a:pathLst>
                <a:path extrusionOk="0" h="2997" w="3096">
                  <a:moveTo>
                    <a:pt x="1433" y="0"/>
                  </a:moveTo>
                  <a:lnTo>
                    <a:pt x="0" y="1433"/>
                  </a:lnTo>
                  <a:lnTo>
                    <a:pt x="1265" y="2698"/>
                  </a:lnTo>
                  <a:cubicBezTo>
                    <a:pt x="1462" y="2897"/>
                    <a:pt x="1721" y="2996"/>
                    <a:pt x="1980" y="2996"/>
                  </a:cubicBezTo>
                  <a:cubicBezTo>
                    <a:pt x="2240" y="2996"/>
                    <a:pt x="2499" y="2897"/>
                    <a:pt x="2698" y="2698"/>
                  </a:cubicBezTo>
                  <a:cubicBezTo>
                    <a:pt x="3095" y="2304"/>
                    <a:pt x="3095" y="1659"/>
                    <a:pt x="2698" y="1265"/>
                  </a:cubicBezTo>
                  <a:lnTo>
                    <a:pt x="1433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66"/>
            <p:cNvSpPr/>
            <p:nvPr/>
          </p:nvSpPr>
          <p:spPr>
            <a:xfrm flipH="1">
              <a:off x="11987096" y="7876679"/>
              <a:ext cx="912191" cy="845461"/>
            </a:xfrm>
            <a:custGeom>
              <a:rect b="b" l="l" r="r" t="t"/>
              <a:pathLst>
                <a:path extrusionOk="0" h="4029" w="4347">
                  <a:moveTo>
                    <a:pt x="1" y="0"/>
                  </a:moveTo>
                  <a:lnTo>
                    <a:pt x="1" y="3107"/>
                  </a:lnTo>
                  <a:cubicBezTo>
                    <a:pt x="1" y="3617"/>
                    <a:pt x="412" y="4029"/>
                    <a:pt x="919" y="4029"/>
                  </a:cubicBezTo>
                  <a:lnTo>
                    <a:pt x="3424" y="4029"/>
                  </a:lnTo>
                  <a:cubicBezTo>
                    <a:pt x="3934" y="4029"/>
                    <a:pt x="4346" y="3617"/>
                    <a:pt x="4346" y="3107"/>
                  </a:cubicBezTo>
                  <a:lnTo>
                    <a:pt x="4346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66"/>
            <p:cNvSpPr/>
            <p:nvPr/>
          </p:nvSpPr>
          <p:spPr>
            <a:xfrm flipH="1">
              <a:off x="12140913" y="7346407"/>
              <a:ext cx="531115" cy="492503"/>
            </a:xfrm>
            <a:custGeom>
              <a:rect b="b" l="l" r="r" t="t"/>
              <a:pathLst>
                <a:path extrusionOk="0" h="2347" w="2531">
                  <a:moveTo>
                    <a:pt x="1232" y="0"/>
                  </a:moveTo>
                  <a:cubicBezTo>
                    <a:pt x="710" y="0"/>
                    <a:pt x="234" y="350"/>
                    <a:pt x="99" y="880"/>
                  </a:cubicBezTo>
                  <a:cubicBezTo>
                    <a:pt x="0" y="1259"/>
                    <a:pt x="99" y="1645"/>
                    <a:pt x="332" y="1926"/>
                  </a:cubicBezTo>
                  <a:cubicBezTo>
                    <a:pt x="485" y="2108"/>
                    <a:pt x="693" y="2247"/>
                    <a:pt x="941" y="2309"/>
                  </a:cubicBezTo>
                  <a:cubicBezTo>
                    <a:pt x="1039" y="2335"/>
                    <a:pt x="1137" y="2347"/>
                    <a:pt x="1234" y="2347"/>
                  </a:cubicBezTo>
                  <a:cubicBezTo>
                    <a:pt x="1383" y="2347"/>
                    <a:pt x="1528" y="2318"/>
                    <a:pt x="1663" y="2265"/>
                  </a:cubicBezTo>
                  <a:cubicBezTo>
                    <a:pt x="2002" y="2130"/>
                    <a:pt x="2272" y="1842"/>
                    <a:pt x="2366" y="1467"/>
                  </a:cubicBezTo>
                  <a:cubicBezTo>
                    <a:pt x="2530" y="840"/>
                    <a:pt x="2151" y="202"/>
                    <a:pt x="1524" y="37"/>
                  </a:cubicBezTo>
                  <a:cubicBezTo>
                    <a:pt x="1426" y="12"/>
                    <a:pt x="1328" y="0"/>
                    <a:pt x="1232" y="0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66"/>
            <p:cNvSpPr/>
            <p:nvPr/>
          </p:nvSpPr>
          <p:spPr>
            <a:xfrm flipH="1">
              <a:off x="12068963" y="7291431"/>
              <a:ext cx="378139" cy="348551"/>
            </a:xfrm>
            <a:custGeom>
              <a:rect b="b" l="l" r="r" t="t"/>
              <a:pathLst>
                <a:path extrusionOk="0" h="1661" w="1802">
                  <a:moveTo>
                    <a:pt x="1" y="1"/>
                  </a:moveTo>
                  <a:lnTo>
                    <a:pt x="1" y="1"/>
                  </a:lnTo>
                  <a:cubicBezTo>
                    <a:pt x="40" y="887"/>
                    <a:pt x="863" y="1660"/>
                    <a:pt x="1747" y="1660"/>
                  </a:cubicBezTo>
                  <a:cubicBezTo>
                    <a:pt x="1765" y="1660"/>
                    <a:pt x="1784" y="1660"/>
                    <a:pt x="1802" y="1659"/>
                  </a:cubicBezTo>
                  <a:lnTo>
                    <a:pt x="1135" y="32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66"/>
            <p:cNvSpPr/>
            <p:nvPr/>
          </p:nvSpPr>
          <p:spPr>
            <a:xfrm flipH="1">
              <a:off x="12337832" y="7308970"/>
              <a:ext cx="307848" cy="191847"/>
            </a:xfrm>
            <a:custGeom>
              <a:rect b="b" l="l" r="r" t="t"/>
              <a:pathLst>
                <a:path extrusionOk="0" h="1098" w="1762">
                  <a:moveTo>
                    <a:pt x="1762" y="1"/>
                  </a:moveTo>
                  <a:lnTo>
                    <a:pt x="526" y="223"/>
                  </a:lnTo>
                  <a:lnTo>
                    <a:pt x="1" y="1062"/>
                  </a:lnTo>
                  <a:cubicBezTo>
                    <a:pt x="102" y="1086"/>
                    <a:pt x="205" y="1098"/>
                    <a:pt x="308" y="1098"/>
                  </a:cubicBezTo>
                  <a:cubicBezTo>
                    <a:pt x="955" y="1098"/>
                    <a:pt x="1601" y="636"/>
                    <a:pt x="1762" y="1"/>
                  </a:cubicBez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1112" name="Google Shape;1112;p66"/>
            <p:cNvSpPr/>
            <p:nvPr/>
          </p:nvSpPr>
          <p:spPr>
            <a:xfrm flipH="1">
              <a:off x="12345932" y="7544079"/>
              <a:ext cx="95059" cy="57497"/>
            </a:xfrm>
            <a:custGeom>
              <a:rect b="b" l="l" r="r" t="t"/>
              <a:pathLst>
                <a:path extrusionOk="0" h="274" w="453">
                  <a:moveTo>
                    <a:pt x="103" y="1"/>
                  </a:moveTo>
                  <a:cubicBezTo>
                    <a:pt x="67" y="1"/>
                    <a:pt x="33" y="24"/>
                    <a:pt x="19" y="58"/>
                  </a:cubicBezTo>
                  <a:cubicBezTo>
                    <a:pt x="0" y="105"/>
                    <a:pt x="26" y="160"/>
                    <a:pt x="73" y="178"/>
                  </a:cubicBezTo>
                  <a:lnTo>
                    <a:pt x="317" y="269"/>
                  </a:lnTo>
                  <a:cubicBezTo>
                    <a:pt x="328" y="273"/>
                    <a:pt x="339" y="273"/>
                    <a:pt x="350" y="273"/>
                  </a:cubicBezTo>
                  <a:cubicBezTo>
                    <a:pt x="387" y="273"/>
                    <a:pt x="423" y="251"/>
                    <a:pt x="434" y="215"/>
                  </a:cubicBezTo>
                  <a:cubicBezTo>
                    <a:pt x="452" y="167"/>
                    <a:pt x="431" y="116"/>
                    <a:pt x="383" y="98"/>
                  </a:cubicBezTo>
                  <a:lnTo>
                    <a:pt x="135" y="7"/>
                  </a:lnTo>
                  <a:cubicBezTo>
                    <a:pt x="125" y="3"/>
                    <a:pt x="114" y="1"/>
                    <a:pt x="10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66"/>
            <p:cNvSpPr/>
            <p:nvPr/>
          </p:nvSpPr>
          <p:spPr>
            <a:xfrm flipH="1">
              <a:off x="12537308" y="7507986"/>
              <a:ext cx="86666" cy="39241"/>
            </a:xfrm>
            <a:custGeom>
              <a:rect b="b" l="l" r="r" t="t"/>
              <a:pathLst>
                <a:path extrusionOk="0" h="187" w="413">
                  <a:moveTo>
                    <a:pt x="96" y="0"/>
                  </a:moveTo>
                  <a:cubicBezTo>
                    <a:pt x="45" y="0"/>
                    <a:pt x="5" y="37"/>
                    <a:pt x="5" y="88"/>
                  </a:cubicBezTo>
                  <a:cubicBezTo>
                    <a:pt x="1" y="139"/>
                    <a:pt x="41" y="179"/>
                    <a:pt x="92" y="183"/>
                  </a:cubicBezTo>
                  <a:lnTo>
                    <a:pt x="318" y="186"/>
                  </a:lnTo>
                  <a:cubicBezTo>
                    <a:pt x="369" y="186"/>
                    <a:pt x="409" y="150"/>
                    <a:pt x="409" y="99"/>
                  </a:cubicBezTo>
                  <a:cubicBezTo>
                    <a:pt x="413" y="48"/>
                    <a:pt x="373" y="8"/>
                    <a:pt x="322" y="4"/>
                  </a:cubicBezTo>
                  <a:lnTo>
                    <a:pt x="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66"/>
            <p:cNvSpPr/>
            <p:nvPr/>
          </p:nvSpPr>
          <p:spPr>
            <a:xfrm flipH="1">
              <a:off x="12457568" y="7615215"/>
              <a:ext cx="118142" cy="60435"/>
            </a:xfrm>
            <a:custGeom>
              <a:rect b="b" l="l" r="r" t="t"/>
              <a:pathLst>
                <a:path extrusionOk="0" h="288" w="563">
                  <a:moveTo>
                    <a:pt x="101" y="1"/>
                  </a:moveTo>
                  <a:cubicBezTo>
                    <a:pt x="79" y="1"/>
                    <a:pt x="57" y="9"/>
                    <a:pt x="41" y="25"/>
                  </a:cubicBezTo>
                  <a:cubicBezTo>
                    <a:pt x="4" y="62"/>
                    <a:pt x="1" y="120"/>
                    <a:pt x="37" y="156"/>
                  </a:cubicBezTo>
                  <a:cubicBezTo>
                    <a:pt x="143" y="266"/>
                    <a:pt x="267" y="288"/>
                    <a:pt x="358" y="288"/>
                  </a:cubicBezTo>
                  <a:cubicBezTo>
                    <a:pt x="431" y="288"/>
                    <a:pt x="482" y="273"/>
                    <a:pt x="489" y="273"/>
                  </a:cubicBezTo>
                  <a:cubicBezTo>
                    <a:pt x="537" y="258"/>
                    <a:pt x="562" y="207"/>
                    <a:pt x="548" y="160"/>
                  </a:cubicBezTo>
                  <a:cubicBezTo>
                    <a:pt x="536" y="121"/>
                    <a:pt x="499" y="94"/>
                    <a:pt x="460" y="94"/>
                  </a:cubicBezTo>
                  <a:cubicBezTo>
                    <a:pt x="451" y="94"/>
                    <a:pt x="443" y="96"/>
                    <a:pt x="435" y="98"/>
                  </a:cubicBezTo>
                  <a:cubicBezTo>
                    <a:pt x="431" y="98"/>
                    <a:pt x="401" y="106"/>
                    <a:pt x="359" y="106"/>
                  </a:cubicBezTo>
                  <a:cubicBezTo>
                    <a:pt x="304" y="106"/>
                    <a:pt x="230" y="93"/>
                    <a:pt x="168" y="29"/>
                  </a:cubicBezTo>
                  <a:cubicBezTo>
                    <a:pt x="150" y="10"/>
                    <a:pt x="125" y="1"/>
                    <a:pt x="10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66"/>
            <p:cNvSpPr/>
            <p:nvPr/>
          </p:nvSpPr>
          <p:spPr>
            <a:xfrm flipH="1">
              <a:off x="12123289" y="7585628"/>
              <a:ext cx="124228" cy="112476"/>
            </a:xfrm>
            <a:custGeom>
              <a:rect b="b" l="l" r="r" t="t"/>
              <a:pathLst>
                <a:path extrusionOk="0" h="536" w="592">
                  <a:moveTo>
                    <a:pt x="294" y="1"/>
                  </a:moveTo>
                  <a:cubicBezTo>
                    <a:pt x="176" y="1"/>
                    <a:pt x="68" y="79"/>
                    <a:pt x="37" y="199"/>
                  </a:cubicBezTo>
                  <a:cubicBezTo>
                    <a:pt x="1" y="345"/>
                    <a:pt x="85" y="491"/>
                    <a:pt x="227" y="527"/>
                  </a:cubicBezTo>
                  <a:cubicBezTo>
                    <a:pt x="249" y="533"/>
                    <a:pt x="272" y="535"/>
                    <a:pt x="294" y="535"/>
                  </a:cubicBezTo>
                  <a:cubicBezTo>
                    <a:pt x="415" y="535"/>
                    <a:pt x="524" y="454"/>
                    <a:pt x="555" y="334"/>
                  </a:cubicBezTo>
                  <a:cubicBezTo>
                    <a:pt x="591" y="192"/>
                    <a:pt x="504" y="46"/>
                    <a:pt x="362" y="9"/>
                  </a:cubicBezTo>
                  <a:cubicBezTo>
                    <a:pt x="339" y="4"/>
                    <a:pt x="317" y="1"/>
                    <a:pt x="294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66"/>
            <p:cNvSpPr/>
            <p:nvPr/>
          </p:nvSpPr>
          <p:spPr>
            <a:xfrm flipH="1">
              <a:off x="12155390" y="8295943"/>
              <a:ext cx="876308" cy="713889"/>
            </a:xfrm>
            <a:custGeom>
              <a:rect b="b" l="l" r="r" t="t"/>
              <a:pathLst>
                <a:path extrusionOk="0" h="3402" w="4176">
                  <a:moveTo>
                    <a:pt x="1" y="0"/>
                  </a:moveTo>
                  <a:lnTo>
                    <a:pt x="1" y="3402"/>
                  </a:lnTo>
                  <a:lnTo>
                    <a:pt x="4175" y="3402"/>
                  </a:lnTo>
                  <a:lnTo>
                    <a:pt x="4175" y="0"/>
                  </a:lnTo>
                  <a:close/>
                </a:path>
              </a:pathLst>
            </a:custGeom>
            <a:solidFill>
              <a:srgbClr val="4A48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66"/>
            <p:cNvSpPr/>
            <p:nvPr/>
          </p:nvSpPr>
          <p:spPr>
            <a:xfrm flipH="1">
              <a:off x="10528261" y="8334764"/>
              <a:ext cx="2473639" cy="1469956"/>
            </a:xfrm>
            <a:custGeom>
              <a:rect b="b" l="l" r="r" t="t"/>
              <a:pathLst>
                <a:path extrusionOk="0" h="7005" w="11788">
                  <a:moveTo>
                    <a:pt x="9815" y="1"/>
                  </a:moveTo>
                  <a:cubicBezTo>
                    <a:pt x="9577" y="1"/>
                    <a:pt x="9335" y="50"/>
                    <a:pt x="9104" y="154"/>
                  </a:cubicBezTo>
                  <a:lnTo>
                    <a:pt x="1259" y="3691"/>
                  </a:lnTo>
                  <a:cubicBezTo>
                    <a:pt x="387" y="4084"/>
                    <a:pt x="1" y="5109"/>
                    <a:pt x="395" y="5984"/>
                  </a:cubicBezTo>
                  <a:cubicBezTo>
                    <a:pt x="683" y="6622"/>
                    <a:pt x="1313" y="7005"/>
                    <a:pt x="1973" y="7005"/>
                  </a:cubicBezTo>
                  <a:cubicBezTo>
                    <a:pt x="2210" y="7005"/>
                    <a:pt x="2451" y="6954"/>
                    <a:pt x="2684" y="6848"/>
                  </a:cubicBezTo>
                  <a:lnTo>
                    <a:pt x="10530" y="3312"/>
                  </a:lnTo>
                  <a:cubicBezTo>
                    <a:pt x="11401" y="2918"/>
                    <a:pt x="11788" y="1893"/>
                    <a:pt x="11398" y="1022"/>
                  </a:cubicBezTo>
                  <a:cubicBezTo>
                    <a:pt x="11108" y="381"/>
                    <a:pt x="10476" y="1"/>
                    <a:pt x="9815" y="1"/>
                  </a:cubicBezTo>
                  <a:close/>
                </a:path>
              </a:pathLst>
            </a:custGeom>
            <a:solidFill>
              <a:srgbClr val="00E0C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66"/>
            <p:cNvSpPr/>
            <p:nvPr/>
          </p:nvSpPr>
          <p:spPr>
            <a:xfrm flipH="1">
              <a:off x="12224215" y="9006679"/>
              <a:ext cx="1217514" cy="919746"/>
            </a:xfrm>
            <a:custGeom>
              <a:rect b="b" l="l" r="r" t="t"/>
              <a:pathLst>
                <a:path extrusionOk="0" h="4383" w="5802">
                  <a:moveTo>
                    <a:pt x="4288" y="0"/>
                  </a:moveTo>
                  <a:cubicBezTo>
                    <a:pt x="3605" y="528"/>
                    <a:pt x="2696" y="676"/>
                    <a:pt x="1890" y="676"/>
                  </a:cubicBezTo>
                  <a:cubicBezTo>
                    <a:pt x="861" y="676"/>
                    <a:pt x="1" y="434"/>
                    <a:pt x="1" y="434"/>
                  </a:cubicBezTo>
                  <a:lnTo>
                    <a:pt x="1" y="434"/>
                  </a:lnTo>
                  <a:lnTo>
                    <a:pt x="3810" y="4382"/>
                  </a:lnTo>
                  <a:lnTo>
                    <a:pt x="5801" y="2837"/>
                  </a:lnTo>
                  <a:lnTo>
                    <a:pt x="42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66"/>
            <p:cNvSpPr/>
            <p:nvPr/>
          </p:nvSpPr>
          <p:spPr>
            <a:xfrm flipH="1">
              <a:off x="12202811" y="8987374"/>
              <a:ext cx="1259483" cy="958147"/>
            </a:xfrm>
            <a:custGeom>
              <a:rect b="b" l="l" r="r" t="t"/>
              <a:pathLst>
                <a:path extrusionOk="0" h="4566" w="6002">
                  <a:moveTo>
                    <a:pt x="4357" y="227"/>
                  </a:moveTo>
                  <a:lnTo>
                    <a:pt x="5782" y="2903"/>
                  </a:lnTo>
                  <a:lnTo>
                    <a:pt x="3916" y="4354"/>
                  </a:lnTo>
                  <a:lnTo>
                    <a:pt x="379" y="686"/>
                  </a:lnTo>
                  <a:lnTo>
                    <a:pt x="379" y="686"/>
                  </a:lnTo>
                  <a:cubicBezTo>
                    <a:pt x="664" y="748"/>
                    <a:pt x="1123" y="829"/>
                    <a:pt x="1655" y="851"/>
                  </a:cubicBezTo>
                  <a:cubicBezTo>
                    <a:pt x="1761" y="856"/>
                    <a:pt x="1873" y="859"/>
                    <a:pt x="1989" y="859"/>
                  </a:cubicBezTo>
                  <a:cubicBezTo>
                    <a:pt x="2732" y="859"/>
                    <a:pt x="3647" y="729"/>
                    <a:pt x="4357" y="227"/>
                  </a:cubicBezTo>
                  <a:close/>
                  <a:moveTo>
                    <a:pt x="4393" y="0"/>
                  </a:moveTo>
                  <a:cubicBezTo>
                    <a:pt x="4370" y="0"/>
                    <a:pt x="4350" y="7"/>
                    <a:pt x="4331" y="19"/>
                  </a:cubicBezTo>
                  <a:cubicBezTo>
                    <a:pt x="3670" y="531"/>
                    <a:pt x="2781" y="675"/>
                    <a:pt x="1990" y="675"/>
                  </a:cubicBezTo>
                  <a:cubicBezTo>
                    <a:pt x="984" y="675"/>
                    <a:pt x="138" y="443"/>
                    <a:pt x="124" y="439"/>
                  </a:cubicBezTo>
                  <a:cubicBezTo>
                    <a:pt x="116" y="436"/>
                    <a:pt x="108" y="435"/>
                    <a:pt x="101" y="435"/>
                  </a:cubicBezTo>
                  <a:cubicBezTo>
                    <a:pt x="68" y="435"/>
                    <a:pt x="36" y="453"/>
                    <a:pt x="18" y="482"/>
                  </a:cubicBezTo>
                  <a:cubicBezTo>
                    <a:pt x="0" y="515"/>
                    <a:pt x="4" y="562"/>
                    <a:pt x="33" y="592"/>
                  </a:cubicBezTo>
                  <a:lnTo>
                    <a:pt x="3843" y="4536"/>
                  </a:lnTo>
                  <a:cubicBezTo>
                    <a:pt x="3861" y="4555"/>
                    <a:pt x="3883" y="4565"/>
                    <a:pt x="3908" y="4565"/>
                  </a:cubicBezTo>
                  <a:cubicBezTo>
                    <a:pt x="3927" y="4565"/>
                    <a:pt x="3949" y="4558"/>
                    <a:pt x="3963" y="4547"/>
                  </a:cubicBezTo>
                  <a:lnTo>
                    <a:pt x="5954" y="2998"/>
                  </a:lnTo>
                  <a:cubicBezTo>
                    <a:pt x="5990" y="2972"/>
                    <a:pt x="6001" y="2925"/>
                    <a:pt x="5979" y="2885"/>
                  </a:cubicBezTo>
                  <a:lnTo>
                    <a:pt x="4466" y="48"/>
                  </a:lnTo>
                  <a:cubicBezTo>
                    <a:pt x="4455" y="27"/>
                    <a:pt x="4433" y="8"/>
                    <a:pt x="4408" y="1"/>
                  </a:cubicBezTo>
                  <a:cubicBezTo>
                    <a:pt x="4403" y="0"/>
                    <a:pt x="4398" y="0"/>
                    <a:pt x="439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66"/>
            <p:cNvSpPr/>
            <p:nvPr/>
          </p:nvSpPr>
          <p:spPr>
            <a:xfrm flipH="1">
              <a:off x="11616931" y="8903437"/>
              <a:ext cx="1338174" cy="1012916"/>
            </a:xfrm>
            <a:custGeom>
              <a:rect b="b" l="l" r="r" t="t"/>
              <a:pathLst>
                <a:path extrusionOk="0" h="4827" w="6377">
                  <a:moveTo>
                    <a:pt x="6377" y="0"/>
                  </a:moveTo>
                  <a:lnTo>
                    <a:pt x="6377" y="0"/>
                  </a:lnTo>
                  <a:cubicBezTo>
                    <a:pt x="6377" y="0"/>
                    <a:pt x="4807" y="642"/>
                    <a:pt x="3200" y="642"/>
                  </a:cubicBezTo>
                  <a:cubicBezTo>
                    <a:pt x="2755" y="642"/>
                    <a:pt x="2307" y="592"/>
                    <a:pt x="1889" y="467"/>
                  </a:cubicBezTo>
                  <a:lnTo>
                    <a:pt x="0" y="3110"/>
                  </a:lnTo>
                  <a:lnTo>
                    <a:pt x="2924" y="4827"/>
                  </a:lnTo>
                  <a:lnTo>
                    <a:pt x="3486" y="4043"/>
                  </a:lnTo>
                  <a:lnTo>
                    <a:pt x="2771" y="3533"/>
                  </a:lnTo>
                  <a:lnTo>
                    <a:pt x="2771" y="3533"/>
                  </a:lnTo>
                  <a:cubicBezTo>
                    <a:pt x="2812" y="3536"/>
                    <a:pt x="2853" y="3537"/>
                    <a:pt x="2894" y="3537"/>
                  </a:cubicBezTo>
                  <a:cubicBezTo>
                    <a:pt x="3583" y="3537"/>
                    <a:pt x="4146" y="3121"/>
                    <a:pt x="4146" y="3121"/>
                  </a:cubicBezTo>
                  <a:lnTo>
                    <a:pt x="63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66"/>
            <p:cNvSpPr/>
            <p:nvPr/>
          </p:nvSpPr>
          <p:spPr>
            <a:xfrm flipH="1">
              <a:off x="11596156" y="8884341"/>
              <a:ext cx="1378884" cy="1051318"/>
            </a:xfrm>
            <a:custGeom>
              <a:rect b="b" l="l" r="r" t="t"/>
              <a:pathLst>
                <a:path extrusionOk="0" h="5010" w="6571">
                  <a:moveTo>
                    <a:pt x="6224" y="281"/>
                  </a:moveTo>
                  <a:lnTo>
                    <a:pt x="4175" y="3146"/>
                  </a:lnTo>
                  <a:cubicBezTo>
                    <a:pt x="4093" y="3204"/>
                    <a:pt x="3588" y="3537"/>
                    <a:pt x="2989" y="3537"/>
                  </a:cubicBezTo>
                  <a:cubicBezTo>
                    <a:pt x="2951" y="3537"/>
                    <a:pt x="2912" y="3535"/>
                    <a:pt x="2873" y="3533"/>
                  </a:cubicBezTo>
                  <a:cubicBezTo>
                    <a:pt x="2871" y="3532"/>
                    <a:pt x="2868" y="3532"/>
                    <a:pt x="2865" y="3532"/>
                  </a:cubicBezTo>
                  <a:cubicBezTo>
                    <a:pt x="2825" y="3532"/>
                    <a:pt x="2792" y="3557"/>
                    <a:pt x="2779" y="3595"/>
                  </a:cubicBezTo>
                  <a:cubicBezTo>
                    <a:pt x="2768" y="3631"/>
                    <a:pt x="2779" y="3675"/>
                    <a:pt x="2811" y="3700"/>
                  </a:cubicBezTo>
                  <a:lnTo>
                    <a:pt x="3453" y="4156"/>
                  </a:lnTo>
                  <a:lnTo>
                    <a:pt x="2994" y="4798"/>
                  </a:lnTo>
                  <a:lnTo>
                    <a:pt x="227" y="3172"/>
                  </a:lnTo>
                  <a:lnTo>
                    <a:pt x="2020" y="663"/>
                  </a:lnTo>
                  <a:cubicBezTo>
                    <a:pt x="2432" y="779"/>
                    <a:pt x="2868" y="823"/>
                    <a:pt x="3295" y="823"/>
                  </a:cubicBezTo>
                  <a:cubicBezTo>
                    <a:pt x="3908" y="823"/>
                    <a:pt x="4501" y="732"/>
                    <a:pt x="4970" y="631"/>
                  </a:cubicBezTo>
                  <a:cubicBezTo>
                    <a:pt x="5502" y="518"/>
                    <a:pt x="5954" y="375"/>
                    <a:pt x="6224" y="281"/>
                  </a:cubicBezTo>
                  <a:close/>
                  <a:moveTo>
                    <a:pt x="6472" y="1"/>
                  </a:moveTo>
                  <a:cubicBezTo>
                    <a:pt x="6461" y="1"/>
                    <a:pt x="6450" y="3"/>
                    <a:pt x="6439" y="7"/>
                  </a:cubicBezTo>
                  <a:cubicBezTo>
                    <a:pt x="6419" y="16"/>
                    <a:pt x="4866" y="641"/>
                    <a:pt x="3294" y="641"/>
                  </a:cubicBezTo>
                  <a:cubicBezTo>
                    <a:pt x="2858" y="641"/>
                    <a:pt x="2420" y="593"/>
                    <a:pt x="2013" y="470"/>
                  </a:cubicBezTo>
                  <a:cubicBezTo>
                    <a:pt x="2004" y="468"/>
                    <a:pt x="1995" y="467"/>
                    <a:pt x="1986" y="467"/>
                  </a:cubicBezTo>
                  <a:cubicBezTo>
                    <a:pt x="1956" y="467"/>
                    <a:pt x="1928" y="480"/>
                    <a:pt x="1911" y="503"/>
                  </a:cubicBezTo>
                  <a:lnTo>
                    <a:pt x="22" y="3146"/>
                  </a:lnTo>
                  <a:cubicBezTo>
                    <a:pt x="8" y="3168"/>
                    <a:pt x="1" y="3194"/>
                    <a:pt x="4" y="3219"/>
                  </a:cubicBezTo>
                  <a:cubicBezTo>
                    <a:pt x="12" y="3245"/>
                    <a:pt x="26" y="3266"/>
                    <a:pt x="48" y="3277"/>
                  </a:cubicBezTo>
                  <a:lnTo>
                    <a:pt x="2972" y="4998"/>
                  </a:lnTo>
                  <a:cubicBezTo>
                    <a:pt x="2986" y="5005"/>
                    <a:pt x="3005" y="5009"/>
                    <a:pt x="3019" y="5009"/>
                  </a:cubicBezTo>
                  <a:cubicBezTo>
                    <a:pt x="3048" y="5009"/>
                    <a:pt x="3078" y="4998"/>
                    <a:pt x="3092" y="4973"/>
                  </a:cubicBezTo>
                  <a:lnTo>
                    <a:pt x="3654" y="4189"/>
                  </a:lnTo>
                  <a:cubicBezTo>
                    <a:pt x="3683" y="4149"/>
                    <a:pt x="3676" y="4090"/>
                    <a:pt x="3632" y="4061"/>
                  </a:cubicBezTo>
                  <a:lnTo>
                    <a:pt x="3147" y="3715"/>
                  </a:lnTo>
                  <a:cubicBezTo>
                    <a:pt x="3781" y="3660"/>
                    <a:pt x="4270" y="3303"/>
                    <a:pt x="4295" y="3288"/>
                  </a:cubicBezTo>
                  <a:cubicBezTo>
                    <a:pt x="4303" y="3281"/>
                    <a:pt x="4310" y="3274"/>
                    <a:pt x="4314" y="3266"/>
                  </a:cubicBezTo>
                  <a:lnTo>
                    <a:pt x="6545" y="146"/>
                  </a:lnTo>
                  <a:cubicBezTo>
                    <a:pt x="6570" y="113"/>
                    <a:pt x="6570" y="69"/>
                    <a:pt x="6545" y="36"/>
                  </a:cubicBezTo>
                  <a:cubicBezTo>
                    <a:pt x="6527" y="13"/>
                    <a:pt x="6499" y="1"/>
                    <a:pt x="64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66"/>
            <p:cNvSpPr/>
            <p:nvPr/>
          </p:nvSpPr>
          <p:spPr>
            <a:xfrm flipH="1">
              <a:off x="11027066" y="7893256"/>
              <a:ext cx="1114061" cy="1265778"/>
            </a:xfrm>
            <a:custGeom>
              <a:rect b="b" l="l" r="r" t="t"/>
              <a:pathLst>
                <a:path extrusionOk="0" h="6032" w="5309">
                  <a:moveTo>
                    <a:pt x="1042" y="0"/>
                  </a:moveTo>
                  <a:cubicBezTo>
                    <a:pt x="757" y="0"/>
                    <a:pt x="477" y="134"/>
                    <a:pt x="299" y="384"/>
                  </a:cubicBezTo>
                  <a:cubicBezTo>
                    <a:pt x="8" y="793"/>
                    <a:pt x="103" y="1362"/>
                    <a:pt x="515" y="1657"/>
                  </a:cubicBezTo>
                  <a:lnTo>
                    <a:pt x="2669" y="3188"/>
                  </a:lnTo>
                  <a:lnTo>
                    <a:pt x="602" y="4322"/>
                  </a:lnTo>
                  <a:cubicBezTo>
                    <a:pt x="161" y="4566"/>
                    <a:pt x="0" y="5120"/>
                    <a:pt x="245" y="5561"/>
                  </a:cubicBezTo>
                  <a:cubicBezTo>
                    <a:pt x="409" y="5864"/>
                    <a:pt x="722" y="6032"/>
                    <a:pt x="1043" y="6032"/>
                  </a:cubicBezTo>
                  <a:cubicBezTo>
                    <a:pt x="1193" y="6032"/>
                    <a:pt x="1342" y="5995"/>
                    <a:pt x="1481" y="5922"/>
                  </a:cubicBezTo>
                  <a:lnTo>
                    <a:pt x="4816" y="4089"/>
                  </a:lnTo>
                  <a:cubicBezTo>
                    <a:pt x="5094" y="3935"/>
                    <a:pt x="5272" y="3655"/>
                    <a:pt x="5290" y="3341"/>
                  </a:cubicBezTo>
                  <a:cubicBezTo>
                    <a:pt x="5309" y="3028"/>
                    <a:pt x="5163" y="2729"/>
                    <a:pt x="4908" y="2546"/>
                  </a:cubicBezTo>
                  <a:lnTo>
                    <a:pt x="1572" y="169"/>
                  </a:lnTo>
                  <a:cubicBezTo>
                    <a:pt x="1411" y="55"/>
                    <a:pt x="1226" y="0"/>
                    <a:pt x="1042" y="0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66"/>
            <p:cNvSpPr/>
            <p:nvPr/>
          </p:nvSpPr>
          <p:spPr>
            <a:xfrm flipH="1">
              <a:off x="11501313" y="7865977"/>
              <a:ext cx="666674" cy="601412"/>
            </a:xfrm>
            <a:custGeom>
              <a:rect b="b" l="l" r="r" t="t"/>
              <a:pathLst>
                <a:path extrusionOk="0" h="2866" w="3177">
                  <a:moveTo>
                    <a:pt x="1145" y="0"/>
                  </a:moveTo>
                  <a:cubicBezTo>
                    <a:pt x="832" y="0"/>
                    <a:pt x="524" y="146"/>
                    <a:pt x="325" y="420"/>
                  </a:cubicBezTo>
                  <a:cubicBezTo>
                    <a:pt x="1" y="872"/>
                    <a:pt x="103" y="1502"/>
                    <a:pt x="555" y="1827"/>
                  </a:cubicBezTo>
                  <a:lnTo>
                    <a:pt x="1999" y="2866"/>
                  </a:lnTo>
                  <a:lnTo>
                    <a:pt x="3176" y="1229"/>
                  </a:lnTo>
                  <a:lnTo>
                    <a:pt x="1733" y="190"/>
                  </a:lnTo>
                  <a:cubicBezTo>
                    <a:pt x="1554" y="62"/>
                    <a:pt x="1349" y="0"/>
                    <a:pt x="1145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66"/>
            <p:cNvSpPr/>
            <p:nvPr/>
          </p:nvSpPr>
          <p:spPr>
            <a:xfrm flipH="1">
              <a:off x="11834122" y="8776902"/>
              <a:ext cx="708223" cy="613793"/>
            </a:xfrm>
            <a:custGeom>
              <a:rect b="b" l="l" r="r" t="t"/>
              <a:pathLst>
                <a:path extrusionOk="0" h="2925" w="3375">
                  <a:moveTo>
                    <a:pt x="2896" y="1"/>
                  </a:moveTo>
                  <a:cubicBezTo>
                    <a:pt x="2141" y="1"/>
                    <a:pt x="813" y="636"/>
                    <a:pt x="451" y="1088"/>
                  </a:cubicBezTo>
                  <a:cubicBezTo>
                    <a:pt x="107" y="1515"/>
                    <a:pt x="0" y="2700"/>
                    <a:pt x="289" y="2700"/>
                  </a:cubicBezTo>
                  <a:cubicBezTo>
                    <a:pt x="313" y="2700"/>
                    <a:pt x="340" y="2692"/>
                    <a:pt x="370" y="2674"/>
                  </a:cubicBezTo>
                  <a:cubicBezTo>
                    <a:pt x="757" y="2448"/>
                    <a:pt x="1661" y="2149"/>
                    <a:pt x="1661" y="2149"/>
                  </a:cubicBezTo>
                  <a:lnTo>
                    <a:pt x="1661" y="2149"/>
                  </a:lnTo>
                  <a:cubicBezTo>
                    <a:pt x="1661" y="2149"/>
                    <a:pt x="921" y="2924"/>
                    <a:pt x="1077" y="2924"/>
                  </a:cubicBezTo>
                  <a:cubicBezTo>
                    <a:pt x="1113" y="2924"/>
                    <a:pt x="1198" y="2883"/>
                    <a:pt x="1351" y="2780"/>
                  </a:cubicBezTo>
                  <a:cubicBezTo>
                    <a:pt x="2164" y="2233"/>
                    <a:pt x="3374" y="1730"/>
                    <a:pt x="3374" y="1730"/>
                  </a:cubicBezTo>
                  <a:lnTo>
                    <a:pt x="2933" y="1"/>
                  </a:lnTo>
                  <a:cubicBezTo>
                    <a:pt x="2921" y="1"/>
                    <a:pt x="2908" y="1"/>
                    <a:pt x="2896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66"/>
            <p:cNvSpPr/>
            <p:nvPr/>
          </p:nvSpPr>
          <p:spPr>
            <a:xfrm flipH="1">
              <a:off x="12234295" y="9090826"/>
              <a:ext cx="293152" cy="188440"/>
            </a:xfrm>
            <a:custGeom>
              <a:rect b="b" l="l" r="r" t="t"/>
              <a:pathLst>
                <a:path extrusionOk="0" h="898" w="1397">
                  <a:moveTo>
                    <a:pt x="1342" y="0"/>
                  </a:moveTo>
                  <a:cubicBezTo>
                    <a:pt x="813" y="164"/>
                    <a:pt x="33" y="726"/>
                    <a:pt x="0" y="748"/>
                  </a:cubicBezTo>
                  <a:lnTo>
                    <a:pt x="106" y="897"/>
                  </a:lnTo>
                  <a:cubicBezTo>
                    <a:pt x="113" y="890"/>
                    <a:pt x="897" y="328"/>
                    <a:pt x="1397" y="172"/>
                  </a:cubicBezTo>
                  <a:lnTo>
                    <a:pt x="134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66"/>
            <p:cNvSpPr/>
            <p:nvPr/>
          </p:nvSpPr>
          <p:spPr>
            <a:xfrm flipH="1">
              <a:off x="12223592" y="8970586"/>
              <a:ext cx="306162" cy="219077"/>
            </a:xfrm>
            <a:custGeom>
              <a:rect b="b" l="l" r="r" t="t"/>
              <a:pathLst>
                <a:path extrusionOk="0" h="1044" w="1459">
                  <a:moveTo>
                    <a:pt x="1404" y="1"/>
                  </a:moveTo>
                  <a:cubicBezTo>
                    <a:pt x="777" y="190"/>
                    <a:pt x="15" y="879"/>
                    <a:pt x="0" y="974"/>
                  </a:cubicBezTo>
                  <a:lnTo>
                    <a:pt x="99" y="985"/>
                  </a:lnTo>
                  <a:lnTo>
                    <a:pt x="161" y="1044"/>
                  </a:lnTo>
                  <a:cubicBezTo>
                    <a:pt x="168" y="1036"/>
                    <a:pt x="821" y="369"/>
                    <a:pt x="1459" y="176"/>
                  </a:cubicBezTo>
                  <a:lnTo>
                    <a:pt x="140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66"/>
            <p:cNvSpPr/>
            <p:nvPr/>
          </p:nvSpPr>
          <p:spPr>
            <a:xfrm flipH="1">
              <a:off x="12236603" y="8892525"/>
              <a:ext cx="271748" cy="205437"/>
            </a:xfrm>
            <a:custGeom>
              <a:rect b="b" l="l" r="r" t="t"/>
              <a:pathLst>
                <a:path extrusionOk="0" h="979" w="1295">
                  <a:moveTo>
                    <a:pt x="1251" y="1"/>
                  </a:moveTo>
                  <a:cubicBezTo>
                    <a:pt x="566" y="176"/>
                    <a:pt x="26" y="839"/>
                    <a:pt x="0" y="912"/>
                  </a:cubicBezTo>
                  <a:lnTo>
                    <a:pt x="172" y="971"/>
                  </a:lnTo>
                  <a:cubicBezTo>
                    <a:pt x="172" y="971"/>
                    <a:pt x="172" y="972"/>
                    <a:pt x="172" y="972"/>
                  </a:cubicBezTo>
                  <a:lnTo>
                    <a:pt x="172" y="972"/>
                  </a:lnTo>
                  <a:cubicBezTo>
                    <a:pt x="240" y="868"/>
                    <a:pt x="734" y="322"/>
                    <a:pt x="1295" y="176"/>
                  </a:cubicBezTo>
                  <a:lnTo>
                    <a:pt x="1251" y="1"/>
                  </a:lnTo>
                  <a:close/>
                  <a:moveTo>
                    <a:pt x="172" y="972"/>
                  </a:moveTo>
                  <a:cubicBezTo>
                    <a:pt x="170" y="974"/>
                    <a:pt x="169" y="976"/>
                    <a:pt x="168" y="978"/>
                  </a:cubicBezTo>
                  <a:cubicBezTo>
                    <a:pt x="171" y="975"/>
                    <a:pt x="172" y="974"/>
                    <a:pt x="172" y="97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28" name="Google Shape;1128;p66"/>
            <p:cNvGrpSpPr/>
            <p:nvPr/>
          </p:nvGrpSpPr>
          <p:grpSpPr>
            <a:xfrm>
              <a:off x="12173846" y="3599884"/>
              <a:ext cx="7420250" cy="7119770"/>
              <a:chOff x="12173846" y="3599884"/>
              <a:chExt cx="7420250" cy="7119770"/>
            </a:xfrm>
          </p:grpSpPr>
          <p:sp>
            <p:nvSpPr>
              <p:cNvPr id="1129" name="Google Shape;1129;p66"/>
              <p:cNvSpPr/>
              <p:nvPr/>
            </p:nvSpPr>
            <p:spPr>
              <a:xfrm flipH="1">
                <a:off x="17981246" y="6321328"/>
                <a:ext cx="333652" cy="69039"/>
              </a:xfrm>
              <a:custGeom>
                <a:rect b="b" l="l" r="r" t="t"/>
                <a:pathLst>
                  <a:path extrusionOk="0" h="329" w="1590">
                    <a:moveTo>
                      <a:pt x="1312" y="1"/>
                    </a:moveTo>
                    <a:cubicBezTo>
                      <a:pt x="749" y="1"/>
                      <a:pt x="34" y="144"/>
                      <a:pt x="0" y="150"/>
                    </a:cubicBezTo>
                    <a:lnTo>
                      <a:pt x="37" y="329"/>
                    </a:lnTo>
                    <a:cubicBezTo>
                      <a:pt x="46" y="326"/>
                      <a:pt x="768" y="181"/>
                      <a:pt x="1314" y="181"/>
                    </a:cubicBezTo>
                    <a:cubicBezTo>
                      <a:pt x="1405" y="181"/>
                      <a:pt x="1491" y="185"/>
                      <a:pt x="1568" y="194"/>
                    </a:cubicBezTo>
                    <a:lnTo>
                      <a:pt x="1590" y="15"/>
                    </a:lnTo>
                    <a:cubicBezTo>
                      <a:pt x="1505" y="5"/>
                      <a:pt x="1411" y="1"/>
                      <a:pt x="131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0" name="Google Shape;1130;p66"/>
              <p:cNvSpPr/>
              <p:nvPr/>
            </p:nvSpPr>
            <p:spPr>
              <a:xfrm flipH="1">
                <a:off x="17919132" y="6212630"/>
                <a:ext cx="365968" cy="97577"/>
              </a:xfrm>
              <a:custGeom>
                <a:rect b="b" l="l" r="r" t="t"/>
                <a:pathLst>
                  <a:path extrusionOk="0" h="465" w="1744">
                    <a:moveTo>
                      <a:pt x="1492" y="1"/>
                    </a:moveTo>
                    <a:cubicBezTo>
                      <a:pt x="843" y="1"/>
                      <a:pt x="49" y="259"/>
                      <a:pt x="0" y="333"/>
                    </a:cubicBezTo>
                    <a:lnTo>
                      <a:pt x="84" y="388"/>
                    </a:lnTo>
                    <a:lnTo>
                      <a:pt x="121" y="464"/>
                    </a:lnTo>
                    <a:cubicBezTo>
                      <a:pt x="205" y="425"/>
                      <a:pt x="900" y="181"/>
                      <a:pt x="1493" y="181"/>
                    </a:cubicBezTo>
                    <a:cubicBezTo>
                      <a:pt x="1570" y="181"/>
                      <a:pt x="1646" y="185"/>
                      <a:pt x="1718" y="194"/>
                    </a:cubicBezTo>
                    <a:lnTo>
                      <a:pt x="1743" y="16"/>
                    </a:lnTo>
                    <a:cubicBezTo>
                      <a:pt x="1663" y="5"/>
                      <a:pt x="1579" y="1"/>
                      <a:pt x="149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1" name="Google Shape;1131;p66"/>
              <p:cNvSpPr/>
              <p:nvPr/>
            </p:nvSpPr>
            <p:spPr>
              <a:xfrm flipH="1">
                <a:off x="17897099" y="6132050"/>
                <a:ext cx="329035" cy="101564"/>
              </a:xfrm>
              <a:custGeom>
                <a:rect b="b" l="l" r="r" t="t"/>
                <a:pathLst>
                  <a:path extrusionOk="0" h="484" w="1568">
                    <a:moveTo>
                      <a:pt x="1274" y="0"/>
                    </a:moveTo>
                    <a:cubicBezTo>
                      <a:pt x="646" y="0"/>
                      <a:pt x="48" y="302"/>
                      <a:pt x="0" y="352"/>
                    </a:cubicBezTo>
                    <a:lnTo>
                      <a:pt x="135" y="476"/>
                    </a:lnTo>
                    <a:cubicBezTo>
                      <a:pt x="131" y="480"/>
                      <a:pt x="131" y="480"/>
                      <a:pt x="128" y="483"/>
                    </a:cubicBezTo>
                    <a:cubicBezTo>
                      <a:pt x="169" y="452"/>
                      <a:pt x="717" y="182"/>
                      <a:pt x="1280" y="182"/>
                    </a:cubicBezTo>
                    <a:cubicBezTo>
                      <a:pt x="1367" y="182"/>
                      <a:pt x="1453" y="188"/>
                      <a:pt x="1539" y="203"/>
                    </a:cubicBezTo>
                    <a:lnTo>
                      <a:pt x="1568" y="24"/>
                    </a:lnTo>
                    <a:cubicBezTo>
                      <a:pt x="1471" y="7"/>
                      <a:pt x="1372" y="0"/>
                      <a:pt x="127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2" name="Google Shape;1132;p66"/>
              <p:cNvSpPr/>
              <p:nvPr/>
            </p:nvSpPr>
            <p:spPr>
              <a:xfrm flipH="1">
                <a:off x="14276863" y="6387848"/>
                <a:ext cx="5317233" cy="4331806"/>
              </a:xfrm>
              <a:custGeom>
                <a:rect b="b" l="l" r="r" t="t"/>
                <a:pathLst>
                  <a:path extrusionOk="0" h="20643" w="25339">
                    <a:moveTo>
                      <a:pt x="20800" y="183"/>
                    </a:moveTo>
                    <a:cubicBezTo>
                      <a:pt x="23202" y="183"/>
                      <a:pt x="25156" y="2137"/>
                      <a:pt x="25156" y="4536"/>
                    </a:cubicBezTo>
                    <a:lnTo>
                      <a:pt x="25156" y="20461"/>
                    </a:lnTo>
                    <a:lnTo>
                      <a:pt x="183" y="20461"/>
                    </a:lnTo>
                    <a:lnTo>
                      <a:pt x="183" y="4536"/>
                    </a:lnTo>
                    <a:cubicBezTo>
                      <a:pt x="183" y="2137"/>
                      <a:pt x="2137" y="183"/>
                      <a:pt x="4540" y="183"/>
                    </a:cubicBezTo>
                    <a:close/>
                    <a:moveTo>
                      <a:pt x="4540" y="1"/>
                    </a:moveTo>
                    <a:cubicBezTo>
                      <a:pt x="2035" y="1"/>
                      <a:pt x="1" y="2035"/>
                      <a:pt x="1" y="4536"/>
                    </a:cubicBezTo>
                    <a:lnTo>
                      <a:pt x="1" y="20643"/>
                    </a:lnTo>
                    <a:lnTo>
                      <a:pt x="25339" y="20643"/>
                    </a:lnTo>
                    <a:lnTo>
                      <a:pt x="25339" y="4536"/>
                    </a:lnTo>
                    <a:cubicBezTo>
                      <a:pt x="25339" y="2035"/>
                      <a:pt x="23301" y="1"/>
                      <a:pt x="20800" y="1"/>
                    </a:cubicBezTo>
                    <a:close/>
                  </a:path>
                </a:pathLst>
              </a:custGeom>
              <a:solidFill>
                <a:srgbClr val="CC9E15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3" name="Google Shape;1133;p66"/>
              <p:cNvSpPr/>
              <p:nvPr/>
            </p:nvSpPr>
            <p:spPr>
              <a:xfrm flipH="1">
                <a:off x="13363872" y="6053569"/>
                <a:ext cx="777052" cy="706334"/>
              </a:xfrm>
              <a:custGeom>
                <a:rect b="b" l="l" r="r" t="t"/>
                <a:pathLst>
                  <a:path extrusionOk="0" h="3366" w="3703">
                    <a:moveTo>
                      <a:pt x="3490" y="1"/>
                    </a:moveTo>
                    <a:cubicBezTo>
                      <a:pt x="3463" y="1"/>
                      <a:pt x="3436" y="7"/>
                      <a:pt x="3409" y="19"/>
                    </a:cubicBezTo>
                    <a:lnTo>
                      <a:pt x="117" y="1696"/>
                    </a:lnTo>
                    <a:cubicBezTo>
                      <a:pt x="44" y="1732"/>
                      <a:pt x="0" y="1809"/>
                      <a:pt x="11" y="1886"/>
                    </a:cubicBezTo>
                    <a:cubicBezTo>
                      <a:pt x="62" y="2400"/>
                      <a:pt x="576" y="3366"/>
                      <a:pt x="576" y="3366"/>
                    </a:cubicBezTo>
                    <a:cubicBezTo>
                      <a:pt x="576" y="3366"/>
                      <a:pt x="3373" y="1762"/>
                      <a:pt x="3675" y="227"/>
                    </a:cubicBezTo>
                    <a:cubicBezTo>
                      <a:pt x="3702" y="105"/>
                      <a:pt x="3604" y="1"/>
                      <a:pt x="3490" y="1"/>
                    </a:cubicBezTo>
                    <a:close/>
                  </a:path>
                </a:pathLst>
              </a:custGeom>
              <a:solidFill>
                <a:srgbClr val="FDCF49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4" name="Google Shape;1134;p66"/>
              <p:cNvSpPr/>
              <p:nvPr/>
            </p:nvSpPr>
            <p:spPr>
              <a:xfrm flipH="1">
                <a:off x="13365764" y="6068258"/>
                <a:ext cx="349810" cy="299237"/>
              </a:xfrm>
              <a:custGeom>
                <a:rect b="b" l="l" r="r" t="t"/>
                <a:pathLst>
                  <a:path extrusionOk="0" h="1426" w="1667">
                    <a:moveTo>
                      <a:pt x="1503" y="0"/>
                    </a:moveTo>
                    <a:cubicBezTo>
                      <a:pt x="1120" y="540"/>
                      <a:pt x="602" y="970"/>
                      <a:pt x="1" y="1247"/>
                    </a:cubicBezTo>
                    <a:lnTo>
                      <a:pt x="84" y="1425"/>
                    </a:lnTo>
                    <a:cubicBezTo>
                      <a:pt x="715" y="1137"/>
                      <a:pt x="1262" y="682"/>
                      <a:pt x="1667" y="113"/>
                    </a:cubicBezTo>
                    <a:lnTo>
                      <a:pt x="150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5" name="Google Shape;1135;p66"/>
              <p:cNvSpPr/>
              <p:nvPr/>
            </p:nvSpPr>
            <p:spPr>
              <a:xfrm flipH="1">
                <a:off x="12637393" y="6428348"/>
                <a:ext cx="1449182" cy="1696378"/>
              </a:xfrm>
              <a:custGeom>
                <a:rect b="b" l="l" r="r" t="t"/>
                <a:pathLst>
                  <a:path extrusionOk="0" h="8084" w="6906">
                    <a:moveTo>
                      <a:pt x="1036" y="1"/>
                    </a:moveTo>
                    <a:cubicBezTo>
                      <a:pt x="905" y="1"/>
                      <a:pt x="772" y="29"/>
                      <a:pt x="646" y="89"/>
                    </a:cubicBezTo>
                    <a:cubicBezTo>
                      <a:pt x="194" y="304"/>
                      <a:pt x="0" y="851"/>
                      <a:pt x="215" y="1303"/>
                    </a:cubicBezTo>
                    <a:lnTo>
                      <a:pt x="1652" y="4321"/>
                    </a:lnTo>
                    <a:cubicBezTo>
                      <a:pt x="1699" y="4423"/>
                      <a:pt x="1765" y="4515"/>
                      <a:pt x="1845" y="4591"/>
                    </a:cubicBezTo>
                    <a:lnTo>
                      <a:pt x="5272" y="7832"/>
                    </a:lnTo>
                    <a:cubicBezTo>
                      <a:pt x="5447" y="8000"/>
                      <a:pt x="5673" y="8084"/>
                      <a:pt x="5899" y="8084"/>
                    </a:cubicBezTo>
                    <a:cubicBezTo>
                      <a:pt x="6140" y="8084"/>
                      <a:pt x="6380" y="7989"/>
                      <a:pt x="6559" y="7799"/>
                    </a:cubicBezTo>
                    <a:cubicBezTo>
                      <a:pt x="6905" y="7431"/>
                      <a:pt x="6891" y="6855"/>
                      <a:pt x="6526" y="6509"/>
                    </a:cubicBezTo>
                    <a:lnTo>
                      <a:pt x="3223" y="3384"/>
                    </a:lnTo>
                    <a:lnTo>
                      <a:pt x="1863" y="522"/>
                    </a:lnTo>
                    <a:cubicBezTo>
                      <a:pt x="1705" y="193"/>
                      <a:pt x="1377" y="1"/>
                      <a:pt x="1036" y="1"/>
                    </a:cubicBezTo>
                    <a:close/>
                  </a:path>
                </a:pathLst>
              </a:custGeom>
              <a:solidFill>
                <a:srgbClr val="FDCF49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/>
              </a:p>
            </p:txBody>
          </p:sp>
          <p:sp>
            <p:nvSpPr>
              <p:cNvPr id="1136" name="Google Shape;1136;p66"/>
              <p:cNvSpPr/>
              <p:nvPr/>
            </p:nvSpPr>
            <p:spPr>
              <a:xfrm flipH="1">
                <a:off x="12173846" y="8335184"/>
                <a:ext cx="2211964" cy="1380772"/>
              </a:xfrm>
              <a:custGeom>
                <a:rect b="b" l="l" r="r" t="t"/>
                <a:pathLst>
                  <a:path extrusionOk="0" h="6580" w="10541">
                    <a:moveTo>
                      <a:pt x="1975" y="0"/>
                    </a:moveTo>
                    <a:cubicBezTo>
                      <a:pt x="1326" y="0"/>
                      <a:pt x="704" y="366"/>
                      <a:pt x="409" y="991"/>
                    </a:cubicBezTo>
                    <a:cubicBezTo>
                      <a:pt x="1" y="1855"/>
                      <a:pt x="373" y="2890"/>
                      <a:pt x="1237" y="3299"/>
                    </a:cubicBezTo>
                    <a:lnTo>
                      <a:pt x="7828" y="6412"/>
                    </a:lnTo>
                    <a:cubicBezTo>
                      <a:pt x="8065" y="6525"/>
                      <a:pt x="8317" y="6580"/>
                      <a:pt x="8565" y="6580"/>
                    </a:cubicBezTo>
                    <a:cubicBezTo>
                      <a:pt x="9214" y="6580"/>
                      <a:pt x="9837" y="6212"/>
                      <a:pt x="10132" y="5584"/>
                    </a:cubicBezTo>
                    <a:cubicBezTo>
                      <a:pt x="10541" y="4720"/>
                      <a:pt x="10172" y="3689"/>
                      <a:pt x="9305" y="3280"/>
                    </a:cubicBezTo>
                    <a:lnTo>
                      <a:pt x="2717" y="167"/>
                    </a:lnTo>
                    <a:cubicBezTo>
                      <a:pt x="2477" y="54"/>
                      <a:pt x="2224" y="0"/>
                      <a:pt x="1975" y="0"/>
                    </a:cubicBezTo>
                    <a:close/>
                  </a:path>
                </a:pathLst>
              </a:custGeom>
              <a:solidFill>
                <a:srgbClr val="00E0CA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7" name="Google Shape;1137;p66"/>
              <p:cNvSpPr/>
              <p:nvPr/>
            </p:nvSpPr>
            <p:spPr>
              <a:xfrm flipH="1">
                <a:off x="15819237" y="3599884"/>
                <a:ext cx="772015" cy="717666"/>
              </a:xfrm>
              <a:custGeom>
                <a:rect b="b" l="l" r="r" t="t"/>
                <a:pathLst>
                  <a:path extrusionOk="0" h="3420" w="3679">
                    <a:moveTo>
                      <a:pt x="1838" y="1"/>
                    </a:moveTo>
                    <a:cubicBezTo>
                      <a:pt x="1015" y="1"/>
                      <a:pt x="291" y="595"/>
                      <a:pt x="153" y="1431"/>
                    </a:cubicBezTo>
                    <a:cubicBezTo>
                      <a:pt x="0" y="2361"/>
                      <a:pt x="627" y="3239"/>
                      <a:pt x="1561" y="3396"/>
                    </a:cubicBezTo>
                    <a:cubicBezTo>
                      <a:pt x="1654" y="3412"/>
                      <a:pt x="1747" y="3419"/>
                      <a:pt x="1839" y="3419"/>
                    </a:cubicBezTo>
                    <a:cubicBezTo>
                      <a:pt x="2660" y="3419"/>
                      <a:pt x="3385" y="2825"/>
                      <a:pt x="3526" y="1989"/>
                    </a:cubicBezTo>
                    <a:cubicBezTo>
                      <a:pt x="3679" y="1059"/>
                      <a:pt x="3048" y="177"/>
                      <a:pt x="2118" y="24"/>
                    </a:cubicBezTo>
                    <a:cubicBezTo>
                      <a:pt x="2024" y="8"/>
                      <a:pt x="1931" y="1"/>
                      <a:pt x="1838" y="1"/>
                    </a:cubicBezTo>
                    <a:close/>
                  </a:path>
                </a:pathLst>
              </a:custGeom>
              <a:solidFill>
                <a:srgbClr val="ABB4B7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8" name="Google Shape;1138;p66"/>
              <p:cNvSpPr/>
              <p:nvPr/>
            </p:nvSpPr>
            <p:spPr>
              <a:xfrm flipH="1">
                <a:off x="13910504" y="4421207"/>
                <a:ext cx="1787240" cy="1831517"/>
              </a:xfrm>
              <a:custGeom>
                <a:rect b="b" l="l" r="r" t="t"/>
                <a:pathLst>
                  <a:path extrusionOk="0" h="8728" w="8517">
                    <a:moveTo>
                      <a:pt x="1134" y="1"/>
                    </a:moveTo>
                    <a:cubicBezTo>
                      <a:pt x="925" y="1"/>
                      <a:pt x="715" y="66"/>
                      <a:pt x="536" y="200"/>
                    </a:cubicBezTo>
                    <a:cubicBezTo>
                      <a:pt x="92" y="532"/>
                      <a:pt x="0" y="1159"/>
                      <a:pt x="328" y="1604"/>
                    </a:cubicBezTo>
                    <a:lnTo>
                      <a:pt x="3344" y="5647"/>
                    </a:lnTo>
                    <a:cubicBezTo>
                      <a:pt x="3391" y="5709"/>
                      <a:pt x="3446" y="5767"/>
                      <a:pt x="3508" y="5818"/>
                    </a:cubicBezTo>
                    <a:lnTo>
                      <a:pt x="6752" y="8498"/>
                    </a:lnTo>
                    <a:cubicBezTo>
                      <a:pt x="6938" y="8651"/>
                      <a:pt x="7164" y="8728"/>
                      <a:pt x="7390" y="8728"/>
                    </a:cubicBezTo>
                    <a:cubicBezTo>
                      <a:pt x="7678" y="8728"/>
                      <a:pt x="7966" y="8604"/>
                      <a:pt x="8163" y="8363"/>
                    </a:cubicBezTo>
                    <a:cubicBezTo>
                      <a:pt x="8517" y="7937"/>
                      <a:pt x="8455" y="7306"/>
                      <a:pt x="8028" y="6952"/>
                    </a:cubicBezTo>
                    <a:lnTo>
                      <a:pt x="4878" y="4349"/>
                    </a:lnTo>
                    <a:lnTo>
                      <a:pt x="1936" y="404"/>
                    </a:lnTo>
                    <a:cubicBezTo>
                      <a:pt x="1741" y="140"/>
                      <a:pt x="1439" y="1"/>
                      <a:pt x="1134" y="1"/>
                    </a:cubicBezTo>
                    <a:close/>
                  </a:path>
                </a:pathLst>
              </a:custGeom>
              <a:solidFill>
                <a:srgbClr val="FFDC76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9" name="Google Shape;1139;p66"/>
              <p:cNvSpPr/>
              <p:nvPr/>
            </p:nvSpPr>
            <p:spPr>
              <a:xfrm flipH="1">
                <a:off x="14047315" y="5776788"/>
                <a:ext cx="2705517" cy="2900252"/>
              </a:xfrm>
              <a:custGeom>
                <a:rect b="b" l="l" r="r" t="t"/>
                <a:pathLst>
                  <a:path extrusionOk="0" h="13821" w="12893">
                    <a:moveTo>
                      <a:pt x="6180" y="3733"/>
                    </a:moveTo>
                    <a:lnTo>
                      <a:pt x="8809" y="5140"/>
                    </a:lnTo>
                    <a:lnTo>
                      <a:pt x="6749" y="8885"/>
                    </a:lnTo>
                    <a:cubicBezTo>
                      <a:pt x="6687" y="8990"/>
                      <a:pt x="6640" y="9103"/>
                      <a:pt x="6607" y="9216"/>
                    </a:cubicBezTo>
                    <a:lnTo>
                      <a:pt x="6264" y="4160"/>
                    </a:lnTo>
                    <a:cubicBezTo>
                      <a:pt x="6257" y="4014"/>
                      <a:pt x="6228" y="3872"/>
                      <a:pt x="6180" y="3733"/>
                    </a:cubicBezTo>
                    <a:close/>
                    <a:moveTo>
                      <a:pt x="1838" y="0"/>
                    </a:moveTo>
                    <a:cubicBezTo>
                      <a:pt x="1142" y="0"/>
                      <a:pt x="515" y="427"/>
                      <a:pt x="260" y="1072"/>
                    </a:cubicBezTo>
                    <a:cubicBezTo>
                      <a:pt x="1" y="1721"/>
                      <a:pt x="165" y="2461"/>
                      <a:pt x="672" y="2938"/>
                    </a:cubicBezTo>
                    <a:lnTo>
                      <a:pt x="2917" y="5053"/>
                    </a:lnTo>
                    <a:lnTo>
                      <a:pt x="3402" y="12235"/>
                    </a:lnTo>
                    <a:cubicBezTo>
                      <a:pt x="3461" y="13132"/>
                      <a:pt x="4208" y="13821"/>
                      <a:pt x="5098" y="13821"/>
                    </a:cubicBezTo>
                    <a:cubicBezTo>
                      <a:pt x="5134" y="13821"/>
                      <a:pt x="5174" y="13821"/>
                      <a:pt x="5214" y="13817"/>
                    </a:cubicBezTo>
                    <a:cubicBezTo>
                      <a:pt x="6151" y="13755"/>
                      <a:pt x="6859" y="12942"/>
                      <a:pt x="6797" y="12005"/>
                    </a:cubicBezTo>
                    <a:lnTo>
                      <a:pt x="6687" y="10405"/>
                    </a:lnTo>
                    <a:lnTo>
                      <a:pt x="6687" y="10405"/>
                    </a:lnTo>
                    <a:cubicBezTo>
                      <a:pt x="6833" y="10729"/>
                      <a:pt x="7081" y="11010"/>
                      <a:pt x="7416" y="11196"/>
                    </a:cubicBezTo>
                    <a:cubicBezTo>
                      <a:pt x="7677" y="11339"/>
                      <a:pt x="7958" y="11407"/>
                      <a:pt x="8236" y="11407"/>
                    </a:cubicBezTo>
                    <a:cubicBezTo>
                      <a:pt x="8836" y="11407"/>
                      <a:pt x="9419" y="11089"/>
                      <a:pt x="9728" y="10525"/>
                    </a:cubicBezTo>
                    <a:lnTo>
                      <a:pt x="12622" y="5272"/>
                    </a:lnTo>
                    <a:cubicBezTo>
                      <a:pt x="12841" y="4874"/>
                      <a:pt x="12892" y="4404"/>
                      <a:pt x="12761" y="3967"/>
                    </a:cubicBezTo>
                    <a:cubicBezTo>
                      <a:pt x="12633" y="3529"/>
                      <a:pt x="12334" y="3164"/>
                      <a:pt x="11933" y="2949"/>
                    </a:cubicBezTo>
                    <a:lnTo>
                      <a:pt x="6789" y="201"/>
                    </a:lnTo>
                    <a:cubicBezTo>
                      <a:pt x="6541" y="69"/>
                      <a:pt x="6268" y="0"/>
                      <a:pt x="5987" y="0"/>
                    </a:cubicBezTo>
                    <a:close/>
                  </a:path>
                </a:pathLst>
              </a:custGeom>
              <a:solidFill>
                <a:srgbClr val="B9A7F7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0" name="Google Shape;1140;p66"/>
              <p:cNvSpPr/>
              <p:nvPr/>
            </p:nvSpPr>
            <p:spPr>
              <a:xfrm flipH="1">
                <a:off x="14957832" y="8151992"/>
                <a:ext cx="1063489" cy="747674"/>
              </a:xfrm>
              <a:custGeom>
                <a:rect b="b" l="l" r="r" t="t"/>
                <a:pathLst>
                  <a:path extrusionOk="0" h="3563" w="5068">
                    <a:moveTo>
                      <a:pt x="0" y="1"/>
                    </a:moveTo>
                    <a:lnTo>
                      <a:pt x="0" y="3563"/>
                    </a:lnTo>
                    <a:lnTo>
                      <a:pt x="5068" y="3563"/>
                    </a:lnTo>
                    <a:cubicBezTo>
                      <a:pt x="5068" y="3563"/>
                      <a:pt x="3278" y="2039"/>
                      <a:pt x="324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1" name="Google Shape;1141;p66"/>
              <p:cNvSpPr/>
              <p:nvPr/>
            </p:nvSpPr>
            <p:spPr>
              <a:xfrm flipH="1">
                <a:off x="14898027" y="8129958"/>
                <a:ext cx="1145538" cy="791951"/>
              </a:xfrm>
              <a:custGeom>
                <a:rect b="b" l="l" r="r" t="t"/>
                <a:pathLst>
                  <a:path extrusionOk="0" h="3774" w="5459">
                    <a:moveTo>
                      <a:pt x="3249" y="208"/>
                    </a:moveTo>
                    <a:cubicBezTo>
                      <a:pt x="3318" y="1834"/>
                      <a:pt x="4445" y="3106"/>
                      <a:pt x="4911" y="3562"/>
                    </a:cubicBezTo>
                    <a:lnTo>
                      <a:pt x="212" y="3562"/>
                    </a:lnTo>
                    <a:lnTo>
                      <a:pt x="212" y="208"/>
                    </a:lnTo>
                    <a:close/>
                    <a:moveTo>
                      <a:pt x="0" y="0"/>
                    </a:moveTo>
                    <a:lnTo>
                      <a:pt x="0" y="3774"/>
                    </a:lnTo>
                    <a:lnTo>
                      <a:pt x="5458" y="3774"/>
                    </a:lnTo>
                    <a:lnTo>
                      <a:pt x="5243" y="3588"/>
                    </a:lnTo>
                    <a:cubicBezTo>
                      <a:pt x="5225" y="3573"/>
                      <a:pt x="3486" y="2071"/>
                      <a:pt x="3453" y="102"/>
                    </a:cubicBezTo>
                    <a:lnTo>
                      <a:pt x="3453" y="0"/>
                    </a:lnTo>
                    <a:close/>
                  </a:path>
                </a:pathLst>
              </a:custGeom>
              <a:solidFill>
                <a:srgbClr val="99761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2" name="Google Shape;1142;p66"/>
              <p:cNvSpPr/>
              <p:nvPr/>
            </p:nvSpPr>
            <p:spPr>
              <a:xfrm flipH="1">
                <a:off x="14569835" y="7318289"/>
                <a:ext cx="971787" cy="1190444"/>
              </a:xfrm>
              <a:custGeom>
                <a:rect b="b" l="l" r="r" t="t"/>
                <a:pathLst>
                  <a:path extrusionOk="0" h="5673" w="4631">
                    <a:moveTo>
                      <a:pt x="1976" y="0"/>
                    </a:moveTo>
                    <a:lnTo>
                      <a:pt x="0" y="2742"/>
                    </a:lnTo>
                    <a:lnTo>
                      <a:pt x="4058" y="5673"/>
                    </a:lnTo>
                    <a:cubicBezTo>
                      <a:pt x="4058" y="5673"/>
                      <a:pt x="3522" y="3507"/>
                      <a:pt x="4630" y="1918"/>
                    </a:cubicBezTo>
                    <a:lnTo>
                      <a:pt x="19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3" name="Google Shape;1143;p66"/>
              <p:cNvSpPr/>
              <p:nvPr/>
            </p:nvSpPr>
            <p:spPr>
              <a:xfrm flipH="1">
                <a:off x="14543814" y="7291429"/>
                <a:ext cx="1024667" cy="1263260"/>
              </a:xfrm>
              <a:custGeom>
                <a:rect b="b" l="l" r="r" t="t"/>
                <a:pathLst>
                  <a:path extrusionOk="0" h="6020" w="4883">
                    <a:moveTo>
                      <a:pt x="2122" y="256"/>
                    </a:moveTo>
                    <a:lnTo>
                      <a:pt x="4631" y="2068"/>
                    </a:lnTo>
                    <a:cubicBezTo>
                      <a:pt x="3774" y="3373"/>
                      <a:pt x="3949" y="4991"/>
                      <a:pt x="4051" y="5589"/>
                    </a:cubicBezTo>
                    <a:lnTo>
                      <a:pt x="256" y="2851"/>
                    </a:lnTo>
                    <a:lnTo>
                      <a:pt x="2122" y="256"/>
                    </a:lnTo>
                    <a:close/>
                    <a:moveTo>
                      <a:pt x="2082" y="1"/>
                    </a:moveTo>
                    <a:lnTo>
                      <a:pt x="1" y="2892"/>
                    </a:lnTo>
                    <a:lnTo>
                      <a:pt x="4335" y="6020"/>
                    </a:lnTo>
                    <a:lnTo>
                      <a:pt x="4277" y="5779"/>
                    </a:lnTo>
                    <a:cubicBezTo>
                      <a:pt x="4270" y="5757"/>
                      <a:pt x="3763" y="3635"/>
                      <a:pt x="4831" y="2100"/>
                    </a:cubicBezTo>
                    <a:lnTo>
                      <a:pt x="4882" y="2024"/>
                    </a:lnTo>
                    <a:lnTo>
                      <a:pt x="2082" y="1"/>
                    </a:lnTo>
                    <a:close/>
                  </a:path>
                </a:pathLst>
              </a:custGeom>
              <a:solidFill>
                <a:srgbClr val="99761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4" name="Google Shape;1144;p66"/>
              <p:cNvSpPr/>
              <p:nvPr/>
            </p:nvSpPr>
            <p:spPr>
              <a:xfrm flipH="1">
                <a:off x="15849037" y="3881493"/>
                <a:ext cx="521252" cy="492084"/>
              </a:xfrm>
              <a:custGeom>
                <a:rect b="b" l="l" r="r" t="t"/>
                <a:pathLst>
                  <a:path extrusionOk="0" h="2345" w="2484">
                    <a:moveTo>
                      <a:pt x="1218" y="0"/>
                    </a:moveTo>
                    <a:cubicBezTo>
                      <a:pt x="656" y="0"/>
                      <a:pt x="158" y="406"/>
                      <a:pt x="63" y="982"/>
                    </a:cubicBezTo>
                    <a:cubicBezTo>
                      <a:pt x="1" y="1365"/>
                      <a:pt x="132" y="1737"/>
                      <a:pt x="384" y="1996"/>
                    </a:cubicBezTo>
                    <a:cubicBezTo>
                      <a:pt x="551" y="2167"/>
                      <a:pt x="774" y="2287"/>
                      <a:pt x="1029" y="2328"/>
                    </a:cubicBezTo>
                    <a:cubicBezTo>
                      <a:pt x="1094" y="2339"/>
                      <a:pt x="1159" y="2344"/>
                      <a:pt x="1224" y="2344"/>
                    </a:cubicBezTo>
                    <a:cubicBezTo>
                      <a:pt x="1407" y="2344"/>
                      <a:pt x="1583" y="2300"/>
                      <a:pt x="1740" y="2222"/>
                    </a:cubicBezTo>
                    <a:cubicBezTo>
                      <a:pt x="2068" y="2061"/>
                      <a:pt x="2312" y="1752"/>
                      <a:pt x="2378" y="1365"/>
                    </a:cubicBezTo>
                    <a:cubicBezTo>
                      <a:pt x="2484" y="723"/>
                      <a:pt x="2050" y="122"/>
                      <a:pt x="1412" y="16"/>
                    </a:cubicBezTo>
                    <a:cubicBezTo>
                      <a:pt x="1347" y="5"/>
                      <a:pt x="1282" y="0"/>
                      <a:pt x="1218" y="0"/>
                    </a:cubicBez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5" name="Google Shape;1145;p66"/>
              <p:cNvSpPr/>
              <p:nvPr/>
            </p:nvSpPr>
            <p:spPr>
              <a:xfrm flipH="1">
                <a:off x="15893315" y="4162681"/>
                <a:ext cx="307841" cy="286857"/>
              </a:xfrm>
              <a:custGeom>
                <a:rect b="b" l="l" r="r" t="t"/>
                <a:pathLst>
                  <a:path extrusionOk="0" h="1367" w="1467">
                    <a:moveTo>
                      <a:pt x="770" y="0"/>
                    </a:moveTo>
                    <a:cubicBezTo>
                      <a:pt x="421" y="0"/>
                      <a:pt x="93" y="351"/>
                      <a:pt x="15" y="831"/>
                    </a:cubicBezTo>
                    <a:cubicBezTo>
                      <a:pt x="8" y="867"/>
                      <a:pt x="4" y="904"/>
                      <a:pt x="0" y="936"/>
                    </a:cubicBezTo>
                    <a:cubicBezTo>
                      <a:pt x="161" y="1163"/>
                      <a:pt x="380" y="1312"/>
                      <a:pt x="631" y="1356"/>
                    </a:cubicBezTo>
                    <a:cubicBezTo>
                      <a:pt x="678" y="1363"/>
                      <a:pt x="725" y="1367"/>
                      <a:pt x="772" y="1367"/>
                    </a:cubicBezTo>
                    <a:cubicBezTo>
                      <a:pt x="976" y="1367"/>
                      <a:pt x="1176" y="1297"/>
                      <a:pt x="1357" y="1170"/>
                    </a:cubicBezTo>
                    <a:cubicBezTo>
                      <a:pt x="1368" y="1133"/>
                      <a:pt x="1375" y="1093"/>
                      <a:pt x="1382" y="1057"/>
                    </a:cubicBezTo>
                    <a:cubicBezTo>
                      <a:pt x="1466" y="539"/>
                      <a:pt x="1229" y="69"/>
                      <a:pt x="854" y="7"/>
                    </a:cubicBezTo>
                    <a:cubicBezTo>
                      <a:pt x="826" y="2"/>
                      <a:pt x="798" y="0"/>
                      <a:pt x="77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6" name="Google Shape;1146;p66"/>
              <p:cNvSpPr/>
              <p:nvPr/>
            </p:nvSpPr>
            <p:spPr>
              <a:xfrm flipH="1">
                <a:off x="16062449" y="4051255"/>
                <a:ext cx="80580" cy="45746"/>
              </a:xfrm>
              <a:custGeom>
                <a:rect b="b" l="l" r="r" t="t"/>
                <a:pathLst>
                  <a:path extrusionOk="0" h="218" w="384">
                    <a:moveTo>
                      <a:pt x="100" y="1"/>
                    </a:moveTo>
                    <a:cubicBezTo>
                      <a:pt x="58" y="1"/>
                      <a:pt x="18" y="32"/>
                      <a:pt x="11" y="78"/>
                    </a:cubicBezTo>
                    <a:cubicBezTo>
                      <a:pt x="1" y="130"/>
                      <a:pt x="33" y="173"/>
                      <a:pt x="84" y="184"/>
                    </a:cubicBezTo>
                    <a:lnTo>
                      <a:pt x="270" y="213"/>
                    </a:lnTo>
                    <a:cubicBezTo>
                      <a:pt x="278" y="213"/>
                      <a:pt x="281" y="217"/>
                      <a:pt x="289" y="217"/>
                    </a:cubicBezTo>
                    <a:cubicBezTo>
                      <a:pt x="332" y="217"/>
                      <a:pt x="369" y="184"/>
                      <a:pt x="376" y="140"/>
                    </a:cubicBezTo>
                    <a:cubicBezTo>
                      <a:pt x="383" y="89"/>
                      <a:pt x="351" y="42"/>
                      <a:pt x="303" y="35"/>
                    </a:cubicBezTo>
                    <a:lnTo>
                      <a:pt x="114" y="2"/>
                    </a:lnTo>
                    <a:cubicBezTo>
                      <a:pt x="109" y="1"/>
                      <a:pt x="105" y="1"/>
                      <a:pt x="1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7" name="Google Shape;1147;p66"/>
              <p:cNvSpPr/>
              <p:nvPr/>
            </p:nvSpPr>
            <p:spPr>
              <a:xfrm flipH="1">
                <a:off x="15875900" y="4081892"/>
                <a:ext cx="82678" cy="45536"/>
              </a:xfrm>
              <a:custGeom>
                <a:rect b="b" l="l" r="r" t="t"/>
                <a:pathLst>
                  <a:path extrusionOk="0" h="217" w="394">
                    <a:moveTo>
                      <a:pt x="100" y="1"/>
                    </a:moveTo>
                    <a:cubicBezTo>
                      <a:pt x="57" y="1"/>
                      <a:pt x="18" y="32"/>
                      <a:pt x="11" y="78"/>
                    </a:cubicBezTo>
                    <a:cubicBezTo>
                      <a:pt x="0" y="129"/>
                      <a:pt x="37" y="173"/>
                      <a:pt x="84" y="184"/>
                    </a:cubicBezTo>
                    <a:lnTo>
                      <a:pt x="281" y="217"/>
                    </a:lnTo>
                    <a:lnTo>
                      <a:pt x="295" y="217"/>
                    </a:lnTo>
                    <a:cubicBezTo>
                      <a:pt x="339" y="217"/>
                      <a:pt x="379" y="184"/>
                      <a:pt x="387" y="140"/>
                    </a:cubicBezTo>
                    <a:cubicBezTo>
                      <a:pt x="394" y="89"/>
                      <a:pt x="361" y="42"/>
                      <a:pt x="310" y="35"/>
                    </a:cubicBezTo>
                    <a:lnTo>
                      <a:pt x="113" y="2"/>
                    </a:lnTo>
                    <a:cubicBezTo>
                      <a:pt x="109" y="1"/>
                      <a:pt x="104" y="1"/>
                      <a:pt x="1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8" name="Google Shape;1148;p66"/>
              <p:cNvSpPr/>
              <p:nvPr/>
            </p:nvSpPr>
            <p:spPr>
              <a:xfrm flipH="1">
                <a:off x="15975365" y="4208846"/>
                <a:ext cx="117932" cy="52461"/>
              </a:xfrm>
              <a:custGeom>
                <a:rect b="b" l="l" r="r" t="t"/>
                <a:pathLst>
                  <a:path extrusionOk="0" h="250" w="562">
                    <a:moveTo>
                      <a:pt x="104" y="0"/>
                    </a:moveTo>
                    <a:cubicBezTo>
                      <a:pt x="71" y="0"/>
                      <a:pt x="38" y="19"/>
                      <a:pt x="22" y="53"/>
                    </a:cubicBezTo>
                    <a:cubicBezTo>
                      <a:pt x="1" y="97"/>
                      <a:pt x="22" y="151"/>
                      <a:pt x="66" y="173"/>
                    </a:cubicBezTo>
                    <a:cubicBezTo>
                      <a:pt x="73" y="177"/>
                      <a:pt x="230" y="250"/>
                      <a:pt x="394" y="250"/>
                    </a:cubicBezTo>
                    <a:cubicBezTo>
                      <a:pt x="423" y="250"/>
                      <a:pt x="449" y="246"/>
                      <a:pt x="478" y="243"/>
                    </a:cubicBezTo>
                    <a:cubicBezTo>
                      <a:pt x="529" y="232"/>
                      <a:pt x="562" y="184"/>
                      <a:pt x="551" y="137"/>
                    </a:cubicBezTo>
                    <a:cubicBezTo>
                      <a:pt x="545" y="92"/>
                      <a:pt x="508" y="62"/>
                      <a:pt x="465" y="62"/>
                    </a:cubicBezTo>
                    <a:cubicBezTo>
                      <a:pt x="459" y="62"/>
                      <a:pt x="452" y="62"/>
                      <a:pt x="445" y="64"/>
                    </a:cubicBezTo>
                    <a:cubicBezTo>
                      <a:pt x="429" y="67"/>
                      <a:pt x="412" y="68"/>
                      <a:pt x="395" y="68"/>
                    </a:cubicBezTo>
                    <a:cubicBezTo>
                      <a:pt x="295" y="68"/>
                      <a:pt x="183" y="28"/>
                      <a:pt x="143" y="9"/>
                    </a:cubicBezTo>
                    <a:cubicBezTo>
                      <a:pt x="130" y="3"/>
                      <a:pt x="117" y="0"/>
                      <a:pt x="1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9" name="Google Shape;1149;p66"/>
              <p:cNvSpPr/>
              <p:nvPr/>
            </p:nvSpPr>
            <p:spPr>
              <a:xfrm flipH="1">
                <a:off x="16324962" y="4016211"/>
                <a:ext cx="121080" cy="112686"/>
              </a:xfrm>
              <a:custGeom>
                <a:rect b="b" l="l" r="r" t="t"/>
                <a:pathLst>
                  <a:path extrusionOk="0" h="537" w="577">
                    <a:moveTo>
                      <a:pt x="286" y="1"/>
                    </a:moveTo>
                    <a:cubicBezTo>
                      <a:pt x="159" y="1"/>
                      <a:pt x="46" y="93"/>
                      <a:pt x="23" y="224"/>
                    </a:cubicBezTo>
                    <a:cubicBezTo>
                      <a:pt x="1" y="369"/>
                      <a:pt x="99" y="508"/>
                      <a:pt x="245" y="533"/>
                    </a:cubicBezTo>
                    <a:cubicBezTo>
                      <a:pt x="259" y="536"/>
                      <a:pt x="272" y="537"/>
                      <a:pt x="286" y="537"/>
                    </a:cubicBezTo>
                    <a:cubicBezTo>
                      <a:pt x="416" y="537"/>
                      <a:pt x="532" y="443"/>
                      <a:pt x="551" y="311"/>
                    </a:cubicBezTo>
                    <a:cubicBezTo>
                      <a:pt x="577" y="165"/>
                      <a:pt x="478" y="27"/>
                      <a:pt x="333" y="5"/>
                    </a:cubicBezTo>
                    <a:cubicBezTo>
                      <a:pt x="317" y="2"/>
                      <a:pt x="302" y="1"/>
                      <a:pt x="286" y="1"/>
                    </a:cubicBez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0" name="Google Shape;1150;p66"/>
              <p:cNvSpPr/>
              <p:nvPr/>
            </p:nvSpPr>
            <p:spPr>
              <a:xfrm flipH="1">
                <a:off x="16456524" y="4385953"/>
                <a:ext cx="1392524" cy="2116275"/>
              </a:xfrm>
              <a:custGeom>
                <a:rect b="b" l="l" r="r" t="t"/>
                <a:pathLst>
                  <a:path extrusionOk="0" h="10085" w="6636">
                    <a:moveTo>
                      <a:pt x="5490" y="0"/>
                    </a:moveTo>
                    <a:cubicBezTo>
                      <a:pt x="5132" y="0"/>
                      <a:pt x="4786" y="192"/>
                      <a:pt x="4605" y="529"/>
                    </a:cubicBezTo>
                    <a:lnTo>
                      <a:pt x="263" y="8608"/>
                    </a:lnTo>
                    <a:cubicBezTo>
                      <a:pt x="1" y="9096"/>
                      <a:pt x="183" y="9701"/>
                      <a:pt x="671" y="9964"/>
                    </a:cubicBezTo>
                    <a:cubicBezTo>
                      <a:pt x="821" y="10044"/>
                      <a:pt x="985" y="10084"/>
                      <a:pt x="1145" y="10084"/>
                    </a:cubicBezTo>
                    <a:cubicBezTo>
                      <a:pt x="1503" y="10084"/>
                      <a:pt x="1845" y="9895"/>
                      <a:pt x="2028" y="9556"/>
                    </a:cubicBezTo>
                    <a:lnTo>
                      <a:pt x="6373" y="1477"/>
                    </a:lnTo>
                    <a:cubicBezTo>
                      <a:pt x="6636" y="992"/>
                      <a:pt x="6454" y="383"/>
                      <a:pt x="5965" y="120"/>
                    </a:cubicBezTo>
                    <a:cubicBezTo>
                      <a:pt x="5814" y="39"/>
                      <a:pt x="5650" y="0"/>
                      <a:pt x="5490" y="0"/>
                    </a:cubicBezTo>
                    <a:close/>
                  </a:path>
                </a:pathLst>
              </a:custGeom>
              <a:solidFill>
                <a:srgbClr val="FFDC76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1" name="Google Shape;1151;p66"/>
              <p:cNvSpPr/>
              <p:nvPr/>
            </p:nvSpPr>
            <p:spPr>
              <a:xfrm flipH="1">
                <a:off x="13341208" y="5953055"/>
                <a:ext cx="974934" cy="450115"/>
              </a:xfrm>
              <a:custGeom>
                <a:rect b="b" l="l" r="r" t="t"/>
                <a:pathLst>
                  <a:path extrusionOk="0" h="2145" w="4646">
                    <a:moveTo>
                      <a:pt x="3410" y="1"/>
                    </a:moveTo>
                    <a:cubicBezTo>
                      <a:pt x="1903" y="1"/>
                      <a:pt x="1" y="804"/>
                      <a:pt x="1" y="804"/>
                    </a:cubicBezTo>
                    <a:cubicBezTo>
                      <a:pt x="1" y="804"/>
                      <a:pt x="766" y="1734"/>
                      <a:pt x="1149" y="2091"/>
                    </a:cubicBezTo>
                    <a:cubicBezTo>
                      <a:pt x="1185" y="2127"/>
                      <a:pt x="1232" y="2145"/>
                      <a:pt x="1280" y="2145"/>
                    </a:cubicBezTo>
                    <a:cubicBezTo>
                      <a:pt x="1310" y="2145"/>
                      <a:pt x="1340" y="2138"/>
                      <a:pt x="1368" y="2124"/>
                    </a:cubicBezTo>
                    <a:lnTo>
                      <a:pt x="4507" y="549"/>
                    </a:lnTo>
                    <a:cubicBezTo>
                      <a:pt x="4645" y="480"/>
                      <a:pt x="4645" y="283"/>
                      <a:pt x="4503" y="210"/>
                    </a:cubicBezTo>
                    <a:cubicBezTo>
                      <a:pt x="4198" y="60"/>
                      <a:pt x="3819" y="1"/>
                      <a:pt x="3410" y="1"/>
                    </a:cubicBez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2" name="Google Shape;1152;p66"/>
              <p:cNvSpPr/>
              <p:nvPr/>
            </p:nvSpPr>
            <p:spPr>
              <a:xfrm flipH="1">
                <a:off x="13361147" y="6001529"/>
                <a:ext cx="426403" cy="127375"/>
              </a:xfrm>
              <a:custGeom>
                <a:rect b="b" l="l" r="r" t="t"/>
                <a:pathLst>
                  <a:path extrusionOk="0" h="607" w="2032">
                    <a:moveTo>
                      <a:pt x="1844" y="0"/>
                    </a:moveTo>
                    <a:cubicBezTo>
                      <a:pt x="1201" y="0"/>
                      <a:pt x="569" y="153"/>
                      <a:pt x="1" y="442"/>
                    </a:cubicBezTo>
                    <a:lnTo>
                      <a:pt x="85" y="606"/>
                    </a:lnTo>
                    <a:cubicBezTo>
                      <a:pt x="624" y="328"/>
                      <a:pt x="1227" y="182"/>
                      <a:pt x="1835" y="182"/>
                    </a:cubicBezTo>
                    <a:cubicBezTo>
                      <a:pt x="1897" y="182"/>
                      <a:pt x="1959" y="184"/>
                      <a:pt x="2021" y="187"/>
                    </a:cubicBezTo>
                    <a:lnTo>
                      <a:pt x="2031" y="4"/>
                    </a:lnTo>
                    <a:cubicBezTo>
                      <a:pt x="1969" y="2"/>
                      <a:pt x="1906" y="0"/>
                      <a:pt x="184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3" name="Google Shape;1153;p66"/>
              <p:cNvSpPr/>
              <p:nvPr/>
            </p:nvSpPr>
            <p:spPr>
              <a:xfrm flipH="1">
                <a:off x="13888270" y="5811202"/>
                <a:ext cx="497540" cy="467532"/>
              </a:xfrm>
              <a:custGeom>
                <a:rect b="b" l="l" r="r" t="t"/>
                <a:pathLst>
                  <a:path extrusionOk="0" h="2228" w="2371">
                    <a:moveTo>
                      <a:pt x="1317" y="0"/>
                    </a:moveTo>
                    <a:lnTo>
                      <a:pt x="1" y="1404"/>
                    </a:lnTo>
                    <a:lnTo>
                      <a:pt x="971" y="2228"/>
                    </a:lnTo>
                    <a:lnTo>
                      <a:pt x="2371" y="842"/>
                    </a:lnTo>
                    <a:lnTo>
                      <a:pt x="1317" y="0"/>
                    </a:ln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4" name="Google Shape;1154;p66"/>
              <p:cNvSpPr/>
              <p:nvPr/>
            </p:nvSpPr>
            <p:spPr>
              <a:xfrm flipH="1">
                <a:off x="17545190" y="6111276"/>
                <a:ext cx="840634" cy="468162"/>
              </a:xfrm>
              <a:custGeom>
                <a:rect b="b" l="l" r="r" t="t"/>
                <a:pathLst>
                  <a:path extrusionOk="0" h="2231" w="4006">
                    <a:moveTo>
                      <a:pt x="2540" y="0"/>
                    </a:moveTo>
                    <a:cubicBezTo>
                      <a:pt x="1992" y="0"/>
                      <a:pt x="1463" y="78"/>
                      <a:pt x="1191" y="218"/>
                    </a:cubicBezTo>
                    <a:cubicBezTo>
                      <a:pt x="656" y="493"/>
                      <a:pt x="1" y="1685"/>
                      <a:pt x="410" y="1685"/>
                    </a:cubicBezTo>
                    <a:cubicBezTo>
                      <a:pt x="418" y="1685"/>
                      <a:pt x="427" y="1685"/>
                      <a:pt x="437" y="1683"/>
                    </a:cubicBezTo>
                    <a:cubicBezTo>
                      <a:pt x="527" y="1674"/>
                      <a:pt x="638" y="1670"/>
                      <a:pt x="756" y="1670"/>
                    </a:cubicBezTo>
                    <a:cubicBezTo>
                      <a:pt x="1248" y="1670"/>
                      <a:pt x="1884" y="1738"/>
                      <a:pt x="1884" y="1738"/>
                    </a:cubicBezTo>
                    <a:cubicBezTo>
                      <a:pt x="1884" y="1738"/>
                      <a:pt x="670" y="2231"/>
                      <a:pt x="1067" y="2231"/>
                    </a:cubicBezTo>
                    <a:cubicBezTo>
                      <a:pt x="1120" y="2231"/>
                      <a:pt x="1203" y="2222"/>
                      <a:pt x="1323" y="2201"/>
                    </a:cubicBezTo>
                    <a:cubicBezTo>
                      <a:pt x="2006" y="2084"/>
                      <a:pt x="2856" y="2066"/>
                      <a:pt x="3329" y="2066"/>
                    </a:cubicBezTo>
                    <a:cubicBezTo>
                      <a:pt x="3550" y="2066"/>
                      <a:pt x="3689" y="2070"/>
                      <a:pt x="3689" y="2070"/>
                    </a:cubicBezTo>
                    <a:lnTo>
                      <a:pt x="4006" y="247"/>
                    </a:lnTo>
                    <a:cubicBezTo>
                      <a:pt x="3656" y="78"/>
                      <a:pt x="3088" y="0"/>
                      <a:pt x="2540" y="0"/>
                    </a:cubicBez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5" name="Google Shape;1155;p66"/>
              <p:cNvSpPr/>
              <p:nvPr/>
            </p:nvSpPr>
            <p:spPr>
              <a:xfrm flipH="1">
                <a:off x="17305552" y="5928923"/>
                <a:ext cx="594697" cy="618829"/>
              </a:xfrm>
              <a:custGeom>
                <a:rect b="b" l="l" r="r" t="t"/>
                <a:pathLst>
                  <a:path extrusionOk="0" h="2949" w="2834">
                    <a:moveTo>
                      <a:pt x="1247" y="0"/>
                    </a:moveTo>
                    <a:lnTo>
                      <a:pt x="0" y="2272"/>
                    </a:lnTo>
                    <a:lnTo>
                      <a:pt x="1269" y="2924"/>
                    </a:lnTo>
                    <a:lnTo>
                      <a:pt x="1375" y="2939"/>
                    </a:lnTo>
                    <a:cubicBezTo>
                      <a:pt x="1410" y="2945"/>
                      <a:pt x="1446" y="2948"/>
                      <a:pt x="1481" y="2948"/>
                    </a:cubicBezTo>
                    <a:cubicBezTo>
                      <a:pt x="1710" y="2948"/>
                      <a:pt x="1927" y="2819"/>
                      <a:pt x="2035" y="2611"/>
                    </a:cubicBezTo>
                    <a:lnTo>
                      <a:pt x="2833" y="1058"/>
                    </a:lnTo>
                    <a:lnTo>
                      <a:pt x="1247" y="0"/>
                    </a:ln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6" name="Google Shape;1156;p66"/>
              <p:cNvSpPr/>
              <p:nvPr/>
            </p:nvSpPr>
            <p:spPr>
              <a:xfrm flipH="1">
                <a:off x="15458941" y="6211161"/>
                <a:ext cx="354426" cy="335330"/>
              </a:xfrm>
              <a:custGeom>
                <a:rect b="b" l="l" r="r" t="t"/>
                <a:pathLst>
                  <a:path extrusionOk="0" h="1598" w="1689">
                    <a:moveTo>
                      <a:pt x="1" y="1"/>
                    </a:moveTo>
                    <a:lnTo>
                      <a:pt x="1689" y="1598"/>
                    </a:lnTo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7" name="Google Shape;1157;p66"/>
              <p:cNvSpPr/>
              <p:nvPr/>
            </p:nvSpPr>
            <p:spPr>
              <a:xfrm flipH="1">
                <a:off x="15445931" y="6196682"/>
                <a:ext cx="380447" cy="364289"/>
              </a:xfrm>
              <a:custGeom>
                <a:rect b="b" l="l" r="r" t="t"/>
                <a:pathLst>
                  <a:path extrusionOk="0" h="1736" w="1813">
                    <a:moveTo>
                      <a:pt x="125" y="0"/>
                    </a:moveTo>
                    <a:lnTo>
                      <a:pt x="1" y="135"/>
                    </a:lnTo>
                    <a:lnTo>
                      <a:pt x="1685" y="1736"/>
                    </a:lnTo>
                    <a:lnTo>
                      <a:pt x="1813" y="1601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8" name="Google Shape;1158;p66"/>
              <p:cNvSpPr/>
              <p:nvPr/>
            </p:nvSpPr>
            <p:spPr>
              <a:xfrm flipH="1">
                <a:off x="15263779" y="4476815"/>
                <a:ext cx="1508148" cy="1192962"/>
              </a:xfrm>
              <a:custGeom>
                <a:rect b="b" l="l" r="r" t="t"/>
                <a:pathLst>
                  <a:path extrusionOk="0" h="5685" w="7187">
                    <a:moveTo>
                      <a:pt x="1" y="1"/>
                    </a:moveTo>
                    <a:lnTo>
                      <a:pt x="661" y="4642"/>
                    </a:lnTo>
                    <a:cubicBezTo>
                      <a:pt x="744" y="5240"/>
                      <a:pt x="1255" y="5685"/>
                      <a:pt x="1860" y="5685"/>
                    </a:cubicBezTo>
                    <a:lnTo>
                      <a:pt x="5885" y="5685"/>
                    </a:lnTo>
                    <a:cubicBezTo>
                      <a:pt x="6621" y="5685"/>
                      <a:pt x="7187" y="5032"/>
                      <a:pt x="7081" y="4303"/>
                    </a:cubicBezTo>
                    <a:lnTo>
                      <a:pt x="6468" y="1"/>
                    </a:lnTo>
                    <a:close/>
                  </a:path>
                </a:pathLst>
              </a:custGeom>
              <a:solidFill>
                <a:srgbClr val="FFDC76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9" name="Google Shape;1159;p66"/>
              <p:cNvSpPr/>
              <p:nvPr/>
            </p:nvSpPr>
            <p:spPr>
              <a:xfrm flipH="1">
                <a:off x="16511511" y="4538928"/>
                <a:ext cx="199981" cy="482221"/>
              </a:xfrm>
              <a:custGeom>
                <a:rect b="b" l="l" r="r" t="t"/>
                <a:pathLst>
                  <a:path extrusionOk="0" h="2298" w="953">
                    <a:moveTo>
                      <a:pt x="952" y="0"/>
                    </a:moveTo>
                    <a:lnTo>
                      <a:pt x="1" y="2297"/>
                    </a:lnTo>
                  </a:path>
                </a:pathLst>
              </a:custGeom>
              <a:solidFill>
                <a:srgbClr val="2B3084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0" name="Google Shape;1160;p66"/>
              <p:cNvSpPr/>
              <p:nvPr/>
            </p:nvSpPr>
            <p:spPr>
              <a:xfrm flipH="1">
                <a:off x="16493884" y="4531164"/>
                <a:ext cx="235235" cy="497540"/>
              </a:xfrm>
              <a:custGeom>
                <a:rect b="b" l="l" r="r" t="t"/>
                <a:pathLst>
                  <a:path extrusionOk="0" h="2371" w="1121">
                    <a:moveTo>
                      <a:pt x="952" y="1"/>
                    </a:moveTo>
                    <a:lnTo>
                      <a:pt x="1" y="2301"/>
                    </a:lnTo>
                    <a:lnTo>
                      <a:pt x="169" y="2370"/>
                    </a:lnTo>
                    <a:lnTo>
                      <a:pt x="1120" y="70"/>
                    </a:lnTo>
                    <a:lnTo>
                      <a:pt x="952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1" name="Google Shape;1161;p66"/>
              <p:cNvSpPr/>
              <p:nvPr/>
            </p:nvSpPr>
            <p:spPr>
              <a:xfrm flipH="1">
                <a:off x="15314991" y="4612373"/>
                <a:ext cx="97368" cy="569306"/>
              </a:xfrm>
              <a:custGeom>
                <a:rect b="b" l="l" r="r" t="t"/>
                <a:pathLst>
                  <a:path extrusionOk="0" h="2713" w="464">
                    <a:moveTo>
                      <a:pt x="0" y="0"/>
                    </a:moveTo>
                    <a:lnTo>
                      <a:pt x="463" y="2713"/>
                    </a:lnTo>
                  </a:path>
                </a:pathLst>
              </a:custGeom>
              <a:solidFill>
                <a:srgbClr val="2B3084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2" name="Google Shape;1162;p66"/>
              <p:cNvSpPr/>
              <p:nvPr/>
            </p:nvSpPr>
            <p:spPr>
              <a:xfrm flipH="1">
                <a:off x="15296734" y="4609225"/>
                <a:ext cx="134090" cy="576231"/>
              </a:xfrm>
              <a:custGeom>
                <a:rect b="b" l="l" r="r" t="t"/>
                <a:pathLst>
                  <a:path extrusionOk="0" h="2746" w="639">
                    <a:moveTo>
                      <a:pt x="179" y="1"/>
                    </a:moveTo>
                    <a:lnTo>
                      <a:pt x="1" y="30"/>
                    </a:lnTo>
                    <a:lnTo>
                      <a:pt x="460" y="2746"/>
                    </a:lnTo>
                    <a:lnTo>
                      <a:pt x="639" y="2713"/>
                    </a:lnTo>
                    <a:lnTo>
                      <a:pt x="179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67"/>
          <p:cNvSpPr txBox="1"/>
          <p:nvPr/>
        </p:nvSpPr>
        <p:spPr>
          <a:xfrm>
            <a:off x="5376725" y="818975"/>
            <a:ext cx="34932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Montserrat"/>
                <a:ea typeface="Montserrat"/>
                <a:cs typeface="Montserrat"/>
                <a:sym typeface="Montserrat"/>
              </a:rPr>
              <a:t>¿Qué vas a </a:t>
            </a:r>
            <a:r>
              <a:rPr b="1" lang="es-419" sz="2700">
                <a:latin typeface="Montserrat"/>
                <a:ea typeface="Montserrat"/>
                <a:cs typeface="Montserrat"/>
                <a:sym typeface="Montserrat"/>
              </a:rPr>
              <a:t>lograr </a:t>
            </a:r>
            <a:r>
              <a:rPr lang="es-419" sz="2700">
                <a:latin typeface="Montserrat"/>
                <a:ea typeface="Montserrat"/>
                <a:cs typeface="Montserrat"/>
                <a:sym typeface="Montserrat"/>
              </a:rPr>
              <a:t>hoy?</a:t>
            </a:r>
            <a:endParaRPr sz="27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168" name="Google Shape;1168;p67"/>
          <p:cNvSpPr/>
          <p:nvPr/>
        </p:nvSpPr>
        <p:spPr>
          <a:xfrm>
            <a:off x="7499774" y="1148419"/>
            <a:ext cx="998905" cy="89163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67"/>
          <p:cNvSpPr txBox="1"/>
          <p:nvPr>
            <p:ph type="title"/>
          </p:nvPr>
        </p:nvSpPr>
        <p:spPr>
          <a:xfrm>
            <a:off x="570000" y="515100"/>
            <a:ext cx="4002000" cy="33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spAutoFit/>
          </a:bodyPr>
          <a:lstStyle/>
          <a:p>
            <a:pPr indent="-247650" lvl="0" marL="2286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Char char="■"/>
            </a:pPr>
            <a:r>
              <a:rPr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Implementar el módulo de </a:t>
            </a:r>
            <a:r>
              <a:rPr b="1"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Matplotlib</a:t>
            </a:r>
            <a:r>
              <a:rPr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en proyectos de Python.</a:t>
            </a:r>
            <a:endParaRPr sz="2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47650" lvl="0" marL="2286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Char char="■"/>
            </a:pPr>
            <a:r>
              <a:rPr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Crear gráficos de </a:t>
            </a:r>
            <a:r>
              <a:rPr b="1"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torta </a:t>
            </a:r>
            <a:r>
              <a:rPr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y de </a:t>
            </a:r>
            <a:r>
              <a:rPr b="1"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barras </a:t>
            </a:r>
            <a:r>
              <a:rPr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para representar datos.</a:t>
            </a:r>
            <a:endParaRPr b="1" sz="2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47650" lvl="0" marL="228600" rtl="0" algn="l">
              <a:lnSpc>
                <a:spcPct val="115000"/>
              </a:lnSpc>
              <a:spcBef>
                <a:spcPts val="1300"/>
              </a:spcBef>
              <a:spcAft>
                <a:spcPts val="1300"/>
              </a:spcAft>
              <a:buClr>
                <a:schemeClr val="dk1"/>
              </a:buClr>
              <a:buSzPts val="2100"/>
              <a:buFont typeface="Archivo"/>
              <a:buChar char="■"/>
            </a:pPr>
            <a:r>
              <a:rPr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Identificar los índices y valores de una </a:t>
            </a:r>
            <a:r>
              <a:rPr b="1"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serie</a:t>
            </a:r>
            <a:r>
              <a:rPr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en Pandas para construir gráficos.</a:t>
            </a:r>
            <a:endParaRPr sz="2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170" name="Google Shape;1170;p67"/>
          <p:cNvGrpSpPr/>
          <p:nvPr/>
        </p:nvGrpSpPr>
        <p:grpSpPr>
          <a:xfrm>
            <a:off x="215269" y="4744900"/>
            <a:ext cx="1978986" cy="268074"/>
            <a:chOff x="913788" y="717625"/>
            <a:chExt cx="3957972" cy="536147"/>
          </a:xfrm>
        </p:grpSpPr>
        <p:grpSp>
          <p:nvGrpSpPr>
            <p:cNvPr id="1171" name="Google Shape;1171;p67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172" name="Google Shape;1172;p67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3" name="Google Shape;1173;p67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4" name="Google Shape;1174;p67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5" name="Google Shape;1175;p67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6" name="Google Shape;1176;p67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7" name="Google Shape;1177;p67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8" name="Google Shape;1178;p67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9" name="Google Shape;1179;p67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0" name="Google Shape;1180;p67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1" name="Google Shape;1181;p67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2" name="Google Shape;1182;p67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3" name="Google Shape;1183;p67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84" name="Google Shape;1184;p67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68"/>
          <p:cNvSpPr/>
          <p:nvPr/>
        </p:nvSpPr>
        <p:spPr>
          <a:xfrm>
            <a:off x="0" y="0"/>
            <a:ext cx="4125900" cy="5143500"/>
          </a:xfrm>
          <a:prstGeom prst="rect">
            <a:avLst/>
          </a:prstGeom>
          <a:solidFill>
            <a:srgbClr val="FFC51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0" name="Google Shape;1190;p68"/>
          <p:cNvSpPr txBox="1"/>
          <p:nvPr/>
        </p:nvSpPr>
        <p:spPr>
          <a:xfrm>
            <a:off x="316350" y="831219"/>
            <a:ext cx="34932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Montserrat"/>
                <a:ea typeface="Montserrat"/>
                <a:cs typeface="Montserrat"/>
                <a:sym typeface="Montserrat"/>
              </a:rPr>
              <a:t>¿Qué vas a </a:t>
            </a:r>
            <a:r>
              <a:rPr b="1" lang="es-419" sz="2700">
                <a:latin typeface="Montserrat"/>
                <a:ea typeface="Montserrat"/>
                <a:cs typeface="Montserrat"/>
                <a:sym typeface="Montserrat"/>
              </a:rPr>
              <a:t>aprender </a:t>
            </a:r>
            <a:r>
              <a:rPr lang="es-419" sz="2700">
                <a:latin typeface="Montserrat"/>
                <a:ea typeface="Montserrat"/>
                <a:cs typeface="Montserrat"/>
                <a:sym typeface="Montserrat"/>
              </a:rPr>
              <a:t>hoy?</a:t>
            </a:r>
            <a:endParaRPr sz="27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191" name="Google Shape;1191;p68"/>
          <p:cNvSpPr/>
          <p:nvPr/>
        </p:nvSpPr>
        <p:spPr>
          <a:xfrm>
            <a:off x="711026" y="1567508"/>
            <a:ext cx="1527461" cy="89178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2" name="Google Shape;1192;p68"/>
          <p:cNvSpPr/>
          <p:nvPr/>
        </p:nvSpPr>
        <p:spPr>
          <a:xfrm flipH="1" rot="10800000">
            <a:off x="6269301" y="1990363"/>
            <a:ext cx="2646000" cy="25629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1193" name="Google Shape;1193;p68"/>
          <p:cNvCxnSpPr>
            <a:stCxn id="1192" idx="0"/>
          </p:cNvCxnSpPr>
          <p:nvPr/>
        </p:nvCxnSpPr>
        <p:spPr>
          <a:xfrm rot="10800000">
            <a:off x="-33999" y="4534963"/>
            <a:ext cx="7626300" cy="183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4" name="Google Shape;1194;p68"/>
          <p:cNvCxnSpPr>
            <a:stCxn id="1192" idx="2"/>
          </p:cNvCxnSpPr>
          <p:nvPr/>
        </p:nvCxnSpPr>
        <p:spPr>
          <a:xfrm rot="10800000">
            <a:off x="8915301" y="-76187"/>
            <a:ext cx="0" cy="33480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5" name="Google Shape;1195;p68"/>
          <p:cNvSpPr txBox="1"/>
          <p:nvPr>
            <p:ph type="title"/>
          </p:nvPr>
        </p:nvSpPr>
        <p:spPr>
          <a:xfrm>
            <a:off x="4552300" y="969675"/>
            <a:ext cx="40020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spAutoFit/>
          </a:bodyPr>
          <a:lstStyle/>
          <a:p>
            <a:pPr indent="-247650" lvl="0" marL="2286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Char char="■"/>
            </a:pPr>
            <a:r>
              <a:rPr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Columnas como series en Pandas.</a:t>
            </a:r>
            <a:endParaRPr sz="2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47650" lvl="0" marL="2286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Char char="■"/>
            </a:pPr>
            <a:r>
              <a:rPr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Método .</a:t>
            </a:r>
            <a:r>
              <a:rPr b="1"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value_counts() </a:t>
            </a:r>
            <a:r>
              <a:rPr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y serie de resultados.</a:t>
            </a:r>
            <a:endParaRPr sz="2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47650" lvl="0" marL="228600" rtl="0" algn="l">
              <a:lnSpc>
                <a:spcPct val="115000"/>
              </a:lnSpc>
              <a:spcBef>
                <a:spcPts val="1300"/>
              </a:spcBef>
              <a:spcAft>
                <a:spcPts val="1300"/>
              </a:spcAft>
              <a:buClr>
                <a:schemeClr val="dk1"/>
              </a:buClr>
              <a:buSzPts val="2100"/>
              <a:buFont typeface="Archivo"/>
              <a:buChar char="■"/>
            </a:pPr>
            <a:r>
              <a:rPr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Sintaxis para configurar gráficos de </a:t>
            </a:r>
            <a:r>
              <a:rPr b="1"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torta </a:t>
            </a:r>
            <a:r>
              <a:rPr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y de </a:t>
            </a:r>
            <a:r>
              <a:rPr b="1"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barras </a:t>
            </a:r>
            <a:r>
              <a:rPr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usando </a:t>
            </a:r>
            <a:r>
              <a:rPr b="1"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Matplotlib.</a:t>
            </a:r>
            <a:endParaRPr b="1" sz="2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196" name="Google Shape;1196;p68"/>
          <p:cNvGrpSpPr/>
          <p:nvPr/>
        </p:nvGrpSpPr>
        <p:grpSpPr>
          <a:xfrm>
            <a:off x="480818" y="2328234"/>
            <a:ext cx="3180816" cy="2206894"/>
            <a:chOff x="6729575" y="3285800"/>
            <a:chExt cx="4541428" cy="3150905"/>
          </a:xfrm>
        </p:grpSpPr>
        <p:sp>
          <p:nvSpPr>
            <p:cNvPr id="1197" name="Google Shape;1197;p68"/>
            <p:cNvSpPr/>
            <p:nvPr/>
          </p:nvSpPr>
          <p:spPr>
            <a:xfrm>
              <a:off x="6804455" y="3965345"/>
              <a:ext cx="731317" cy="1069281"/>
            </a:xfrm>
            <a:custGeom>
              <a:rect b="b" l="l" r="r" t="t"/>
              <a:pathLst>
                <a:path extrusionOk="0" h="13880" w="9493">
                  <a:moveTo>
                    <a:pt x="0" y="1"/>
                  </a:moveTo>
                  <a:lnTo>
                    <a:pt x="29" y="10872"/>
                  </a:lnTo>
                  <a:lnTo>
                    <a:pt x="29" y="10894"/>
                  </a:lnTo>
                  <a:cubicBezTo>
                    <a:pt x="343" y="12622"/>
                    <a:pt x="1843" y="13879"/>
                    <a:pt x="3600" y="13879"/>
                  </a:cubicBezTo>
                  <a:lnTo>
                    <a:pt x="9493" y="13879"/>
                  </a:lnTo>
                  <a:lnTo>
                    <a:pt x="9493" y="13644"/>
                  </a:lnTo>
                  <a:lnTo>
                    <a:pt x="3600" y="13644"/>
                  </a:lnTo>
                  <a:cubicBezTo>
                    <a:pt x="1964" y="13644"/>
                    <a:pt x="557" y="12479"/>
                    <a:pt x="264" y="10865"/>
                  </a:cubicBezTo>
                  <a:lnTo>
                    <a:pt x="23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68"/>
            <p:cNvSpPr/>
            <p:nvPr/>
          </p:nvSpPr>
          <p:spPr>
            <a:xfrm>
              <a:off x="7571515" y="4127201"/>
              <a:ext cx="845255" cy="623464"/>
            </a:xfrm>
            <a:custGeom>
              <a:rect b="b" l="l" r="r" t="t"/>
              <a:pathLst>
                <a:path extrusionOk="0" h="8093" w="10972">
                  <a:moveTo>
                    <a:pt x="1695" y="1"/>
                  </a:moveTo>
                  <a:cubicBezTo>
                    <a:pt x="1489" y="1"/>
                    <a:pt x="1279" y="44"/>
                    <a:pt x="1079" y="136"/>
                  </a:cubicBezTo>
                  <a:cubicBezTo>
                    <a:pt x="336" y="478"/>
                    <a:pt x="0" y="1357"/>
                    <a:pt x="343" y="2107"/>
                  </a:cubicBezTo>
                  <a:lnTo>
                    <a:pt x="2672" y="7221"/>
                  </a:lnTo>
                  <a:cubicBezTo>
                    <a:pt x="2850" y="7621"/>
                    <a:pt x="3200" y="7921"/>
                    <a:pt x="3629" y="8036"/>
                  </a:cubicBezTo>
                  <a:cubicBezTo>
                    <a:pt x="3757" y="8071"/>
                    <a:pt x="3893" y="8093"/>
                    <a:pt x="4029" y="8093"/>
                  </a:cubicBezTo>
                  <a:cubicBezTo>
                    <a:pt x="4322" y="8093"/>
                    <a:pt x="4614" y="8000"/>
                    <a:pt x="4872" y="7828"/>
                  </a:cubicBezTo>
                  <a:lnTo>
                    <a:pt x="10122" y="4221"/>
                  </a:lnTo>
                  <a:cubicBezTo>
                    <a:pt x="10800" y="3757"/>
                    <a:pt x="10972" y="2828"/>
                    <a:pt x="10507" y="2150"/>
                  </a:cubicBezTo>
                  <a:cubicBezTo>
                    <a:pt x="10220" y="1731"/>
                    <a:pt x="9756" y="1505"/>
                    <a:pt x="9283" y="1505"/>
                  </a:cubicBezTo>
                  <a:cubicBezTo>
                    <a:pt x="8991" y="1505"/>
                    <a:pt x="8695" y="1591"/>
                    <a:pt x="8436" y="1771"/>
                  </a:cubicBezTo>
                  <a:lnTo>
                    <a:pt x="4643" y="4371"/>
                  </a:lnTo>
                  <a:lnTo>
                    <a:pt x="3050" y="871"/>
                  </a:lnTo>
                  <a:cubicBezTo>
                    <a:pt x="2804" y="327"/>
                    <a:pt x="2262" y="1"/>
                    <a:pt x="1695" y="1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68"/>
            <p:cNvSpPr/>
            <p:nvPr/>
          </p:nvSpPr>
          <p:spPr>
            <a:xfrm>
              <a:off x="8170711" y="4022661"/>
              <a:ext cx="404216" cy="472702"/>
            </a:xfrm>
            <a:custGeom>
              <a:rect b="b" l="l" r="r" t="t"/>
              <a:pathLst>
                <a:path extrusionOk="0" h="6136" w="5247">
                  <a:moveTo>
                    <a:pt x="4269" y="0"/>
                  </a:moveTo>
                  <a:cubicBezTo>
                    <a:pt x="4144" y="0"/>
                    <a:pt x="4022" y="84"/>
                    <a:pt x="3922" y="271"/>
                  </a:cubicBezTo>
                  <a:cubicBezTo>
                    <a:pt x="3444" y="1157"/>
                    <a:pt x="1779" y="2414"/>
                    <a:pt x="1779" y="2414"/>
                  </a:cubicBezTo>
                  <a:cubicBezTo>
                    <a:pt x="2118" y="1467"/>
                    <a:pt x="1821" y="607"/>
                    <a:pt x="1596" y="607"/>
                  </a:cubicBezTo>
                  <a:cubicBezTo>
                    <a:pt x="1546" y="607"/>
                    <a:pt x="1500" y="649"/>
                    <a:pt x="1465" y="743"/>
                  </a:cubicBezTo>
                  <a:cubicBezTo>
                    <a:pt x="1279" y="1250"/>
                    <a:pt x="1" y="3535"/>
                    <a:pt x="1" y="3535"/>
                  </a:cubicBezTo>
                  <a:lnTo>
                    <a:pt x="1244" y="6135"/>
                  </a:lnTo>
                  <a:cubicBezTo>
                    <a:pt x="3736" y="5314"/>
                    <a:pt x="4186" y="4164"/>
                    <a:pt x="4779" y="2485"/>
                  </a:cubicBezTo>
                  <a:cubicBezTo>
                    <a:pt x="5247" y="1167"/>
                    <a:pt x="4737" y="0"/>
                    <a:pt x="4269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68"/>
            <p:cNvSpPr/>
            <p:nvPr/>
          </p:nvSpPr>
          <p:spPr>
            <a:xfrm>
              <a:off x="8336881" y="4173962"/>
              <a:ext cx="101921" cy="168943"/>
            </a:xfrm>
            <a:custGeom>
              <a:rect b="b" l="l" r="r" t="t"/>
              <a:pathLst>
                <a:path extrusionOk="0" h="2193" w="1323">
                  <a:moveTo>
                    <a:pt x="179" y="0"/>
                  </a:moveTo>
                  <a:lnTo>
                    <a:pt x="1" y="150"/>
                  </a:lnTo>
                  <a:cubicBezTo>
                    <a:pt x="8" y="164"/>
                    <a:pt x="1058" y="1450"/>
                    <a:pt x="1087" y="2193"/>
                  </a:cubicBezTo>
                  <a:lnTo>
                    <a:pt x="1322" y="2186"/>
                  </a:lnTo>
                  <a:cubicBezTo>
                    <a:pt x="1287" y="1357"/>
                    <a:pt x="222" y="57"/>
                    <a:pt x="17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68"/>
            <p:cNvSpPr/>
            <p:nvPr/>
          </p:nvSpPr>
          <p:spPr>
            <a:xfrm>
              <a:off x="8369391" y="4040226"/>
              <a:ext cx="164013" cy="180576"/>
            </a:xfrm>
            <a:custGeom>
              <a:rect b="b" l="l" r="r" t="t"/>
              <a:pathLst>
                <a:path extrusionOk="0" h="2344" w="2129">
                  <a:moveTo>
                    <a:pt x="1922" y="0"/>
                  </a:moveTo>
                  <a:cubicBezTo>
                    <a:pt x="1272" y="1165"/>
                    <a:pt x="15" y="2143"/>
                    <a:pt x="0" y="2157"/>
                  </a:cubicBezTo>
                  <a:lnTo>
                    <a:pt x="143" y="2343"/>
                  </a:lnTo>
                  <a:cubicBezTo>
                    <a:pt x="200" y="2300"/>
                    <a:pt x="1457" y="1322"/>
                    <a:pt x="2129" y="115"/>
                  </a:cubicBezTo>
                  <a:lnTo>
                    <a:pt x="192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68"/>
            <p:cNvSpPr/>
            <p:nvPr/>
          </p:nvSpPr>
          <p:spPr>
            <a:xfrm>
              <a:off x="8397971" y="4102395"/>
              <a:ext cx="161317" cy="160777"/>
            </a:xfrm>
            <a:custGeom>
              <a:rect b="b" l="l" r="r" t="t"/>
              <a:pathLst>
                <a:path extrusionOk="0" h="2087" w="2094">
                  <a:moveTo>
                    <a:pt x="1886" y="0"/>
                  </a:moveTo>
                  <a:cubicBezTo>
                    <a:pt x="1665" y="443"/>
                    <a:pt x="1015" y="1108"/>
                    <a:pt x="44" y="1872"/>
                  </a:cubicBezTo>
                  <a:cubicBezTo>
                    <a:pt x="22" y="1893"/>
                    <a:pt x="1" y="1908"/>
                    <a:pt x="1" y="1908"/>
                  </a:cubicBezTo>
                  <a:lnTo>
                    <a:pt x="151" y="2086"/>
                  </a:lnTo>
                  <a:cubicBezTo>
                    <a:pt x="158" y="2086"/>
                    <a:pt x="172" y="2072"/>
                    <a:pt x="194" y="2058"/>
                  </a:cubicBezTo>
                  <a:cubicBezTo>
                    <a:pt x="765" y="1600"/>
                    <a:pt x="1779" y="736"/>
                    <a:pt x="2094" y="108"/>
                  </a:cubicBezTo>
                  <a:lnTo>
                    <a:pt x="188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68"/>
            <p:cNvSpPr/>
            <p:nvPr/>
          </p:nvSpPr>
          <p:spPr>
            <a:xfrm>
              <a:off x="8419465" y="4190448"/>
              <a:ext cx="133198" cy="116712"/>
            </a:xfrm>
            <a:custGeom>
              <a:rect b="b" l="l" r="r" t="t"/>
              <a:pathLst>
                <a:path extrusionOk="0" h="1515" w="1729">
                  <a:moveTo>
                    <a:pt x="1529" y="0"/>
                  </a:moveTo>
                  <a:cubicBezTo>
                    <a:pt x="1165" y="572"/>
                    <a:pt x="7" y="1307"/>
                    <a:pt x="0" y="1315"/>
                  </a:cubicBezTo>
                  <a:lnTo>
                    <a:pt x="122" y="1515"/>
                  </a:lnTo>
                  <a:cubicBezTo>
                    <a:pt x="172" y="1479"/>
                    <a:pt x="1336" y="743"/>
                    <a:pt x="1729" y="122"/>
                  </a:cubicBezTo>
                  <a:lnTo>
                    <a:pt x="15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68"/>
            <p:cNvSpPr/>
            <p:nvPr/>
          </p:nvSpPr>
          <p:spPr>
            <a:xfrm>
              <a:off x="8292353" y="4203622"/>
              <a:ext cx="69411" cy="143136"/>
            </a:xfrm>
            <a:custGeom>
              <a:rect b="b" l="l" r="r" t="t"/>
              <a:pathLst>
                <a:path extrusionOk="0" h="1858" w="901">
                  <a:moveTo>
                    <a:pt x="300" y="1"/>
                  </a:moveTo>
                  <a:lnTo>
                    <a:pt x="100" y="122"/>
                  </a:lnTo>
                  <a:cubicBezTo>
                    <a:pt x="122" y="158"/>
                    <a:pt x="607" y="972"/>
                    <a:pt x="0" y="1715"/>
                  </a:cubicBezTo>
                  <a:lnTo>
                    <a:pt x="186" y="1858"/>
                  </a:lnTo>
                  <a:cubicBezTo>
                    <a:pt x="900" y="986"/>
                    <a:pt x="307" y="8"/>
                    <a:pt x="30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68"/>
            <p:cNvSpPr/>
            <p:nvPr/>
          </p:nvSpPr>
          <p:spPr>
            <a:xfrm>
              <a:off x="7588541" y="4127894"/>
              <a:ext cx="311000" cy="354218"/>
            </a:xfrm>
            <a:custGeom>
              <a:rect b="b" l="l" r="r" t="t"/>
              <a:pathLst>
                <a:path extrusionOk="0" h="4598" w="4037">
                  <a:moveTo>
                    <a:pt x="1735" y="0"/>
                  </a:moveTo>
                  <a:cubicBezTo>
                    <a:pt x="1577" y="0"/>
                    <a:pt x="1416" y="25"/>
                    <a:pt x="1258" y="77"/>
                  </a:cubicBezTo>
                  <a:cubicBezTo>
                    <a:pt x="451" y="334"/>
                    <a:pt x="1" y="1205"/>
                    <a:pt x="265" y="2012"/>
                  </a:cubicBezTo>
                  <a:lnTo>
                    <a:pt x="1101" y="4598"/>
                  </a:lnTo>
                  <a:lnTo>
                    <a:pt x="4036" y="3648"/>
                  </a:lnTo>
                  <a:lnTo>
                    <a:pt x="3193" y="1062"/>
                  </a:lnTo>
                  <a:cubicBezTo>
                    <a:pt x="2987" y="414"/>
                    <a:pt x="2383" y="0"/>
                    <a:pt x="1735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68"/>
            <p:cNvSpPr/>
            <p:nvPr/>
          </p:nvSpPr>
          <p:spPr>
            <a:xfrm>
              <a:off x="7077938" y="4685104"/>
              <a:ext cx="1314106" cy="1405472"/>
            </a:xfrm>
            <a:custGeom>
              <a:rect b="b" l="l" r="r" t="t"/>
              <a:pathLst>
                <a:path extrusionOk="0" h="18244" w="17058">
                  <a:moveTo>
                    <a:pt x="2521" y="1"/>
                  </a:moveTo>
                  <a:cubicBezTo>
                    <a:pt x="1314" y="1"/>
                    <a:pt x="300" y="894"/>
                    <a:pt x="150" y="2086"/>
                  </a:cubicBezTo>
                  <a:cubicBezTo>
                    <a:pt x="0" y="3286"/>
                    <a:pt x="764" y="4401"/>
                    <a:pt x="1929" y="4701"/>
                  </a:cubicBezTo>
                  <a:lnTo>
                    <a:pt x="9493" y="6644"/>
                  </a:lnTo>
                  <a:lnTo>
                    <a:pt x="9636" y="15894"/>
                  </a:lnTo>
                  <a:cubicBezTo>
                    <a:pt x="9650" y="17201"/>
                    <a:pt x="10721" y="18244"/>
                    <a:pt x="12021" y="18244"/>
                  </a:cubicBezTo>
                  <a:lnTo>
                    <a:pt x="12057" y="18244"/>
                  </a:lnTo>
                  <a:cubicBezTo>
                    <a:pt x="12993" y="18229"/>
                    <a:pt x="13800" y="17679"/>
                    <a:pt x="14179" y="16894"/>
                  </a:cubicBezTo>
                  <a:cubicBezTo>
                    <a:pt x="14336" y="16922"/>
                    <a:pt x="14500" y="16944"/>
                    <a:pt x="14664" y="16944"/>
                  </a:cubicBezTo>
                  <a:cubicBezTo>
                    <a:pt x="15986" y="16944"/>
                    <a:pt x="17057" y="15872"/>
                    <a:pt x="17057" y="14551"/>
                  </a:cubicBezTo>
                  <a:lnTo>
                    <a:pt x="17057" y="5644"/>
                  </a:lnTo>
                  <a:cubicBezTo>
                    <a:pt x="17057" y="4701"/>
                    <a:pt x="16500" y="3844"/>
                    <a:pt x="15636" y="3458"/>
                  </a:cubicBezTo>
                  <a:lnTo>
                    <a:pt x="8293" y="201"/>
                  </a:lnTo>
                  <a:cubicBezTo>
                    <a:pt x="7986" y="65"/>
                    <a:pt x="7657" y="1"/>
                    <a:pt x="7321" y="1"/>
                  </a:cubicBezTo>
                  <a:close/>
                </a:path>
              </a:pathLst>
            </a:custGeom>
            <a:solidFill>
              <a:srgbClr val="8A6DF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68"/>
            <p:cNvSpPr/>
            <p:nvPr/>
          </p:nvSpPr>
          <p:spPr>
            <a:xfrm>
              <a:off x="8022723" y="5500081"/>
              <a:ext cx="422088" cy="479327"/>
            </a:xfrm>
            <a:custGeom>
              <a:rect b="b" l="l" r="r" t="t"/>
              <a:pathLst>
                <a:path extrusionOk="0" h="6222" w="5479">
                  <a:moveTo>
                    <a:pt x="0" y="0"/>
                  </a:moveTo>
                  <a:lnTo>
                    <a:pt x="615" y="6222"/>
                  </a:lnTo>
                  <a:lnTo>
                    <a:pt x="5479" y="6222"/>
                  </a:lnTo>
                  <a:lnTo>
                    <a:pt x="4765" y="0"/>
                  </a:ln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68"/>
            <p:cNvSpPr/>
            <p:nvPr/>
          </p:nvSpPr>
          <p:spPr>
            <a:xfrm>
              <a:off x="8070024" y="5979330"/>
              <a:ext cx="719299" cy="389656"/>
            </a:xfrm>
            <a:custGeom>
              <a:rect b="b" l="l" r="r" t="t"/>
              <a:pathLst>
                <a:path extrusionOk="0" h="5058" w="9337">
                  <a:moveTo>
                    <a:pt x="1" y="1"/>
                  </a:moveTo>
                  <a:lnTo>
                    <a:pt x="451" y="5058"/>
                  </a:lnTo>
                  <a:lnTo>
                    <a:pt x="1893" y="5058"/>
                  </a:lnTo>
                  <a:lnTo>
                    <a:pt x="1893" y="3744"/>
                  </a:lnTo>
                  <a:cubicBezTo>
                    <a:pt x="2479" y="4701"/>
                    <a:pt x="3593" y="5058"/>
                    <a:pt x="3593" y="5058"/>
                  </a:cubicBezTo>
                  <a:lnTo>
                    <a:pt x="9336" y="5058"/>
                  </a:lnTo>
                  <a:cubicBezTo>
                    <a:pt x="9336" y="5058"/>
                    <a:pt x="5836" y="2858"/>
                    <a:pt x="48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68"/>
            <p:cNvSpPr/>
            <p:nvPr/>
          </p:nvSpPr>
          <p:spPr>
            <a:xfrm>
              <a:off x="8060702" y="5970548"/>
              <a:ext cx="738481" cy="407837"/>
            </a:xfrm>
            <a:custGeom>
              <a:rect b="b" l="l" r="r" t="t"/>
              <a:pathLst>
                <a:path extrusionOk="0" h="5294" w="9586">
                  <a:moveTo>
                    <a:pt x="4900" y="236"/>
                  </a:moveTo>
                  <a:cubicBezTo>
                    <a:pt x="5736" y="2572"/>
                    <a:pt x="8186" y="4436"/>
                    <a:pt x="9072" y="5058"/>
                  </a:cubicBezTo>
                  <a:lnTo>
                    <a:pt x="3736" y="5058"/>
                  </a:lnTo>
                  <a:cubicBezTo>
                    <a:pt x="3593" y="5008"/>
                    <a:pt x="2629" y="4643"/>
                    <a:pt x="2114" y="3800"/>
                  </a:cubicBezTo>
                  <a:cubicBezTo>
                    <a:pt x="2090" y="3758"/>
                    <a:pt x="2051" y="3742"/>
                    <a:pt x="2010" y="3742"/>
                  </a:cubicBezTo>
                  <a:cubicBezTo>
                    <a:pt x="2002" y="3742"/>
                    <a:pt x="1994" y="3742"/>
                    <a:pt x="1986" y="3743"/>
                  </a:cubicBezTo>
                  <a:cubicBezTo>
                    <a:pt x="1936" y="3758"/>
                    <a:pt x="1900" y="3808"/>
                    <a:pt x="1900" y="3858"/>
                  </a:cubicBezTo>
                  <a:lnTo>
                    <a:pt x="1900" y="5058"/>
                  </a:lnTo>
                  <a:lnTo>
                    <a:pt x="679" y="5058"/>
                  </a:lnTo>
                  <a:lnTo>
                    <a:pt x="250" y="236"/>
                  </a:lnTo>
                  <a:close/>
                  <a:moveTo>
                    <a:pt x="122" y="0"/>
                  </a:moveTo>
                  <a:cubicBezTo>
                    <a:pt x="86" y="0"/>
                    <a:pt x="57" y="15"/>
                    <a:pt x="36" y="36"/>
                  </a:cubicBezTo>
                  <a:cubicBezTo>
                    <a:pt x="14" y="65"/>
                    <a:pt x="0" y="93"/>
                    <a:pt x="0" y="129"/>
                  </a:cubicBezTo>
                  <a:lnTo>
                    <a:pt x="457" y="5186"/>
                  </a:lnTo>
                  <a:cubicBezTo>
                    <a:pt x="464" y="5243"/>
                    <a:pt x="514" y="5293"/>
                    <a:pt x="572" y="5293"/>
                  </a:cubicBezTo>
                  <a:lnTo>
                    <a:pt x="2014" y="5293"/>
                  </a:lnTo>
                  <a:cubicBezTo>
                    <a:pt x="2079" y="5293"/>
                    <a:pt x="2136" y="5243"/>
                    <a:pt x="2136" y="5172"/>
                  </a:cubicBezTo>
                  <a:lnTo>
                    <a:pt x="2136" y="4229"/>
                  </a:lnTo>
                  <a:cubicBezTo>
                    <a:pt x="2750" y="4979"/>
                    <a:pt x="3636" y="5272"/>
                    <a:pt x="3679" y="5286"/>
                  </a:cubicBezTo>
                  <a:cubicBezTo>
                    <a:pt x="3686" y="5293"/>
                    <a:pt x="3700" y="5293"/>
                    <a:pt x="3714" y="5293"/>
                  </a:cubicBezTo>
                  <a:lnTo>
                    <a:pt x="9457" y="5293"/>
                  </a:lnTo>
                  <a:cubicBezTo>
                    <a:pt x="9514" y="5293"/>
                    <a:pt x="9557" y="5258"/>
                    <a:pt x="9572" y="5208"/>
                  </a:cubicBezTo>
                  <a:cubicBezTo>
                    <a:pt x="9586" y="5158"/>
                    <a:pt x="9564" y="5100"/>
                    <a:pt x="9522" y="5079"/>
                  </a:cubicBezTo>
                  <a:cubicBezTo>
                    <a:pt x="9486" y="5050"/>
                    <a:pt x="6043" y="2858"/>
                    <a:pt x="5093" y="79"/>
                  </a:cubicBezTo>
                  <a:cubicBezTo>
                    <a:pt x="5079" y="29"/>
                    <a:pt x="5036" y="0"/>
                    <a:pt x="4986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68"/>
            <p:cNvSpPr/>
            <p:nvPr/>
          </p:nvSpPr>
          <p:spPr>
            <a:xfrm>
              <a:off x="7817496" y="5497847"/>
              <a:ext cx="380257" cy="495890"/>
            </a:xfrm>
            <a:custGeom>
              <a:rect b="b" l="l" r="r" t="t"/>
              <a:pathLst>
                <a:path extrusionOk="0" h="6437" w="4936">
                  <a:moveTo>
                    <a:pt x="21" y="1"/>
                  </a:moveTo>
                  <a:lnTo>
                    <a:pt x="0" y="6436"/>
                  </a:lnTo>
                  <a:lnTo>
                    <a:pt x="4936" y="6436"/>
                  </a:lnTo>
                  <a:lnTo>
                    <a:pt x="4643" y="1"/>
                  </a:ln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68"/>
            <p:cNvSpPr/>
            <p:nvPr/>
          </p:nvSpPr>
          <p:spPr>
            <a:xfrm>
              <a:off x="7822965" y="5993659"/>
              <a:ext cx="719838" cy="390195"/>
            </a:xfrm>
            <a:custGeom>
              <a:rect b="b" l="l" r="r" t="t"/>
              <a:pathLst>
                <a:path extrusionOk="0" h="5065" w="9344">
                  <a:moveTo>
                    <a:pt x="0" y="0"/>
                  </a:moveTo>
                  <a:lnTo>
                    <a:pt x="458" y="5065"/>
                  </a:lnTo>
                  <a:lnTo>
                    <a:pt x="1900" y="5065"/>
                  </a:lnTo>
                  <a:lnTo>
                    <a:pt x="1900" y="3743"/>
                  </a:lnTo>
                  <a:cubicBezTo>
                    <a:pt x="2479" y="4700"/>
                    <a:pt x="3593" y="5065"/>
                    <a:pt x="3593" y="5065"/>
                  </a:cubicBezTo>
                  <a:lnTo>
                    <a:pt x="9343" y="5065"/>
                  </a:lnTo>
                  <a:cubicBezTo>
                    <a:pt x="9343" y="5065"/>
                    <a:pt x="5836" y="2858"/>
                    <a:pt x="48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68"/>
            <p:cNvSpPr/>
            <p:nvPr/>
          </p:nvSpPr>
          <p:spPr>
            <a:xfrm>
              <a:off x="7813644" y="5984877"/>
              <a:ext cx="738481" cy="407759"/>
            </a:xfrm>
            <a:custGeom>
              <a:rect b="b" l="l" r="r" t="t"/>
              <a:pathLst>
                <a:path extrusionOk="0" h="5293" w="9586">
                  <a:moveTo>
                    <a:pt x="4900" y="236"/>
                  </a:moveTo>
                  <a:cubicBezTo>
                    <a:pt x="5743" y="2572"/>
                    <a:pt x="8186" y="4443"/>
                    <a:pt x="9071" y="5057"/>
                  </a:cubicBezTo>
                  <a:lnTo>
                    <a:pt x="3736" y="5057"/>
                  </a:lnTo>
                  <a:cubicBezTo>
                    <a:pt x="3600" y="5007"/>
                    <a:pt x="2636" y="4643"/>
                    <a:pt x="2121" y="3800"/>
                  </a:cubicBezTo>
                  <a:cubicBezTo>
                    <a:pt x="2099" y="3766"/>
                    <a:pt x="2058" y="3746"/>
                    <a:pt x="2018" y="3746"/>
                  </a:cubicBezTo>
                  <a:cubicBezTo>
                    <a:pt x="2007" y="3746"/>
                    <a:pt x="1996" y="3747"/>
                    <a:pt x="1986" y="3750"/>
                  </a:cubicBezTo>
                  <a:cubicBezTo>
                    <a:pt x="1936" y="3764"/>
                    <a:pt x="1900" y="3807"/>
                    <a:pt x="1900" y="3857"/>
                  </a:cubicBezTo>
                  <a:lnTo>
                    <a:pt x="1900" y="5057"/>
                  </a:lnTo>
                  <a:lnTo>
                    <a:pt x="686" y="5057"/>
                  </a:lnTo>
                  <a:lnTo>
                    <a:pt x="250" y="236"/>
                  </a:lnTo>
                  <a:close/>
                  <a:moveTo>
                    <a:pt x="121" y="0"/>
                  </a:moveTo>
                  <a:cubicBezTo>
                    <a:pt x="93" y="0"/>
                    <a:pt x="57" y="14"/>
                    <a:pt x="36" y="36"/>
                  </a:cubicBezTo>
                  <a:cubicBezTo>
                    <a:pt x="14" y="64"/>
                    <a:pt x="0" y="93"/>
                    <a:pt x="7" y="129"/>
                  </a:cubicBezTo>
                  <a:lnTo>
                    <a:pt x="457" y="5186"/>
                  </a:lnTo>
                  <a:cubicBezTo>
                    <a:pt x="464" y="5250"/>
                    <a:pt x="514" y="5293"/>
                    <a:pt x="579" y="5293"/>
                  </a:cubicBezTo>
                  <a:lnTo>
                    <a:pt x="2021" y="5293"/>
                  </a:lnTo>
                  <a:cubicBezTo>
                    <a:pt x="2086" y="5293"/>
                    <a:pt x="2136" y="5243"/>
                    <a:pt x="2136" y="5179"/>
                  </a:cubicBezTo>
                  <a:lnTo>
                    <a:pt x="2136" y="4229"/>
                  </a:lnTo>
                  <a:cubicBezTo>
                    <a:pt x="2750" y="4979"/>
                    <a:pt x="3636" y="5272"/>
                    <a:pt x="3679" y="5286"/>
                  </a:cubicBezTo>
                  <a:cubicBezTo>
                    <a:pt x="3693" y="5293"/>
                    <a:pt x="3707" y="5293"/>
                    <a:pt x="3714" y="5293"/>
                  </a:cubicBezTo>
                  <a:lnTo>
                    <a:pt x="9464" y="5293"/>
                  </a:lnTo>
                  <a:cubicBezTo>
                    <a:pt x="9514" y="5293"/>
                    <a:pt x="9557" y="5257"/>
                    <a:pt x="9571" y="5207"/>
                  </a:cubicBezTo>
                  <a:cubicBezTo>
                    <a:pt x="9586" y="5157"/>
                    <a:pt x="9571" y="5107"/>
                    <a:pt x="9521" y="5079"/>
                  </a:cubicBezTo>
                  <a:cubicBezTo>
                    <a:pt x="9493" y="5057"/>
                    <a:pt x="6043" y="2864"/>
                    <a:pt x="5100" y="79"/>
                  </a:cubicBezTo>
                  <a:cubicBezTo>
                    <a:pt x="5079" y="29"/>
                    <a:pt x="5036" y="0"/>
                    <a:pt x="4986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68"/>
            <p:cNvSpPr/>
            <p:nvPr/>
          </p:nvSpPr>
          <p:spPr>
            <a:xfrm>
              <a:off x="6729575" y="4987244"/>
              <a:ext cx="1448921" cy="1449461"/>
            </a:xfrm>
            <a:custGeom>
              <a:rect b="b" l="l" r="r" t="t"/>
              <a:pathLst>
                <a:path extrusionOk="0" h="18815" w="18808">
                  <a:moveTo>
                    <a:pt x="9401" y="236"/>
                  </a:moveTo>
                  <a:cubicBezTo>
                    <a:pt x="14458" y="236"/>
                    <a:pt x="18572" y="4350"/>
                    <a:pt x="18572" y="9407"/>
                  </a:cubicBezTo>
                  <a:cubicBezTo>
                    <a:pt x="18572" y="14464"/>
                    <a:pt x="14458" y="18579"/>
                    <a:pt x="9401" y="18579"/>
                  </a:cubicBezTo>
                  <a:cubicBezTo>
                    <a:pt x="4343" y="18579"/>
                    <a:pt x="229" y="14464"/>
                    <a:pt x="229" y="9407"/>
                  </a:cubicBezTo>
                  <a:cubicBezTo>
                    <a:pt x="229" y="4350"/>
                    <a:pt x="4343" y="236"/>
                    <a:pt x="9401" y="236"/>
                  </a:cubicBezTo>
                  <a:close/>
                  <a:moveTo>
                    <a:pt x="9401" y="0"/>
                  </a:moveTo>
                  <a:cubicBezTo>
                    <a:pt x="4215" y="0"/>
                    <a:pt x="1" y="4222"/>
                    <a:pt x="1" y="9407"/>
                  </a:cubicBezTo>
                  <a:cubicBezTo>
                    <a:pt x="1" y="14593"/>
                    <a:pt x="4215" y="18814"/>
                    <a:pt x="9401" y="18814"/>
                  </a:cubicBezTo>
                  <a:cubicBezTo>
                    <a:pt x="14586" y="18814"/>
                    <a:pt x="18808" y="14593"/>
                    <a:pt x="18808" y="9407"/>
                  </a:cubicBezTo>
                  <a:cubicBezTo>
                    <a:pt x="18808" y="4222"/>
                    <a:pt x="14586" y="0"/>
                    <a:pt x="940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68"/>
            <p:cNvSpPr/>
            <p:nvPr/>
          </p:nvSpPr>
          <p:spPr>
            <a:xfrm>
              <a:off x="7378383" y="5638209"/>
              <a:ext cx="147527" cy="147527"/>
            </a:xfrm>
            <a:custGeom>
              <a:rect b="b" l="l" r="r" t="t"/>
              <a:pathLst>
                <a:path extrusionOk="0" h="1915" w="1915">
                  <a:moveTo>
                    <a:pt x="957" y="0"/>
                  </a:moveTo>
                  <a:cubicBezTo>
                    <a:pt x="429" y="0"/>
                    <a:pt x="0" y="429"/>
                    <a:pt x="0" y="957"/>
                  </a:cubicBezTo>
                  <a:cubicBezTo>
                    <a:pt x="0" y="1486"/>
                    <a:pt x="429" y="1914"/>
                    <a:pt x="957" y="1914"/>
                  </a:cubicBezTo>
                  <a:cubicBezTo>
                    <a:pt x="1486" y="1914"/>
                    <a:pt x="1914" y="1486"/>
                    <a:pt x="1914" y="957"/>
                  </a:cubicBezTo>
                  <a:cubicBezTo>
                    <a:pt x="1914" y="429"/>
                    <a:pt x="1486" y="0"/>
                    <a:pt x="95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68"/>
            <p:cNvSpPr/>
            <p:nvPr/>
          </p:nvSpPr>
          <p:spPr>
            <a:xfrm>
              <a:off x="7191799" y="3773292"/>
              <a:ext cx="329181" cy="270325"/>
            </a:xfrm>
            <a:custGeom>
              <a:rect b="b" l="l" r="r" t="t"/>
              <a:pathLst>
                <a:path extrusionOk="0" h="3509" w="4273">
                  <a:moveTo>
                    <a:pt x="2759" y="0"/>
                  </a:moveTo>
                  <a:cubicBezTo>
                    <a:pt x="2205" y="0"/>
                    <a:pt x="1648" y="193"/>
                    <a:pt x="1222" y="530"/>
                  </a:cubicBezTo>
                  <a:cubicBezTo>
                    <a:pt x="379" y="1201"/>
                    <a:pt x="1" y="2408"/>
                    <a:pt x="322" y="3444"/>
                  </a:cubicBezTo>
                  <a:cubicBezTo>
                    <a:pt x="1043" y="3465"/>
                    <a:pt x="1351" y="3487"/>
                    <a:pt x="2072" y="3508"/>
                  </a:cubicBezTo>
                  <a:lnTo>
                    <a:pt x="4272" y="622"/>
                  </a:lnTo>
                  <a:cubicBezTo>
                    <a:pt x="3859" y="191"/>
                    <a:pt x="3310" y="0"/>
                    <a:pt x="27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68"/>
            <p:cNvSpPr/>
            <p:nvPr/>
          </p:nvSpPr>
          <p:spPr>
            <a:xfrm>
              <a:off x="7181938" y="3763739"/>
              <a:ext cx="345590" cy="288660"/>
            </a:xfrm>
            <a:custGeom>
              <a:rect b="b" l="l" r="r" t="t"/>
              <a:pathLst>
                <a:path extrusionOk="0" h="3747" w="4486">
                  <a:moveTo>
                    <a:pt x="2890" y="1"/>
                  </a:moveTo>
                  <a:cubicBezTo>
                    <a:pt x="2304" y="1"/>
                    <a:pt x="1719" y="211"/>
                    <a:pt x="1279" y="561"/>
                  </a:cubicBezTo>
                  <a:cubicBezTo>
                    <a:pt x="386" y="1268"/>
                    <a:pt x="0" y="2518"/>
                    <a:pt x="336" y="3604"/>
                  </a:cubicBezTo>
                  <a:lnTo>
                    <a:pt x="357" y="3682"/>
                  </a:lnTo>
                  <a:lnTo>
                    <a:pt x="443" y="3689"/>
                  </a:lnTo>
                  <a:cubicBezTo>
                    <a:pt x="879" y="3696"/>
                    <a:pt x="1157" y="3711"/>
                    <a:pt x="1479" y="3725"/>
                  </a:cubicBezTo>
                  <a:cubicBezTo>
                    <a:pt x="1686" y="3732"/>
                    <a:pt x="1907" y="3739"/>
                    <a:pt x="2193" y="3746"/>
                  </a:cubicBezTo>
                  <a:lnTo>
                    <a:pt x="2207" y="3518"/>
                  </a:lnTo>
                  <a:cubicBezTo>
                    <a:pt x="1914" y="3504"/>
                    <a:pt x="1693" y="3496"/>
                    <a:pt x="1486" y="3489"/>
                  </a:cubicBezTo>
                  <a:cubicBezTo>
                    <a:pt x="1186" y="3475"/>
                    <a:pt x="929" y="3461"/>
                    <a:pt x="536" y="3454"/>
                  </a:cubicBezTo>
                  <a:cubicBezTo>
                    <a:pt x="279" y="2489"/>
                    <a:pt x="643" y="1361"/>
                    <a:pt x="1429" y="746"/>
                  </a:cubicBezTo>
                  <a:cubicBezTo>
                    <a:pt x="1818" y="433"/>
                    <a:pt x="2354" y="243"/>
                    <a:pt x="2892" y="243"/>
                  </a:cubicBezTo>
                  <a:cubicBezTo>
                    <a:pt x="3408" y="243"/>
                    <a:pt x="3926" y="419"/>
                    <a:pt x="4314" y="832"/>
                  </a:cubicBezTo>
                  <a:lnTo>
                    <a:pt x="4486" y="668"/>
                  </a:lnTo>
                  <a:cubicBezTo>
                    <a:pt x="4041" y="202"/>
                    <a:pt x="3465" y="1"/>
                    <a:pt x="28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68"/>
            <p:cNvSpPr/>
            <p:nvPr/>
          </p:nvSpPr>
          <p:spPr>
            <a:xfrm>
              <a:off x="7318371" y="3809114"/>
              <a:ext cx="270787" cy="270248"/>
            </a:xfrm>
            <a:custGeom>
              <a:rect b="b" l="l" r="r" t="t"/>
              <a:pathLst>
                <a:path extrusionOk="0" h="3508" w="3515">
                  <a:moveTo>
                    <a:pt x="1758" y="0"/>
                  </a:moveTo>
                  <a:cubicBezTo>
                    <a:pt x="786" y="0"/>
                    <a:pt x="0" y="786"/>
                    <a:pt x="0" y="1750"/>
                  </a:cubicBezTo>
                  <a:cubicBezTo>
                    <a:pt x="0" y="2722"/>
                    <a:pt x="786" y="3507"/>
                    <a:pt x="1758" y="3507"/>
                  </a:cubicBezTo>
                  <a:cubicBezTo>
                    <a:pt x="2729" y="3507"/>
                    <a:pt x="3515" y="2722"/>
                    <a:pt x="3515" y="1750"/>
                  </a:cubicBezTo>
                  <a:cubicBezTo>
                    <a:pt x="3515" y="786"/>
                    <a:pt x="2729" y="0"/>
                    <a:pt x="1758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68"/>
            <p:cNvSpPr/>
            <p:nvPr/>
          </p:nvSpPr>
          <p:spPr>
            <a:xfrm>
              <a:off x="7184095" y="4128818"/>
              <a:ext cx="539340" cy="500282"/>
            </a:xfrm>
            <a:custGeom>
              <a:rect b="b" l="l" r="r" t="t"/>
              <a:pathLst>
                <a:path extrusionOk="0" h="6494" w="7001">
                  <a:moveTo>
                    <a:pt x="1" y="0"/>
                  </a:moveTo>
                  <a:lnTo>
                    <a:pt x="1" y="5215"/>
                  </a:lnTo>
                  <a:cubicBezTo>
                    <a:pt x="1" y="5922"/>
                    <a:pt x="572" y="6493"/>
                    <a:pt x="1279" y="6493"/>
                  </a:cubicBezTo>
                  <a:lnTo>
                    <a:pt x="5722" y="6493"/>
                  </a:lnTo>
                  <a:cubicBezTo>
                    <a:pt x="6429" y="6493"/>
                    <a:pt x="7001" y="5922"/>
                    <a:pt x="7001" y="5215"/>
                  </a:cubicBezTo>
                  <a:lnTo>
                    <a:pt x="7001" y="0"/>
                  </a:ln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68"/>
            <p:cNvSpPr/>
            <p:nvPr/>
          </p:nvSpPr>
          <p:spPr>
            <a:xfrm>
              <a:off x="6872094" y="4119805"/>
              <a:ext cx="421010" cy="1001719"/>
            </a:xfrm>
            <a:custGeom>
              <a:rect b="b" l="l" r="r" t="t"/>
              <a:pathLst>
                <a:path extrusionOk="0" h="13003" w="5465">
                  <a:moveTo>
                    <a:pt x="3772" y="0"/>
                  </a:moveTo>
                  <a:cubicBezTo>
                    <a:pt x="3161" y="0"/>
                    <a:pt x="2591" y="378"/>
                    <a:pt x="2372" y="989"/>
                  </a:cubicBezTo>
                  <a:lnTo>
                    <a:pt x="151" y="7203"/>
                  </a:lnTo>
                  <a:cubicBezTo>
                    <a:pt x="1" y="7617"/>
                    <a:pt x="43" y="8074"/>
                    <a:pt x="265" y="8453"/>
                  </a:cubicBezTo>
                  <a:lnTo>
                    <a:pt x="2479" y="12260"/>
                  </a:lnTo>
                  <a:cubicBezTo>
                    <a:pt x="2751" y="12739"/>
                    <a:pt x="3251" y="13003"/>
                    <a:pt x="3765" y="13003"/>
                  </a:cubicBezTo>
                  <a:cubicBezTo>
                    <a:pt x="4022" y="13003"/>
                    <a:pt x="4279" y="12939"/>
                    <a:pt x="4515" y="12803"/>
                  </a:cubicBezTo>
                  <a:cubicBezTo>
                    <a:pt x="5222" y="12389"/>
                    <a:pt x="5465" y="11474"/>
                    <a:pt x="5051" y="10767"/>
                  </a:cubicBezTo>
                  <a:lnTo>
                    <a:pt x="3186" y="7553"/>
                  </a:lnTo>
                  <a:lnTo>
                    <a:pt x="5179" y="1989"/>
                  </a:lnTo>
                  <a:cubicBezTo>
                    <a:pt x="5458" y="1217"/>
                    <a:pt x="5051" y="367"/>
                    <a:pt x="4279" y="89"/>
                  </a:cubicBezTo>
                  <a:cubicBezTo>
                    <a:pt x="4111" y="29"/>
                    <a:pt x="3940" y="0"/>
                    <a:pt x="3772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68"/>
            <p:cNvSpPr/>
            <p:nvPr/>
          </p:nvSpPr>
          <p:spPr>
            <a:xfrm>
              <a:off x="7049280" y="4917911"/>
              <a:ext cx="427096" cy="366467"/>
            </a:xfrm>
            <a:custGeom>
              <a:rect b="b" l="l" r="r" t="t"/>
              <a:pathLst>
                <a:path extrusionOk="0" h="4757" w="5544">
                  <a:moveTo>
                    <a:pt x="2365" y="0"/>
                  </a:moveTo>
                  <a:lnTo>
                    <a:pt x="1" y="1450"/>
                  </a:lnTo>
                  <a:cubicBezTo>
                    <a:pt x="315" y="2572"/>
                    <a:pt x="1901" y="4307"/>
                    <a:pt x="2758" y="4643"/>
                  </a:cubicBezTo>
                  <a:cubicBezTo>
                    <a:pt x="2960" y="4722"/>
                    <a:pt x="3228" y="4756"/>
                    <a:pt x="3514" y="4756"/>
                  </a:cubicBezTo>
                  <a:cubicBezTo>
                    <a:pt x="4439" y="4756"/>
                    <a:pt x="5544" y="4396"/>
                    <a:pt x="5151" y="4036"/>
                  </a:cubicBezTo>
                  <a:cubicBezTo>
                    <a:pt x="4629" y="3564"/>
                    <a:pt x="3779" y="2365"/>
                    <a:pt x="3779" y="2364"/>
                  </a:cubicBezTo>
                  <a:lnTo>
                    <a:pt x="3779" y="2364"/>
                  </a:lnTo>
                  <a:cubicBezTo>
                    <a:pt x="3779" y="2364"/>
                    <a:pt x="4892" y="2921"/>
                    <a:pt x="5147" y="2921"/>
                  </a:cubicBezTo>
                  <a:cubicBezTo>
                    <a:pt x="5255" y="2921"/>
                    <a:pt x="5209" y="2821"/>
                    <a:pt x="4858" y="2536"/>
                  </a:cubicBezTo>
                  <a:cubicBezTo>
                    <a:pt x="3672" y="1579"/>
                    <a:pt x="2365" y="0"/>
                    <a:pt x="2365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68"/>
            <p:cNvSpPr/>
            <p:nvPr/>
          </p:nvSpPr>
          <p:spPr>
            <a:xfrm>
              <a:off x="7275461" y="5139624"/>
              <a:ext cx="143675" cy="137666"/>
            </a:xfrm>
            <a:custGeom>
              <a:rect b="b" l="l" r="r" t="t"/>
              <a:pathLst>
                <a:path extrusionOk="0" h="1787" w="1865">
                  <a:moveTo>
                    <a:pt x="200" y="1"/>
                  </a:moveTo>
                  <a:lnTo>
                    <a:pt x="0" y="136"/>
                  </a:lnTo>
                  <a:cubicBezTo>
                    <a:pt x="486" y="844"/>
                    <a:pt x="1672" y="1744"/>
                    <a:pt x="1722" y="1786"/>
                  </a:cubicBezTo>
                  <a:lnTo>
                    <a:pt x="1865" y="1594"/>
                  </a:lnTo>
                  <a:cubicBezTo>
                    <a:pt x="1850" y="1586"/>
                    <a:pt x="657" y="679"/>
                    <a:pt x="2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68"/>
            <p:cNvSpPr/>
            <p:nvPr/>
          </p:nvSpPr>
          <p:spPr>
            <a:xfrm>
              <a:off x="7208285" y="5153953"/>
              <a:ext cx="160777" cy="135971"/>
            </a:xfrm>
            <a:custGeom>
              <a:rect b="b" l="l" r="r" t="t"/>
              <a:pathLst>
                <a:path extrusionOk="0" h="1765" w="2087">
                  <a:moveTo>
                    <a:pt x="201" y="0"/>
                  </a:moveTo>
                  <a:lnTo>
                    <a:pt x="1" y="129"/>
                  </a:lnTo>
                  <a:cubicBezTo>
                    <a:pt x="558" y="958"/>
                    <a:pt x="1908" y="1765"/>
                    <a:pt x="2058" y="1765"/>
                  </a:cubicBezTo>
                  <a:lnTo>
                    <a:pt x="2065" y="1765"/>
                  </a:lnTo>
                  <a:lnTo>
                    <a:pt x="2044" y="1643"/>
                  </a:lnTo>
                  <a:lnTo>
                    <a:pt x="2087" y="1536"/>
                  </a:lnTo>
                  <a:cubicBezTo>
                    <a:pt x="1944" y="1479"/>
                    <a:pt x="737" y="80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68"/>
            <p:cNvSpPr/>
            <p:nvPr/>
          </p:nvSpPr>
          <p:spPr>
            <a:xfrm>
              <a:off x="7167609" y="5173752"/>
              <a:ext cx="148066" cy="120024"/>
            </a:xfrm>
            <a:custGeom>
              <a:rect b="b" l="l" r="r" t="t"/>
              <a:pathLst>
                <a:path extrusionOk="0" h="1558" w="1922">
                  <a:moveTo>
                    <a:pt x="200" y="1"/>
                  </a:moveTo>
                  <a:lnTo>
                    <a:pt x="0" y="129"/>
                  </a:lnTo>
                  <a:cubicBezTo>
                    <a:pt x="572" y="1058"/>
                    <a:pt x="1793" y="1551"/>
                    <a:pt x="1907" y="1558"/>
                  </a:cubicBezTo>
                  <a:lnTo>
                    <a:pt x="1915" y="1322"/>
                  </a:lnTo>
                  <a:lnTo>
                    <a:pt x="1922" y="1322"/>
                  </a:lnTo>
                  <a:cubicBezTo>
                    <a:pt x="1779" y="1293"/>
                    <a:pt x="686" y="793"/>
                    <a:pt x="2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68"/>
            <p:cNvSpPr/>
            <p:nvPr/>
          </p:nvSpPr>
          <p:spPr>
            <a:xfrm>
              <a:off x="6978328" y="4121269"/>
              <a:ext cx="325252" cy="357608"/>
            </a:xfrm>
            <a:custGeom>
              <a:rect b="b" l="l" r="r" t="t"/>
              <a:pathLst>
                <a:path extrusionOk="0" h="4642" w="4222">
                  <a:moveTo>
                    <a:pt x="2471" y="0"/>
                  </a:moveTo>
                  <a:cubicBezTo>
                    <a:pt x="1869" y="0"/>
                    <a:pt x="1298" y="357"/>
                    <a:pt x="1050" y="948"/>
                  </a:cubicBezTo>
                  <a:lnTo>
                    <a:pt x="0" y="3455"/>
                  </a:lnTo>
                  <a:lnTo>
                    <a:pt x="2843" y="4641"/>
                  </a:lnTo>
                  <a:lnTo>
                    <a:pt x="3893" y="2134"/>
                  </a:lnTo>
                  <a:cubicBezTo>
                    <a:pt x="4222" y="1355"/>
                    <a:pt x="3850" y="448"/>
                    <a:pt x="3064" y="120"/>
                  </a:cubicBezTo>
                  <a:cubicBezTo>
                    <a:pt x="2870" y="39"/>
                    <a:pt x="2669" y="0"/>
                    <a:pt x="2471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68"/>
            <p:cNvSpPr/>
            <p:nvPr/>
          </p:nvSpPr>
          <p:spPr>
            <a:xfrm>
              <a:off x="7273227" y="3803798"/>
              <a:ext cx="249370" cy="164090"/>
            </a:xfrm>
            <a:custGeom>
              <a:rect b="b" l="l" r="r" t="t"/>
              <a:pathLst>
                <a:path extrusionOk="0" h="2130" w="3237">
                  <a:moveTo>
                    <a:pt x="2241" y="0"/>
                  </a:moveTo>
                  <a:cubicBezTo>
                    <a:pt x="1920" y="0"/>
                    <a:pt x="1561" y="100"/>
                    <a:pt x="1158" y="362"/>
                  </a:cubicBezTo>
                  <a:cubicBezTo>
                    <a:pt x="1158" y="362"/>
                    <a:pt x="736" y="584"/>
                    <a:pt x="194" y="705"/>
                  </a:cubicBezTo>
                  <a:lnTo>
                    <a:pt x="1" y="2112"/>
                  </a:lnTo>
                  <a:cubicBezTo>
                    <a:pt x="79" y="2124"/>
                    <a:pt x="158" y="2129"/>
                    <a:pt x="237" y="2129"/>
                  </a:cubicBezTo>
                  <a:cubicBezTo>
                    <a:pt x="1683" y="2129"/>
                    <a:pt x="3236" y="312"/>
                    <a:pt x="3236" y="312"/>
                  </a:cubicBezTo>
                  <a:cubicBezTo>
                    <a:pt x="2947" y="138"/>
                    <a:pt x="2619" y="0"/>
                    <a:pt x="22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68"/>
            <p:cNvSpPr/>
            <p:nvPr/>
          </p:nvSpPr>
          <p:spPr>
            <a:xfrm>
              <a:off x="7189025" y="4293370"/>
              <a:ext cx="92522" cy="189358"/>
            </a:xfrm>
            <a:custGeom>
              <a:rect b="b" l="l" r="r" t="t"/>
              <a:pathLst>
                <a:path extrusionOk="0" h="2458" w="1201">
                  <a:moveTo>
                    <a:pt x="987" y="0"/>
                  </a:moveTo>
                  <a:lnTo>
                    <a:pt x="1" y="2364"/>
                  </a:lnTo>
                  <a:lnTo>
                    <a:pt x="215" y="2457"/>
                  </a:lnTo>
                  <a:lnTo>
                    <a:pt x="1201" y="93"/>
                  </a:lnTo>
                  <a:lnTo>
                    <a:pt x="98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68"/>
            <p:cNvSpPr/>
            <p:nvPr/>
          </p:nvSpPr>
          <p:spPr>
            <a:xfrm>
              <a:off x="7705791" y="4291136"/>
              <a:ext cx="87515" cy="180037"/>
            </a:xfrm>
            <a:custGeom>
              <a:rect b="b" l="l" r="r" t="t"/>
              <a:pathLst>
                <a:path extrusionOk="0" h="2337" w="1136">
                  <a:moveTo>
                    <a:pt x="171" y="0"/>
                  </a:moveTo>
                  <a:lnTo>
                    <a:pt x="0" y="158"/>
                  </a:lnTo>
                  <a:cubicBezTo>
                    <a:pt x="843" y="1065"/>
                    <a:pt x="157" y="2158"/>
                    <a:pt x="129" y="2208"/>
                  </a:cubicBezTo>
                  <a:lnTo>
                    <a:pt x="329" y="2336"/>
                  </a:lnTo>
                  <a:cubicBezTo>
                    <a:pt x="336" y="2322"/>
                    <a:pt x="1136" y="1043"/>
                    <a:pt x="17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68"/>
            <p:cNvSpPr/>
            <p:nvPr/>
          </p:nvSpPr>
          <p:spPr>
            <a:xfrm>
              <a:off x="7477376" y="3999242"/>
              <a:ext cx="55159" cy="22880"/>
            </a:xfrm>
            <a:custGeom>
              <a:rect b="b" l="l" r="r" t="t"/>
              <a:pathLst>
                <a:path extrusionOk="0" h="297" w="716">
                  <a:moveTo>
                    <a:pt x="139" y="0"/>
                  </a:moveTo>
                  <a:cubicBezTo>
                    <a:pt x="99" y="0"/>
                    <a:pt x="60" y="21"/>
                    <a:pt x="36" y="54"/>
                  </a:cubicBezTo>
                  <a:cubicBezTo>
                    <a:pt x="1" y="111"/>
                    <a:pt x="22" y="182"/>
                    <a:pt x="72" y="218"/>
                  </a:cubicBezTo>
                  <a:cubicBezTo>
                    <a:pt x="165" y="275"/>
                    <a:pt x="258" y="297"/>
                    <a:pt x="344" y="297"/>
                  </a:cubicBezTo>
                  <a:cubicBezTo>
                    <a:pt x="508" y="297"/>
                    <a:pt x="636" y="225"/>
                    <a:pt x="644" y="225"/>
                  </a:cubicBezTo>
                  <a:cubicBezTo>
                    <a:pt x="701" y="189"/>
                    <a:pt x="715" y="118"/>
                    <a:pt x="686" y="61"/>
                  </a:cubicBezTo>
                  <a:cubicBezTo>
                    <a:pt x="667" y="23"/>
                    <a:pt x="629" y="1"/>
                    <a:pt x="589" y="1"/>
                  </a:cubicBezTo>
                  <a:cubicBezTo>
                    <a:pt x="569" y="1"/>
                    <a:pt x="548" y="6"/>
                    <a:pt x="529" y="18"/>
                  </a:cubicBezTo>
                  <a:cubicBezTo>
                    <a:pt x="529" y="18"/>
                    <a:pt x="447" y="59"/>
                    <a:pt x="349" y="59"/>
                  </a:cubicBezTo>
                  <a:cubicBezTo>
                    <a:pt x="301" y="59"/>
                    <a:pt x="248" y="49"/>
                    <a:pt x="201" y="18"/>
                  </a:cubicBezTo>
                  <a:cubicBezTo>
                    <a:pt x="181" y="6"/>
                    <a:pt x="160" y="0"/>
                    <a:pt x="13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68"/>
            <p:cNvSpPr/>
            <p:nvPr/>
          </p:nvSpPr>
          <p:spPr>
            <a:xfrm>
              <a:off x="7548944" y="3920818"/>
              <a:ext cx="18258" cy="29736"/>
            </a:xfrm>
            <a:custGeom>
              <a:rect b="b" l="l" r="r" t="t"/>
              <a:pathLst>
                <a:path extrusionOk="0" h="386" w="237">
                  <a:moveTo>
                    <a:pt x="115" y="0"/>
                  </a:moveTo>
                  <a:cubicBezTo>
                    <a:pt x="50" y="0"/>
                    <a:pt x="0" y="50"/>
                    <a:pt x="0" y="115"/>
                  </a:cubicBezTo>
                  <a:lnTo>
                    <a:pt x="0" y="265"/>
                  </a:lnTo>
                  <a:cubicBezTo>
                    <a:pt x="0" y="329"/>
                    <a:pt x="50" y="386"/>
                    <a:pt x="115" y="386"/>
                  </a:cubicBezTo>
                  <a:cubicBezTo>
                    <a:pt x="179" y="386"/>
                    <a:pt x="236" y="329"/>
                    <a:pt x="236" y="265"/>
                  </a:cubicBezTo>
                  <a:lnTo>
                    <a:pt x="236" y="115"/>
                  </a:lnTo>
                  <a:cubicBezTo>
                    <a:pt x="236" y="50"/>
                    <a:pt x="179" y="0"/>
                    <a:pt x="11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68"/>
            <p:cNvSpPr/>
            <p:nvPr/>
          </p:nvSpPr>
          <p:spPr>
            <a:xfrm>
              <a:off x="7448256" y="3920818"/>
              <a:ext cx="18181" cy="29736"/>
            </a:xfrm>
            <a:custGeom>
              <a:rect b="b" l="l" r="r" t="t"/>
              <a:pathLst>
                <a:path extrusionOk="0" h="386" w="236">
                  <a:moveTo>
                    <a:pt x="114" y="0"/>
                  </a:moveTo>
                  <a:cubicBezTo>
                    <a:pt x="50" y="0"/>
                    <a:pt x="0" y="50"/>
                    <a:pt x="0" y="115"/>
                  </a:cubicBezTo>
                  <a:lnTo>
                    <a:pt x="0" y="265"/>
                  </a:lnTo>
                  <a:cubicBezTo>
                    <a:pt x="0" y="329"/>
                    <a:pt x="50" y="386"/>
                    <a:pt x="114" y="386"/>
                  </a:cubicBezTo>
                  <a:cubicBezTo>
                    <a:pt x="179" y="386"/>
                    <a:pt x="236" y="329"/>
                    <a:pt x="236" y="265"/>
                  </a:cubicBezTo>
                  <a:lnTo>
                    <a:pt x="236" y="115"/>
                  </a:lnTo>
                  <a:cubicBezTo>
                    <a:pt x="236" y="50"/>
                    <a:pt x="179" y="0"/>
                    <a:pt x="11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68"/>
            <p:cNvSpPr/>
            <p:nvPr/>
          </p:nvSpPr>
          <p:spPr>
            <a:xfrm>
              <a:off x="7304042" y="3922975"/>
              <a:ext cx="61707" cy="61707"/>
            </a:xfrm>
            <a:custGeom>
              <a:rect b="b" l="l" r="r" t="t"/>
              <a:pathLst>
                <a:path extrusionOk="0" h="801" w="801">
                  <a:moveTo>
                    <a:pt x="401" y="1"/>
                  </a:moveTo>
                  <a:cubicBezTo>
                    <a:pt x="179" y="1"/>
                    <a:pt x="1" y="179"/>
                    <a:pt x="1" y="401"/>
                  </a:cubicBezTo>
                  <a:cubicBezTo>
                    <a:pt x="1" y="622"/>
                    <a:pt x="179" y="801"/>
                    <a:pt x="401" y="801"/>
                  </a:cubicBezTo>
                  <a:cubicBezTo>
                    <a:pt x="622" y="801"/>
                    <a:pt x="801" y="622"/>
                    <a:pt x="801" y="401"/>
                  </a:cubicBezTo>
                  <a:cubicBezTo>
                    <a:pt x="801" y="179"/>
                    <a:pt x="622" y="1"/>
                    <a:pt x="401" y="1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68"/>
            <p:cNvSpPr/>
            <p:nvPr/>
          </p:nvSpPr>
          <p:spPr>
            <a:xfrm>
              <a:off x="10216051" y="5746061"/>
              <a:ext cx="1054952" cy="629011"/>
            </a:xfrm>
            <a:custGeom>
              <a:rect b="b" l="l" r="r" t="t"/>
              <a:pathLst>
                <a:path extrusionOk="0" h="8165" w="13694">
                  <a:moveTo>
                    <a:pt x="2401" y="0"/>
                  </a:moveTo>
                  <a:cubicBezTo>
                    <a:pt x="1072" y="0"/>
                    <a:pt x="1" y="1072"/>
                    <a:pt x="1" y="2400"/>
                  </a:cubicBezTo>
                  <a:lnTo>
                    <a:pt x="1" y="5764"/>
                  </a:lnTo>
                  <a:cubicBezTo>
                    <a:pt x="1" y="7086"/>
                    <a:pt x="1072" y="8164"/>
                    <a:pt x="2401" y="8164"/>
                  </a:cubicBezTo>
                  <a:lnTo>
                    <a:pt x="13693" y="8164"/>
                  </a:lnTo>
                  <a:lnTo>
                    <a:pt x="13693" y="0"/>
                  </a:ln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68"/>
            <p:cNvSpPr/>
            <p:nvPr/>
          </p:nvSpPr>
          <p:spPr>
            <a:xfrm>
              <a:off x="9373572" y="4765993"/>
              <a:ext cx="1240381" cy="402906"/>
            </a:xfrm>
            <a:custGeom>
              <a:rect b="b" l="l" r="r" t="t"/>
              <a:pathLst>
                <a:path extrusionOk="0" h="5230" w="16101">
                  <a:moveTo>
                    <a:pt x="15837" y="1358"/>
                  </a:moveTo>
                  <a:cubicBezTo>
                    <a:pt x="15572" y="486"/>
                    <a:pt x="14651" y="1"/>
                    <a:pt x="13779" y="265"/>
                  </a:cubicBezTo>
                  <a:lnTo>
                    <a:pt x="8615" y="1844"/>
                  </a:lnTo>
                  <a:lnTo>
                    <a:pt x="8387" y="1844"/>
                  </a:lnTo>
                  <a:lnTo>
                    <a:pt x="2237" y="251"/>
                  </a:lnTo>
                  <a:cubicBezTo>
                    <a:pt x="1351" y="22"/>
                    <a:pt x="458" y="551"/>
                    <a:pt x="230" y="1429"/>
                  </a:cubicBezTo>
                  <a:cubicBezTo>
                    <a:pt x="1" y="2308"/>
                    <a:pt x="530" y="3208"/>
                    <a:pt x="1408" y="3436"/>
                  </a:cubicBezTo>
                  <a:lnTo>
                    <a:pt x="8137" y="5179"/>
                  </a:lnTo>
                  <a:cubicBezTo>
                    <a:pt x="8272" y="5215"/>
                    <a:pt x="8408" y="5229"/>
                    <a:pt x="8544" y="5229"/>
                  </a:cubicBezTo>
                  <a:cubicBezTo>
                    <a:pt x="8708" y="5229"/>
                    <a:pt x="8872" y="5208"/>
                    <a:pt x="9029" y="5158"/>
                  </a:cubicBezTo>
                  <a:lnTo>
                    <a:pt x="14744" y="3415"/>
                  </a:lnTo>
                  <a:cubicBezTo>
                    <a:pt x="15608" y="3151"/>
                    <a:pt x="16101" y="2229"/>
                    <a:pt x="15837" y="1358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68"/>
            <p:cNvSpPr/>
            <p:nvPr/>
          </p:nvSpPr>
          <p:spPr>
            <a:xfrm>
              <a:off x="8988385" y="5248092"/>
              <a:ext cx="2033867" cy="1067509"/>
            </a:xfrm>
            <a:custGeom>
              <a:rect b="b" l="l" r="r" t="t"/>
              <a:pathLst>
                <a:path extrusionOk="0" h="13857" w="26401">
                  <a:moveTo>
                    <a:pt x="11992" y="0"/>
                  </a:moveTo>
                  <a:cubicBezTo>
                    <a:pt x="11344" y="0"/>
                    <a:pt x="10720" y="261"/>
                    <a:pt x="10265" y="728"/>
                  </a:cubicBezTo>
                  <a:lnTo>
                    <a:pt x="4601" y="6578"/>
                  </a:lnTo>
                  <a:lnTo>
                    <a:pt x="1580" y="8250"/>
                  </a:lnTo>
                  <a:cubicBezTo>
                    <a:pt x="422" y="8893"/>
                    <a:pt x="1" y="10343"/>
                    <a:pt x="644" y="11500"/>
                  </a:cubicBezTo>
                  <a:cubicBezTo>
                    <a:pt x="701" y="11607"/>
                    <a:pt x="765" y="11707"/>
                    <a:pt x="837" y="11800"/>
                  </a:cubicBezTo>
                  <a:cubicBezTo>
                    <a:pt x="908" y="12307"/>
                    <a:pt x="1144" y="12793"/>
                    <a:pt x="1537" y="13178"/>
                  </a:cubicBezTo>
                  <a:cubicBezTo>
                    <a:pt x="2001" y="13628"/>
                    <a:pt x="2601" y="13857"/>
                    <a:pt x="3201" y="13857"/>
                  </a:cubicBezTo>
                  <a:cubicBezTo>
                    <a:pt x="3830" y="13857"/>
                    <a:pt x="4451" y="13607"/>
                    <a:pt x="4922" y="13128"/>
                  </a:cubicBezTo>
                  <a:lnTo>
                    <a:pt x="7537" y="10421"/>
                  </a:lnTo>
                  <a:lnTo>
                    <a:pt x="14808" y="6400"/>
                  </a:lnTo>
                  <a:lnTo>
                    <a:pt x="21408" y="6414"/>
                  </a:lnTo>
                  <a:lnTo>
                    <a:pt x="23929" y="6414"/>
                  </a:lnTo>
                  <a:cubicBezTo>
                    <a:pt x="25187" y="6414"/>
                    <a:pt x="26229" y="5443"/>
                    <a:pt x="26315" y="4186"/>
                  </a:cubicBezTo>
                  <a:cubicBezTo>
                    <a:pt x="26401" y="2928"/>
                    <a:pt x="25501" y="1828"/>
                    <a:pt x="24258" y="1657"/>
                  </a:cubicBezTo>
                  <a:lnTo>
                    <a:pt x="12308" y="21"/>
                  </a:lnTo>
                  <a:cubicBezTo>
                    <a:pt x="12202" y="7"/>
                    <a:pt x="12097" y="0"/>
                    <a:pt x="11992" y="0"/>
                  </a:cubicBezTo>
                  <a:close/>
                </a:path>
              </a:pathLst>
            </a:custGeom>
            <a:solidFill>
              <a:srgbClr val="8A6DF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68"/>
            <p:cNvSpPr/>
            <p:nvPr/>
          </p:nvSpPr>
          <p:spPr>
            <a:xfrm>
              <a:off x="10476900" y="4480416"/>
              <a:ext cx="279569" cy="279646"/>
            </a:xfrm>
            <a:custGeom>
              <a:rect b="b" l="l" r="r" t="t"/>
              <a:pathLst>
                <a:path extrusionOk="0" h="3630" w="3629">
                  <a:moveTo>
                    <a:pt x="1815" y="1"/>
                  </a:moveTo>
                  <a:cubicBezTo>
                    <a:pt x="815" y="1"/>
                    <a:pt x="0" y="815"/>
                    <a:pt x="0" y="1815"/>
                  </a:cubicBezTo>
                  <a:cubicBezTo>
                    <a:pt x="0" y="2815"/>
                    <a:pt x="815" y="3629"/>
                    <a:pt x="1815" y="3629"/>
                  </a:cubicBezTo>
                  <a:cubicBezTo>
                    <a:pt x="2822" y="3629"/>
                    <a:pt x="3629" y="2815"/>
                    <a:pt x="3629" y="1815"/>
                  </a:cubicBezTo>
                  <a:cubicBezTo>
                    <a:pt x="3629" y="815"/>
                    <a:pt x="2822" y="1"/>
                    <a:pt x="1815" y="1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68"/>
            <p:cNvSpPr/>
            <p:nvPr/>
          </p:nvSpPr>
          <p:spPr>
            <a:xfrm>
              <a:off x="10459258" y="4793496"/>
              <a:ext cx="522314" cy="516228"/>
            </a:xfrm>
            <a:custGeom>
              <a:rect b="b" l="l" r="r" t="t"/>
              <a:pathLst>
                <a:path extrusionOk="0" h="6701" w="6780">
                  <a:moveTo>
                    <a:pt x="1" y="1"/>
                  </a:moveTo>
                  <a:lnTo>
                    <a:pt x="1036" y="5644"/>
                  </a:lnTo>
                  <a:cubicBezTo>
                    <a:pt x="1129" y="6272"/>
                    <a:pt x="1515" y="6701"/>
                    <a:pt x="2094" y="6701"/>
                  </a:cubicBezTo>
                  <a:lnTo>
                    <a:pt x="5729" y="6701"/>
                  </a:lnTo>
                  <a:cubicBezTo>
                    <a:pt x="6308" y="6701"/>
                    <a:pt x="6779" y="6229"/>
                    <a:pt x="6779" y="5644"/>
                  </a:cubicBezTo>
                  <a:lnTo>
                    <a:pt x="5994" y="1372"/>
                  </a:lnTo>
                  <a:cubicBezTo>
                    <a:pt x="5851" y="572"/>
                    <a:pt x="5158" y="1"/>
                    <a:pt x="4351" y="1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68"/>
            <p:cNvSpPr/>
            <p:nvPr/>
          </p:nvSpPr>
          <p:spPr>
            <a:xfrm>
              <a:off x="8601042" y="5828568"/>
              <a:ext cx="677468" cy="556365"/>
            </a:xfrm>
            <a:custGeom>
              <a:rect b="b" l="l" r="r" t="t"/>
              <a:pathLst>
                <a:path extrusionOk="0" h="7222" w="8794">
                  <a:moveTo>
                    <a:pt x="0" y="1"/>
                  </a:moveTo>
                  <a:lnTo>
                    <a:pt x="4072" y="7222"/>
                  </a:lnTo>
                  <a:lnTo>
                    <a:pt x="8793" y="4872"/>
                  </a:lnTo>
                  <a:lnTo>
                    <a:pt x="7443" y="222"/>
                  </a:lnTo>
                  <a:cubicBezTo>
                    <a:pt x="6273" y="805"/>
                    <a:pt x="5115" y="1006"/>
                    <a:pt x="4073" y="1006"/>
                  </a:cubicBezTo>
                  <a:cubicBezTo>
                    <a:pt x="1746" y="1006"/>
                    <a:pt x="1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68"/>
            <p:cNvSpPr/>
            <p:nvPr/>
          </p:nvSpPr>
          <p:spPr>
            <a:xfrm>
              <a:off x="8591104" y="5819555"/>
              <a:ext cx="697266" cy="574777"/>
            </a:xfrm>
            <a:custGeom>
              <a:rect b="b" l="l" r="r" t="t"/>
              <a:pathLst>
                <a:path extrusionOk="0" h="7461" w="9051">
                  <a:moveTo>
                    <a:pt x="422" y="396"/>
                  </a:moveTo>
                  <a:lnTo>
                    <a:pt x="422" y="396"/>
                  </a:lnTo>
                  <a:cubicBezTo>
                    <a:pt x="1054" y="685"/>
                    <a:pt x="2482" y="1235"/>
                    <a:pt x="4224" y="1235"/>
                  </a:cubicBezTo>
                  <a:cubicBezTo>
                    <a:pt x="5242" y="1235"/>
                    <a:pt x="6366" y="1048"/>
                    <a:pt x="7501" y="510"/>
                  </a:cubicBezTo>
                  <a:lnTo>
                    <a:pt x="8779" y="4932"/>
                  </a:lnTo>
                  <a:lnTo>
                    <a:pt x="4251" y="7189"/>
                  </a:lnTo>
                  <a:lnTo>
                    <a:pt x="422" y="396"/>
                  </a:lnTo>
                  <a:close/>
                  <a:moveTo>
                    <a:pt x="132" y="0"/>
                  </a:moveTo>
                  <a:cubicBezTo>
                    <a:pt x="101" y="0"/>
                    <a:pt x="72" y="13"/>
                    <a:pt x="51" y="39"/>
                  </a:cubicBezTo>
                  <a:cubicBezTo>
                    <a:pt x="8" y="75"/>
                    <a:pt x="1" y="132"/>
                    <a:pt x="29" y="175"/>
                  </a:cubicBezTo>
                  <a:lnTo>
                    <a:pt x="4101" y="7403"/>
                  </a:lnTo>
                  <a:cubicBezTo>
                    <a:pt x="4122" y="7439"/>
                    <a:pt x="4158" y="7460"/>
                    <a:pt x="4201" y="7460"/>
                  </a:cubicBezTo>
                  <a:cubicBezTo>
                    <a:pt x="4215" y="7460"/>
                    <a:pt x="4237" y="7453"/>
                    <a:pt x="4251" y="7446"/>
                  </a:cubicBezTo>
                  <a:lnTo>
                    <a:pt x="8972" y="5096"/>
                  </a:lnTo>
                  <a:cubicBezTo>
                    <a:pt x="9022" y="5068"/>
                    <a:pt x="9051" y="5010"/>
                    <a:pt x="9037" y="4960"/>
                  </a:cubicBezTo>
                  <a:lnTo>
                    <a:pt x="7687" y="310"/>
                  </a:lnTo>
                  <a:cubicBezTo>
                    <a:pt x="7679" y="275"/>
                    <a:pt x="7651" y="246"/>
                    <a:pt x="7622" y="232"/>
                  </a:cubicBezTo>
                  <a:cubicBezTo>
                    <a:pt x="7609" y="225"/>
                    <a:pt x="7594" y="222"/>
                    <a:pt x="7578" y="222"/>
                  </a:cubicBezTo>
                  <a:cubicBezTo>
                    <a:pt x="7558" y="222"/>
                    <a:pt x="7538" y="227"/>
                    <a:pt x="7522" y="239"/>
                  </a:cubicBezTo>
                  <a:cubicBezTo>
                    <a:pt x="6379" y="806"/>
                    <a:pt x="5243" y="1002"/>
                    <a:pt x="4220" y="1002"/>
                  </a:cubicBezTo>
                  <a:cubicBezTo>
                    <a:pt x="1942" y="1002"/>
                    <a:pt x="218" y="32"/>
                    <a:pt x="194" y="18"/>
                  </a:cubicBezTo>
                  <a:cubicBezTo>
                    <a:pt x="174" y="6"/>
                    <a:pt x="153" y="0"/>
                    <a:pt x="132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68"/>
            <p:cNvSpPr/>
            <p:nvPr/>
          </p:nvSpPr>
          <p:spPr>
            <a:xfrm>
              <a:off x="9451225" y="5423583"/>
              <a:ext cx="1269501" cy="751193"/>
            </a:xfrm>
            <a:custGeom>
              <a:rect b="b" l="l" r="r" t="t"/>
              <a:pathLst>
                <a:path extrusionOk="0" h="9751" w="16479">
                  <a:moveTo>
                    <a:pt x="8750" y="0"/>
                  </a:moveTo>
                  <a:lnTo>
                    <a:pt x="0" y="9593"/>
                  </a:lnTo>
                  <a:lnTo>
                    <a:pt x="172" y="9750"/>
                  </a:lnTo>
                  <a:lnTo>
                    <a:pt x="8850" y="229"/>
                  </a:lnTo>
                  <a:lnTo>
                    <a:pt x="16479" y="229"/>
                  </a:lnTo>
                  <a:lnTo>
                    <a:pt x="1647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68"/>
            <p:cNvSpPr/>
            <p:nvPr/>
          </p:nvSpPr>
          <p:spPr>
            <a:xfrm>
              <a:off x="10793292" y="4933318"/>
              <a:ext cx="143675" cy="382491"/>
            </a:xfrm>
            <a:custGeom>
              <a:rect b="b" l="l" r="r" t="t"/>
              <a:pathLst>
                <a:path extrusionOk="0" h="4965" w="1865">
                  <a:moveTo>
                    <a:pt x="1636" y="0"/>
                  </a:moveTo>
                  <a:lnTo>
                    <a:pt x="0" y="4893"/>
                  </a:lnTo>
                  <a:lnTo>
                    <a:pt x="222" y="4964"/>
                  </a:lnTo>
                  <a:lnTo>
                    <a:pt x="1865" y="79"/>
                  </a:lnTo>
                  <a:lnTo>
                    <a:pt x="163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68"/>
            <p:cNvSpPr/>
            <p:nvPr/>
          </p:nvSpPr>
          <p:spPr>
            <a:xfrm>
              <a:off x="9902433" y="4809982"/>
              <a:ext cx="1026833" cy="749036"/>
            </a:xfrm>
            <a:custGeom>
              <a:rect b="b" l="l" r="r" t="t"/>
              <a:pathLst>
                <a:path extrusionOk="0" h="9723" w="13329">
                  <a:moveTo>
                    <a:pt x="11489" y="1"/>
                  </a:moveTo>
                  <a:cubicBezTo>
                    <a:pt x="10785" y="1"/>
                    <a:pt x="10137" y="455"/>
                    <a:pt x="9922" y="1165"/>
                  </a:cubicBezTo>
                  <a:lnTo>
                    <a:pt x="8464" y="5930"/>
                  </a:lnTo>
                  <a:lnTo>
                    <a:pt x="2436" y="3687"/>
                  </a:lnTo>
                  <a:cubicBezTo>
                    <a:pt x="2249" y="3618"/>
                    <a:pt x="2056" y="3585"/>
                    <a:pt x="1867" y="3585"/>
                  </a:cubicBezTo>
                  <a:cubicBezTo>
                    <a:pt x="1198" y="3585"/>
                    <a:pt x="567" y="3996"/>
                    <a:pt x="322" y="4658"/>
                  </a:cubicBezTo>
                  <a:cubicBezTo>
                    <a:pt x="0" y="5508"/>
                    <a:pt x="436" y="6458"/>
                    <a:pt x="1286" y="6773"/>
                  </a:cubicBezTo>
                  <a:lnTo>
                    <a:pt x="8950" y="9623"/>
                  </a:lnTo>
                  <a:cubicBezTo>
                    <a:pt x="9136" y="9694"/>
                    <a:pt x="9329" y="9723"/>
                    <a:pt x="9529" y="9723"/>
                  </a:cubicBezTo>
                  <a:cubicBezTo>
                    <a:pt x="9779" y="9723"/>
                    <a:pt x="10029" y="9665"/>
                    <a:pt x="10257" y="9551"/>
                  </a:cubicBezTo>
                  <a:cubicBezTo>
                    <a:pt x="10664" y="9351"/>
                    <a:pt x="10964" y="8994"/>
                    <a:pt x="11100" y="8558"/>
                  </a:cubicBezTo>
                  <a:lnTo>
                    <a:pt x="13064" y="2123"/>
                  </a:lnTo>
                  <a:cubicBezTo>
                    <a:pt x="13329" y="1258"/>
                    <a:pt x="12843" y="337"/>
                    <a:pt x="11972" y="73"/>
                  </a:cubicBezTo>
                  <a:cubicBezTo>
                    <a:pt x="11811" y="24"/>
                    <a:pt x="11649" y="1"/>
                    <a:pt x="11489" y="1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68"/>
            <p:cNvSpPr/>
            <p:nvPr/>
          </p:nvSpPr>
          <p:spPr>
            <a:xfrm>
              <a:off x="9473720" y="5065745"/>
              <a:ext cx="626854" cy="267089"/>
            </a:xfrm>
            <a:custGeom>
              <a:rect b="b" l="l" r="r" t="t"/>
              <a:pathLst>
                <a:path extrusionOk="0" h="3467" w="8137">
                  <a:moveTo>
                    <a:pt x="5443" y="0"/>
                  </a:moveTo>
                  <a:cubicBezTo>
                    <a:pt x="4645" y="0"/>
                    <a:pt x="3732" y="150"/>
                    <a:pt x="2794" y="603"/>
                  </a:cubicBezTo>
                  <a:cubicBezTo>
                    <a:pt x="1" y="1945"/>
                    <a:pt x="5015" y="2460"/>
                    <a:pt x="7351" y="3467"/>
                  </a:cubicBezTo>
                  <a:lnTo>
                    <a:pt x="8137" y="581"/>
                  </a:lnTo>
                  <a:cubicBezTo>
                    <a:pt x="8137" y="581"/>
                    <a:pt x="7012" y="0"/>
                    <a:pt x="5443" y="0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68"/>
            <p:cNvSpPr/>
            <p:nvPr/>
          </p:nvSpPr>
          <p:spPr>
            <a:xfrm>
              <a:off x="9615854" y="5027997"/>
              <a:ext cx="302064" cy="91366"/>
            </a:xfrm>
            <a:custGeom>
              <a:rect b="b" l="l" r="r" t="t"/>
              <a:pathLst>
                <a:path extrusionOk="0" h="1186" w="3921">
                  <a:moveTo>
                    <a:pt x="652" y="1"/>
                  </a:moveTo>
                  <a:cubicBezTo>
                    <a:pt x="1" y="1"/>
                    <a:pt x="476" y="1089"/>
                    <a:pt x="2942" y="1185"/>
                  </a:cubicBezTo>
                  <a:lnTo>
                    <a:pt x="3920" y="507"/>
                  </a:lnTo>
                  <a:cubicBezTo>
                    <a:pt x="3920" y="507"/>
                    <a:pt x="1735" y="293"/>
                    <a:pt x="906" y="43"/>
                  </a:cubicBezTo>
                  <a:cubicBezTo>
                    <a:pt x="808" y="14"/>
                    <a:pt x="723" y="1"/>
                    <a:pt x="652" y="1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68"/>
            <p:cNvSpPr/>
            <p:nvPr/>
          </p:nvSpPr>
          <p:spPr>
            <a:xfrm>
              <a:off x="9613004" y="5137236"/>
              <a:ext cx="248215" cy="34359"/>
            </a:xfrm>
            <a:custGeom>
              <a:rect b="b" l="l" r="r" t="t"/>
              <a:pathLst>
                <a:path extrusionOk="0" h="446" w="3222">
                  <a:moveTo>
                    <a:pt x="2267" y="1"/>
                  </a:moveTo>
                  <a:cubicBezTo>
                    <a:pt x="1014" y="1"/>
                    <a:pt x="12" y="217"/>
                    <a:pt x="0" y="217"/>
                  </a:cubicBezTo>
                  <a:lnTo>
                    <a:pt x="50" y="446"/>
                  </a:lnTo>
                  <a:cubicBezTo>
                    <a:pt x="62" y="446"/>
                    <a:pt x="1033" y="236"/>
                    <a:pt x="2248" y="236"/>
                  </a:cubicBezTo>
                  <a:cubicBezTo>
                    <a:pt x="2551" y="236"/>
                    <a:pt x="2870" y="249"/>
                    <a:pt x="3193" y="282"/>
                  </a:cubicBezTo>
                  <a:lnTo>
                    <a:pt x="3221" y="46"/>
                  </a:lnTo>
                  <a:cubicBezTo>
                    <a:pt x="2896" y="14"/>
                    <a:pt x="2574" y="1"/>
                    <a:pt x="226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68"/>
            <p:cNvSpPr/>
            <p:nvPr/>
          </p:nvSpPr>
          <p:spPr>
            <a:xfrm>
              <a:off x="9665774" y="5080074"/>
              <a:ext cx="194366" cy="34898"/>
            </a:xfrm>
            <a:custGeom>
              <a:rect b="b" l="l" r="r" t="t"/>
              <a:pathLst>
                <a:path extrusionOk="0" h="453" w="2523">
                  <a:moveTo>
                    <a:pt x="2365" y="1"/>
                  </a:moveTo>
                  <a:cubicBezTo>
                    <a:pt x="1175" y="1"/>
                    <a:pt x="14" y="224"/>
                    <a:pt x="1" y="224"/>
                  </a:cubicBezTo>
                  <a:lnTo>
                    <a:pt x="44" y="452"/>
                  </a:lnTo>
                  <a:cubicBezTo>
                    <a:pt x="57" y="452"/>
                    <a:pt x="1189" y="237"/>
                    <a:pt x="2362" y="237"/>
                  </a:cubicBezTo>
                  <a:cubicBezTo>
                    <a:pt x="2415" y="237"/>
                    <a:pt x="2469" y="237"/>
                    <a:pt x="2522" y="238"/>
                  </a:cubicBezTo>
                  <a:lnTo>
                    <a:pt x="2522" y="2"/>
                  </a:lnTo>
                  <a:cubicBezTo>
                    <a:pt x="2470" y="1"/>
                    <a:pt x="2417" y="1"/>
                    <a:pt x="236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68"/>
            <p:cNvSpPr/>
            <p:nvPr/>
          </p:nvSpPr>
          <p:spPr>
            <a:xfrm>
              <a:off x="10163204" y="4787487"/>
              <a:ext cx="581710" cy="497508"/>
            </a:xfrm>
            <a:custGeom>
              <a:rect b="b" l="l" r="r" t="t"/>
              <a:pathLst>
                <a:path extrusionOk="0" h="6458" w="7551">
                  <a:moveTo>
                    <a:pt x="7329" y="0"/>
                  </a:moveTo>
                  <a:lnTo>
                    <a:pt x="5158" y="6165"/>
                  </a:lnTo>
                  <a:lnTo>
                    <a:pt x="79" y="4422"/>
                  </a:lnTo>
                  <a:lnTo>
                    <a:pt x="1" y="4643"/>
                  </a:lnTo>
                  <a:lnTo>
                    <a:pt x="5301" y="6457"/>
                  </a:lnTo>
                  <a:lnTo>
                    <a:pt x="7551" y="79"/>
                  </a:lnTo>
                  <a:lnTo>
                    <a:pt x="73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68"/>
            <p:cNvSpPr/>
            <p:nvPr/>
          </p:nvSpPr>
          <p:spPr>
            <a:xfrm>
              <a:off x="10513723" y="4644583"/>
              <a:ext cx="63402" cy="33974"/>
            </a:xfrm>
            <a:custGeom>
              <a:rect b="b" l="l" r="r" t="t"/>
              <a:pathLst>
                <a:path extrusionOk="0" h="441" w="823">
                  <a:moveTo>
                    <a:pt x="696" y="0"/>
                  </a:moveTo>
                  <a:cubicBezTo>
                    <a:pt x="673" y="0"/>
                    <a:pt x="650" y="6"/>
                    <a:pt x="629" y="20"/>
                  </a:cubicBezTo>
                  <a:cubicBezTo>
                    <a:pt x="629" y="20"/>
                    <a:pt x="372" y="177"/>
                    <a:pt x="115" y="205"/>
                  </a:cubicBezTo>
                  <a:cubicBezTo>
                    <a:pt x="51" y="212"/>
                    <a:pt x="1" y="277"/>
                    <a:pt x="15" y="341"/>
                  </a:cubicBezTo>
                  <a:cubicBezTo>
                    <a:pt x="22" y="398"/>
                    <a:pt x="72" y="441"/>
                    <a:pt x="129" y="441"/>
                  </a:cubicBezTo>
                  <a:lnTo>
                    <a:pt x="144" y="441"/>
                  </a:lnTo>
                  <a:cubicBezTo>
                    <a:pt x="451" y="405"/>
                    <a:pt x="737" y="227"/>
                    <a:pt x="751" y="220"/>
                  </a:cubicBezTo>
                  <a:cubicBezTo>
                    <a:pt x="808" y="184"/>
                    <a:pt x="822" y="112"/>
                    <a:pt x="794" y="55"/>
                  </a:cubicBezTo>
                  <a:cubicBezTo>
                    <a:pt x="771" y="19"/>
                    <a:pt x="734" y="0"/>
                    <a:pt x="6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68"/>
            <p:cNvSpPr/>
            <p:nvPr/>
          </p:nvSpPr>
          <p:spPr>
            <a:xfrm>
              <a:off x="8750186" y="5874251"/>
              <a:ext cx="707666" cy="511298"/>
            </a:xfrm>
            <a:custGeom>
              <a:rect b="b" l="l" r="r" t="t"/>
              <a:pathLst>
                <a:path extrusionOk="0" h="6637" w="9186">
                  <a:moveTo>
                    <a:pt x="6279" y="0"/>
                  </a:moveTo>
                  <a:cubicBezTo>
                    <a:pt x="4815" y="1577"/>
                    <a:pt x="2211" y="1799"/>
                    <a:pt x="862" y="1799"/>
                  </a:cubicBezTo>
                  <a:cubicBezTo>
                    <a:pt x="335" y="1799"/>
                    <a:pt x="0" y="1765"/>
                    <a:pt x="0" y="1765"/>
                  </a:cubicBezTo>
                  <a:lnTo>
                    <a:pt x="0" y="1765"/>
                  </a:lnTo>
                  <a:lnTo>
                    <a:pt x="6586" y="6636"/>
                  </a:lnTo>
                  <a:lnTo>
                    <a:pt x="9186" y="3822"/>
                  </a:lnTo>
                  <a:lnTo>
                    <a:pt x="627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68"/>
            <p:cNvSpPr/>
            <p:nvPr/>
          </p:nvSpPr>
          <p:spPr>
            <a:xfrm>
              <a:off x="8740248" y="5865469"/>
              <a:ext cx="727542" cy="529402"/>
            </a:xfrm>
            <a:custGeom>
              <a:rect b="b" l="l" r="r" t="t"/>
              <a:pathLst>
                <a:path extrusionOk="0" h="6872" w="9444">
                  <a:moveTo>
                    <a:pt x="6401" y="300"/>
                  </a:moveTo>
                  <a:lnTo>
                    <a:pt x="9165" y="3929"/>
                  </a:lnTo>
                  <a:lnTo>
                    <a:pt x="6701" y="6593"/>
                  </a:lnTo>
                  <a:lnTo>
                    <a:pt x="522" y="2022"/>
                  </a:lnTo>
                  <a:lnTo>
                    <a:pt x="522" y="2022"/>
                  </a:lnTo>
                  <a:cubicBezTo>
                    <a:pt x="666" y="2028"/>
                    <a:pt x="843" y="2033"/>
                    <a:pt x="1046" y="2033"/>
                  </a:cubicBezTo>
                  <a:cubicBezTo>
                    <a:pt x="2397" y="2033"/>
                    <a:pt x="4898" y="1809"/>
                    <a:pt x="6401" y="300"/>
                  </a:cubicBezTo>
                  <a:close/>
                  <a:moveTo>
                    <a:pt x="6415" y="0"/>
                  </a:moveTo>
                  <a:cubicBezTo>
                    <a:pt x="6379" y="0"/>
                    <a:pt x="6343" y="14"/>
                    <a:pt x="6322" y="36"/>
                  </a:cubicBezTo>
                  <a:cubicBezTo>
                    <a:pt x="4889" y="1583"/>
                    <a:pt x="2298" y="1794"/>
                    <a:pt x="972" y="1794"/>
                  </a:cubicBezTo>
                  <a:cubicBezTo>
                    <a:pt x="474" y="1794"/>
                    <a:pt x="155" y="1764"/>
                    <a:pt x="143" y="1764"/>
                  </a:cubicBezTo>
                  <a:cubicBezTo>
                    <a:pt x="138" y="1764"/>
                    <a:pt x="133" y="1763"/>
                    <a:pt x="128" y="1763"/>
                  </a:cubicBezTo>
                  <a:cubicBezTo>
                    <a:pt x="83" y="1763"/>
                    <a:pt x="41" y="1791"/>
                    <a:pt x="22" y="1836"/>
                  </a:cubicBezTo>
                  <a:cubicBezTo>
                    <a:pt x="1" y="1886"/>
                    <a:pt x="22" y="1943"/>
                    <a:pt x="65" y="1972"/>
                  </a:cubicBezTo>
                  <a:lnTo>
                    <a:pt x="6651" y="6843"/>
                  </a:lnTo>
                  <a:cubicBezTo>
                    <a:pt x="6665" y="6864"/>
                    <a:pt x="6693" y="6872"/>
                    <a:pt x="6715" y="6872"/>
                  </a:cubicBezTo>
                  <a:cubicBezTo>
                    <a:pt x="6751" y="6872"/>
                    <a:pt x="6779" y="6857"/>
                    <a:pt x="6801" y="6829"/>
                  </a:cubicBezTo>
                  <a:lnTo>
                    <a:pt x="9401" y="4014"/>
                  </a:lnTo>
                  <a:cubicBezTo>
                    <a:pt x="9443" y="3972"/>
                    <a:pt x="9443" y="3907"/>
                    <a:pt x="9408" y="3864"/>
                  </a:cubicBezTo>
                  <a:lnTo>
                    <a:pt x="6501" y="43"/>
                  </a:lnTo>
                  <a:cubicBezTo>
                    <a:pt x="6479" y="14"/>
                    <a:pt x="6451" y="0"/>
                    <a:pt x="6415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68"/>
            <p:cNvSpPr/>
            <p:nvPr/>
          </p:nvSpPr>
          <p:spPr>
            <a:xfrm>
              <a:off x="10476900" y="4934936"/>
              <a:ext cx="74341" cy="330799"/>
            </a:xfrm>
            <a:custGeom>
              <a:rect b="b" l="l" r="r" t="t"/>
              <a:pathLst>
                <a:path extrusionOk="0" h="4294" w="965">
                  <a:moveTo>
                    <a:pt x="229" y="1"/>
                  </a:moveTo>
                  <a:lnTo>
                    <a:pt x="0" y="43"/>
                  </a:lnTo>
                  <a:lnTo>
                    <a:pt x="729" y="4293"/>
                  </a:lnTo>
                  <a:lnTo>
                    <a:pt x="965" y="4251"/>
                  </a:lnTo>
                  <a:lnTo>
                    <a:pt x="22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68"/>
            <p:cNvSpPr/>
            <p:nvPr/>
          </p:nvSpPr>
          <p:spPr>
            <a:xfrm>
              <a:off x="10555015" y="4587652"/>
              <a:ext cx="62786" cy="26193"/>
            </a:xfrm>
            <a:custGeom>
              <a:rect b="b" l="l" r="r" t="t"/>
              <a:pathLst>
                <a:path extrusionOk="0" h="340" w="815">
                  <a:moveTo>
                    <a:pt x="386" y="1"/>
                  </a:moveTo>
                  <a:cubicBezTo>
                    <a:pt x="275" y="1"/>
                    <a:pt x="157" y="36"/>
                    <a:pt x="51" y="137"/>
                  </a:cubicBezTo>
                  <a:cubicBezTo>
                    <a:pt x="8" y="180"/>
                    <a:pt x="1" y="259"/>
                    <a:pt x="43" y="301"/>
                  </a:cubicBezTo>
                  <a:cubicBezTo>
                    <a:pt x="69" y="327"/>
                    <a:pt x="101" y="340"/>
                    <a:pt x="133" y="340"/>
                  </a:cubicBezTo>
                  <a:cubicBezTo>
                    <a:pt x="162" y="340"/>
                    <a:pt x="191" y="329"/>
                    <a:pt x="215" y="309"/>
                  </a:cubicBezTo>
                  <a:cubicBezTo>
                    <a:pt x="274" y="254"/>
                    <a:pt x="337" y="236"/>
                    <a:pt x="395" y="236"/>
                  </a:cubicBezTo>
                  <a:cubicBezTo>
                    <a:pt x="504" y="236"/>
                    <a:pt x="596" y="302"/>
                    <a:pt x="615" y="316"/>
                  </a:cubicBezTo>
                  <a:cubicBezTo>
                    <a:pt x="636" y="330"/>
                    <a:pt x="658" y="337"/>
                    <a:pt x="686" y="337"/>
                  </a:cubicBezTo>
                  <a:cubicBezTo>
                    <a:pt x="722" y="337"/>
                    <a:pt x="751" y="323"/>
                    <a:pt x="779" y="294"/>
                  </a:cubicBezTo>
                  <a:cubicBezTo>
                    <a:pt x="815" y="244"/>
                    <a:pt x="808" y="173"/>
                    <a:pt x="758" y="130"/>
                  </a:cubicBezTo>
                  <a:cubicBezTo>
                    <a:pt x="683" y="72"/>
                    <a:pt x="541" y="1"/>
                    <a:pt x="38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68"/>
            <p:cNvSpPr/>
            <p:nvPr/>
          </p:nvSpPr>
          <p:spPr>
            <a:xfrm>
              <a:off x="10467501" y="4587190"/>
              <a:ext cx="57316" cy="26116"/>
            </a:xfrm>
            <a:custGeom>
              <a:rect b="b" l="l" r="r" t="t"/>
              <a:pathLst>
                <a:path extrusionOk="0" h="339" w="744">
                  <a:moveTo>
                    <a:pt x="355" y="1"/>
                  </a:moveTo>
                  <a:cubicBezTo>
                    <a:pt x="251" y="1"/>
                    <a:pt x="141" y="40"/>
                    <a:pt x="44" y="143"/>
                  </a:cubicBezTo>
                  <a:cubicBezTo>
                    <a:pt x="1" y="186"/>
                    <a:pt x="1" y="265"/>
                    <a:pt x="51" y="307"/>
                  </a:cubicBezTo>
                  <a:cubicBezTo>
                    <a:pt x="72" y="328"/>
                    <a:pt x="100" y="339"/>
                    <a:pt x="130" y="339"/>
                  </a:cubicBezTo>
                  <a:cubicBezTo>
                    <a:pt x="161" y="339"/>
                    <a:pt x="193" y="326"/>
                    <a:pt x="215" y="300"/>
                  </a:cubicBezTo>
                  <a:cubicBezTo>
                    <a:pt x="262" y="251"/>
                    <a:pt x="311" y="234"/>
                    <a:pt x="356" y="234"/>
                  </a:cubicBezTo>
                  <a:cubicBezTo>
                    <a:pt x="441" y="234"/>
                    <a:pt x="513" y="293"/>
                    <a:pt x="537" y="307"/>
                  </a:cubicBezTo>
                  <a:cubicBezTo>
                    <a:pt x="558" y="329"/>
                    <a:pt x="587" y="336"/>
                    <a:pt x="615" y="336"/>
                  </a:cubicBezTo>
                  <a:cubicBezTo>
                    <a:pt x="644" y="336"/>
                    <a:pt x="679" y="329"/>
                    <a:pt x="701" y="300"/>
                  </a:cubicBezTo>
                  <a:cubicBezTo>
                    <a:pt x="744" y="250"/>
                    <a:pt x="737" y="179"/>
                    <a:pt x="694" y="136"/>
                  </a:cubicBezTo>
                  <a:cubicBezTo>
                    <a:pt x="614" y="64"/>
                    <a:pt x="489" y="1"/>
                    <a:pt x="35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68"/>
            <p:cNvSpPr/>
            <p:nvPr/>
          </p:nvSpPr>
          <p:spPr>
            <a:xfrm>
              <a:off x="10668954" y="4538194"/>
              <a:ext cx="167094" cy="190976"/>
            </a:xfrm>
            <a:custGeom>
              <a:rect b="b" l="l" r="r" t="t"/>
              <a:pathLst>
                <a:path extrusionOk="0" h="2479" w="2169">
                  <a:moveTo>
                    <a:pt x="643" y="1"/>
                  </a:moveTo>
                  <a:lnTo>
                    <a:pt x="0" y="115"/>
                  </a:lnTo>
                  <a:cubicBezTo>
                    <a:pt x="0" y="115"/>
                    <a:pt x="0" y="1893"/>
                    <a:pt x="864" y="2315"/>
                  </a:cubicBezTo>
                  <a:cubicBezTo>
                    <a:pt x="1103" y="2431"/>
                    <a:pt x="1301" y="2479"/>
                    <a:pt x="1464" y="2479"/>
                  </a:cubicBezTo>
                  <a:cubicBezTo>
                    <a:pt x="2023" y="2479"/>
                    <a:pt x="2168" y="1917"/>
                    <a:pt x="2107" y="1629"/>
                  </a:cubicBezTo>
                  <a:cubicBezTo>
                    <a:pt x="1929" y="808"/>
                    <a:pt x="1222" y="915"/>
                    <a:pt x="643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68"/>
            <p:cNvSpPr/>
            <p:nvPr/>
          </p:nvSpPr>
          <p:spPr>
            <a:xfrm>
              <a:off x="10659555" y="4533264"/>
              <a:ext cx="184967" cy="205305"/>
            </a:xfrm>
            <a:custGeom>
              <a:rect b="b" l="l" r="r" t="t"/>
              <a:pathLst>
                <a:path extrusionOk="0" h="2665" w="2401">
                  <a:moveTo>
                    <a:pt x="865" y="0"/>
                  </a:moveTo>
                  <a:lnTo>
                    <a:pt x="665" y="129"/>
                  </a:lnTo>
                  <a:cubicBezTo>
                    <a:pt x="951" y="572"/>
                    <a:pt x="1265" y="793"/>
                    <a:pt x="1522" y="965"/>
                  </a:cubicBezTo>
                  <a:cubicBezTo>
                    <a:pt x="1815" y="1172"/>
                    <a:pt x="2029" y="1322"/>
                    <a:pt x="2115" y="1715"/>
                  </a:cubicBezTo>
                  <a:cubicBezTo>
                    <a:pt x="2151" y="1872"/>
                    <a:pt x="2108" y="2172"/>
                    <a:pt x="1908" y="2322"/>
                  </a:cubicBezTo>
                  <a:cubicBezTo>
                    <a:pt x="1821" y="2393"/>
                    <a:pt x="1712" y="2427"/>
                    <a:pt x="1584" y="2427"/>
                  </a:cubicBezTo>
                  <a:cubicBezTo>
                    <a:pt x="1429" y="2427"/>
                    <a:pt x="1247" y="2377"/>
                    <a:pt x="1044" y="2279"/>
                  </a:cubicBezTo>
                  <a:cubicBezTo>
                    <a:pt x="251" y="1893"/>
                    <a:pt x="236" y="193"/>
                    <a:pt x="236" y="179"/>
                  </a:cubicBezTo>
                  <a:lnTo>
                    <a:pt x="1" y="179"/>
                  </a:lnTo>
                  <a:cubicBezTo>
                    <a:pt x="1" y="250"/>
                    <a:pt x="15" y="2036"/>
                    <a:pt x="936" y="2486"/>
                  </a:cubicBezTo>
                  <a:cubicBezTo>
                    <a:pt x="1201" y="2615"/>
                    <a:pt x="1415" y="2665"/>
                    <a:pt x="1586" y="2665"/>
                  </a:cubicBezTo>
                  <a:cubicBezTo>
                    <a:pt x="1801" y="2665"/>
                    <a:pt x="1951" y="2593"/>
                    <a:pt x="2051" y="2507"/>
                  </a:cubicBezTo>
                  <a:cubicBezTo>
                    <a:pt x="2315" y="2300"/>
                    <a:pt x="2401" y="1922"/>
                    <a:pt x="2344" y="1665"/>
                  </a:cubicBezTo>
                  <a:cubicBezTo>
                    <a:pt x="2244" y="1179"/>
                    <a:pt x="1958" y="979"/>
                    <a:pt x="1651" y="772"/>
                  </a:cubicBezTo>
                  <a:cubicBezTo>
                    <a:pt x="1401" y="600"/>
                    <a:pt x="1122" y="407"/>
                    <a:pt x="865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68"/>
            <p:cNvSpPr/>
            <p:nvPr/>
          </p:nvSpPr>
          <p:spPr>
            <a:xfrm>
              <a:off x="10497777" y="4480416"/>
              <a:ext cx="237815" cy="66637"/>
            </a:xfrm>
            <a:custGeom>
              <a:rect b="b" l="l" r="r" t="t"/>
              <a:pathLst>
                <a:path extrusionOk="0" h="865" w="3087">
                  <a:moveTo>
                    <a:pt x="1544" y="1"/>
                  </a:moveTo>
                  <a:cubicBezTo>
                    <a:pt x="894" y="1"/>
                    <a:pt x="322" y="343"/>
                    <a:pt x="1" y="865"/>
                  </a:cubicBezTo>
                  <a:lnTo>
                    <a:pt x="3086" y="865"/>
                  </a:lnTo>
                  <a:cubicBezTo>
                    <a:pt x="2772" y="343"/>
                    <a:pt x="2201" y="1"/>
                    <a:pt x="154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68"/>
            <p:cNvSpPr/>
            <p:nvPr/>
          </p:nvSpPr>
          <p:spPr>
            <a:xfrm>
              <a:off x="10366197" y="4453299"/>
              <a:ext cx="237353" cy="93755"/>
            </a:xfrm>
            <a:custGeom>
              <a:rect b="b" l="l" r="r" t="t"/>
              <a:pathLst>
                <a:path extrusionOk="0" h="1217" w="3081">
                  <a:moveTo>
                    <a:pt x="204" y="1"/>
                  </a:moveTo>
                  <a:cubicBezTo>
                    <a:pt x="1" y="1"/>
                    <a:pt x="314" y="305"/>
                    <a:pt x="1709" y="1217"/>
                  </a:cubicBezTo>
                  <a:lnTo>
                    <a:pt x="3080" y="1217"/>
                  </a:lnTo>
                  <a:cubicBezTo>
                    <a:pt x="3080" y="1217"/>
                    <a:pt x="610" y="1"/>
                    <a:pt x="204" y="1"/>
                  </a:cubicBezTo>
                  <a:close/>
                </a:path>
              </a:pathLst>
            </a:custGeom>
            <a:solidFill>
              <a:srgbClr val="CC9E1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68"/>
            <p:cNvSpPr/>
            <p:nvPr/>
          </p:nvSpPr>
          <p:spPr>
            <a:xfrm>
              <a:off x="10654085" y="4595972"/>
              <a:ext cx="69950" cy="70489"/>
            </a:xfrm>
            <a:custGeom>
              <a:rect b="b" l="l" r="r" t="t"/>
              <a:pathLst>
                <a:path extrusionOk="0" h="915" w="908">
                  <a:moveTo>
                    <a:pt x="457" y="1"/>
                  </a:moveTo>
                  <a:cubicBezTo>
                    <a:pt x="200" y="1"/>
                    <a:pt x="0" y="208"/>
                    <a:pt x="0" y="458"/>
                  </a:cubicBezTo>
                  <a:cubicBezTo>
                    <a:pt x="0" y="708"/>
                    <a:pt x="200" y="915"/>
                    <a:pt x="457" y="915"/>
                  </a:cubicBezTo>
                  <a:cubicBezTo>
                    <a:pt x="707" y="915"/>
                    <a:pt x="907" y="708"/>
                    <a:pt x="907" y="458"/>
                  </a:cubicBezTo>
                  <a:cubicBezTo>
                    <a:pt x="907" y="208"/>
                    <a:pt x="707" y="1"/>
                    <a:pt x="457" y="1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68"/>
            <p:cNvSpPr/>
            <p:nvPr/>
          </p:nvSpPr>
          <p:spPr>
            <a:xfrm>
              <a:off x="9503457" y="4783635"/>
              <a:ext cx="174490" cy="278491"/>
            </a:xfrm>
            <a:custGeom>
              <a:rect b="b" l="l" r="r" t="t"/>
              <a:pathLst>
                <a:path extrusionOk="0" h="3615" w="2265">
                  <a:moveTo>
                    <a:pt x="1358" y="0"/>
                  </a:moveTo>
                  <a:lnTo>
                    <a:pt x="1" y="2629"/>
                  </a:lnTo>
                  <a:lnTo>
                    <a:pt x="1444" y="3615"/>
                  </a:lnTo>
                  <a:lnTo>
                    <a:pt x="2265" y="607"/>
                  </a:lnTo>
                  <a:lnTo>
                    <a:pt x="1358" y="0"/>
                  </a:ln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68"/>
            <p:cNvSpPr/>
            <p:nvPr/>
          </p:nvSpPr>
          <p:spPr>
            <a:xfrm>
              <a:off x="9278431" y="4546977"/>
              <a:ext cx="290585" cy="519002"/>
            </a:xfrm>
            <a:custGeom>
              <a:rect b="b" l="l" r="r" t="t"/>
              <a:pathLst>
                <a:path extrusionOk="0" h="6737" w="3772">
                  <a:moveTo>
                    <a:pt x="850" y="1"/>
                  </a:moveTo>
                  <a:cubicBezTo>
                    <a:pt x="379" y="1"/>
                    <a:pt x="0" y="379"/>
                    <a:pt x="0" y="851"/>
                  </a:cubicBezTo>
                  <a:lnTo>
                    <a:pt x="0" y="5887"/>
                  </a:lnTo>
                  <a:cubicBezTo>
                    <a:pt x="0" y="6358"/>
                    <a:pt x="379" y="6737"/>
                    <a:pt x="850" y="6737"/>
                  </a:cubicBezTo>
                  <a:lnTo>
                    <a:pt x="2922" y="6737"/>
                  </a:lnTo>
                  <a:cubicBezTo>
                    <a:pt x="3393" y="6737"/>
                    <a:pt x="3772" y="6358"/>
                    <a:pt x="3772" y="5887"/>
                  </a:cubicBezTo>
                  <a:lnTo>
                    <a:pt x="3772" y="851"/>
                  </a:lnTo>
                  <a:cubicBezTo>
                    <a:pt x="3772" y="379"/>
                    <a:pt x="3393" y="1"/>
                    <a:pt x="29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68"/>
            <p:cNvSpPr/>
            <p:nvPr/>
          </p:nvSpPr>
          <p:spPr>
            <a:xfrm>
              <a:off x="9269032" y="4537655"/>
              <a:ext cx="309383" cy="537645"/>
            </a:xfrm>
            <a:custGeom>
              <a:rect b="b" l="l" r="r" t="t"/>
              <a:pathLst>
                <a:path extrusionOk="0" h="6979" w="4016">
                  <a:moveTo>
                    <a:pt x="3044" y="236"/>
                  </a:moveTo>
                  <a:cubicBezTo>
                    <a:pt x="3451" y="236"/>
                    <a:pt x="3779" y="565"/>
                    <a:pt x="3779" y="972"/>
                  </a:cubicBezTo>
                  <a:lnTo>
                    <a:pt x="3779" y="6008"/>
                  </a:lnTo>
                  <a:cubicBezTo>
                    <a:pt x="3779" y="6415"/>
                    <a:pt x="3451" y="6743"/>
                    <a:pt x="3044" y="6743"/>
                  </a:cubicBezTo>
                  <a:lnTo>
                    <a:pt x="972" y="6743"/>
                  </a:lnTo>
                  <a:cubicBezTo>
                    <a:pt x="565" y="6743"/>
                    <a:pt x="237" y="6415"/>
                    <a:pt x="237" y="6008"/>
                  </a:cubicBezTo>
                  <a:lnTo>
                    <a:pt x="237" y="972"/>
                  </a:lnTo>
                  <a:cubicBezTo>
                    <a:pt x="237" y="565"/>
                    <a:pt x="565" y="236"/>
                    <a:pt x="972" y="236"/>
                  </a:cubicBezTo>
                  <a:close/>
                  <a:moveTo>
                    <a:pt x="972" y="0"/>
                  </a:moveTo>
                  <a:cubicBezTo>
                    <a:pt x="437" y="0"/>
                    <a:pt x="1" y="436"/>
                    <a:pt x="1" y="972"/>
                  </a:cubicBezTo>
                  <a:lnTo>
                    <a:pt x="1" y="6008"/>
                  </a:lnTo>
                  <a:cubicBezTo>
                    <a:pt x="1" y="6543"/>
                    <a:pt x="437" y="6979"/>
                    <a:pt x="972" y="6979"/>
                  </a:cubicBezTo>
                  <a:lnTo>
                    <a:pt x="3044" y="6979"/>
                  </a:lnTo>
                  <a:cubicBezTo>
                    <a:pt x="3579" y="6979"/>
                    <a:pt x="4015" y="6543"/>
                    <a:pt x="4015" y="6008"/>
                  </a:cubicBezTo>
                  <a:lnTo>
                    <a:pt x="4015" y="972"/>
                  </a:lnTo>
                  <a:cubicBezTo>
                    <a:pt x="4015" y="436"/>
                    <a:pt x="3579" y="0"/>
                    <a:pt x="3044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68"/>
            <p:cNvSpPr/>
            <p:nvPr/>
          </p:nvSpPr>
          <p:spPr>
            <a:xfrm>
              <a:off x="9482579" y="4754977"/>
              <a:ext cx="44605" cy="68872"/>
            </a:xfrm>
            <a:custGeom>
              <a:rect b="b" l="l" r="r" t="t"/>
              <a:pathLst>
                <a:path extrusionOk="0" h="894" w="579">
                  <a:moveTo>
                    <a:pt x="0" y="1"/>
                  </a:moveTo>
                  <a:lnTo>
                    <a:pt x="0" y="1"/>
                  </a:lnTo>
                  <a:cubicBezTo>
                    <a:pt x="100" y="315"/>
                    <a:pt x="286" y="601"/>
                    <a:pt x="515" y="837"/>
                  </a:cubicBezTo>
                  <a:cubicBezTo>
                    <a:pt x="536" y="858"/>
                    <a:pt x="557" y="879"/>
                    <a:pt x="579" y="894"/>
                  </a:cubicBezTo>
                  <a:cubicBezTo>
                    <a:pt x="379" y="658"/>
                    <a:pt x="229" y="365"/>
                    <a:pt x="157" y="51"/>
                  </a:cubicBezTo>
                  <a:cubicBezTo>
                    <a:pt x="107" y="29"/>
                    <a:pt x="50" y="8"/>
                    <a:pt x="0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68"/>
            <p:cNvSpPr/>
            <p:nvPr/>
          </p:nvSpPr>
          <p:spPr>
            <a:xfrm>
              <a:off x="9494674" y="4758829"/>
              <a:ext cx="153613" cy="106851"/>
            </a:xfrm>
            <a:custGeom>
              <a:rect b="b" l="l" r="r" t="t"/>
              <a:pathLst>
                <a:path extrusionOk="0" h="1387" w="1994">
                  <a:moveTo>
                    <a:pt x="0" y="1"/>
                  </a:moveTo>
                  <a:cubicBezTo>
                    <a:pt x="72" y="315"/>
                    <a:pt x="222" y="608"/>
                    <a:pt x="422" y="844"/>
                  </a:cubicBezTo>
                  <a:cubicBezTo>
                    <a:pt x="686" y="1094"/>
                    <a:pt x="1000" y="1272"/>
                    <a:pt x="1343" y="1387"/>
                  </a:cubicBezTo>
                  <a:cubicBezTo>
                    <a:pt x="1558" y="1151"/>
                    <a:pt x="1779" y="915"/>
                    <a:pt x="1993" y="672"/>
                  </a:cubicBezTo>
                  <a:cubicBezTo>
                    <a:pt x="1300" y="494"/>
                    <a:pt x="629" y="272"/>
                    <a:pt x="0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68"/>
            <p:cNvSpPr/>
            <p:nvPr/>
          </p:nvSpPr>
          <p:spPr>
            <a:xfrm>
              <a:off x="9473720" y="4695581"/>
              <a:ext cx="21031" cy="63325"/>
            </a:xfrm>
            <a:custGeom>
              <a:rect b="b" l="l" r="r" t="t"/>
              <a:pathLst>
                <a:path extrusionOk="0" h="822" w="273">
                  <a:moveTo>
                    <a:pt x="51" y="0"/>
                  </a:moveTo>
                  <a:lnTo>
                    <a:pt x="51" y="0"/>
                  </a:lnTo>
                  <a:cubicBezTo>
                    <a:pt x="1" y="265"/>
                    <a:pt x="30" y="529"/>
                    <a:pt x="115" y="772"/>
                  </a:cubicBezTo>
                  <a:cubicBezTo>
                    <a:pt x="165" y="779"/>
                    <a:pt x="222" y="800"/>
                    <a:pt x="272" y="822"/>
                  </a:cubicBezTo>
                  <a:cubicBezTo>
                    <a:pt x="180" y="579"/>
                    <a:pt x="144" y="322"/>
                    <a:pt x="172" y="65"/>
                  </a:cubicBezTo>
                  <a:cubicBezTo>
                    <a:pt x="137" y="36"/>
                    <a:pt x="94" y="8"/>
                    <a:pt x="51" y="0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68"/>
            <p:cNvSpPr/>
            <p:nvPr/>
          </p:nvSpPr>
          <p:spPr>
            <a:xfrm>
              <a:off x="9484736" y="4700512"/>
              <a:ext cx="163551" cy="110164"/>
            </a:xfrm>
            <a:custGeom>
              <a:rect b="b" l="l" r="r" t="t"/>
              <a:pathLst>
                <a:path extrusionOk="0" h="1430" w="2123">
                  <a:moveTo>
                    <a:pt x="29" y="1"/>
                  </a:moveTo>
                  <a:cubicBezTo>
                    <a:pt x="1" y="258"/>
                    <a:pt x="37" y="515"/>
                    <a:pt x="129" y="758"/>
                  </a:cubicBezTo>
                  <a:cubicBezTo>
                    <a:pt x="758" y="1029"/>
                    <a:pt x="1429" y="1251"/>
                    <a:pt x="2122" y="1429"/>
                  </a:cubicBezTo>
                  <a:cubicBezTo>
                    <a:pt x="1908" y="1294"/>
                    <a:pt x="1694" y="1144"/>
                    <a:pt x="1479" y="994"/>
                  </a:cubicBezTo>
                  <a:cubicBezTo>
                    <a:pt x="972" y="686"/>
                    <a:pt x="487" y="358"/>
                    <a:pt x="29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68"/>
            <p:cNvSpPr/>
            <p:nvPr/>
          </p:nvSpPr>
          <p:spPr>
            <a:xfrm>
              <a:off x="9477572" y="4684565"/>
              <a:ext cx="16101" cy="16024"/>
            </a:xfrm>
            <a:custGeom>
              <a:rect b="b" l="l" r="r" t="t"/>
              <a:pathLst>
                <a:path extrusionOk="0" h="208" w="209">
                  <a:moveTo>
                    <a:pt x="101" y="1"/>
                  </a:moveTo>
                  <a:cubicBezTo>
                    <a:pt x="37" y="8"/>
                    <a:pt x="8" y="86"/>
                    <a:pt x="1" y="143"/>
                  </a:cubicBezTo>
                  <a:cubicBezTo>
                    <a:pt x="44" y="151"/>
                    <a:pt x="87" y="179"/>
                    <a:pt x="122" y="208"/>
                  </a:cubicBezTo>
                  <a:cubicBezTo>
                    <a:pt x="122" y="143"/>
                    <a:pt x="151" y="65"/>
                    <a:pt x="208" y="58"/>
                  </a:cubicBezTo>
                  <a:cubicBezTo>
                    <a:pt x="180" y="29"/>
                    <a:pt x="144" y="1"/>
                    <a:pt x="101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68"/>
            <p:cNvSpPr/>
            <p:nvPr/>
          </p:nvSpPr>
          <p:spPr>
            <a:xfrm>
              <a:off x="9486971" y="4688956"/>
              <a:ext cx="111781" cy="88131"/>
            </a:xfrm>
            <a:custGeom>
              <a:rect b="b" l="l" r="r" t="t"/>
              <a:pathLst>
                <a:path extrusionOk="0" h="1144" w="1451">
                  <a:moveTo>
                    <a:pt x="86" y="1"/>
                  </a:moveTo>
                  <a:cubicBezTo>
                    <a:pt x="29" y="8"/>
                    <a:pt x="0" y="86"/>
                    <a:pt x="0" y="151"/>
                  </a:cubicBezTo>
                  <a:cubicBezTo>
                    <a:pt x="458" y="508"/>
                    <a:pt x="943" y="836"/>
                    <a:pt x="1450" y="1144"/>
                  </a:cubicBezTo>
                  <a:cubicBezTo>
                    <a:pt x="1400" y="1101"/>
                    <a:pt x="1343" y="1065"/>
                    <a:pt x="1293" y="1022"/>
                  </a:cubicBezTo>
                  <a:cubicBezTo>
                    <a:pt x="872" y="708"/>
                    <a:pt x="465" y="365"/>
                    <a:pt x="86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68"/>
            <p:cNvSpPr/>
            <p:nvPr/>
          </p:nvSpPr>
          <p:spPr>
            <a:xfrm>
              <a:off x="9204321" y="4694426"/>
              <a:ext cx="92291" cy="262082"/>
            </a:xfrm>
            <a:custGeom>
              <a:rect b="b" l="l" r="r" t="t"/>
              <a:pathLst>
                <a:path extrusionOk="0" h="3402" w="1198">
                  <a:moveTo>
                    <a:pt x="1050" y="1"/>
                  </a:moveTo>
                  <a:cubicBezTo>
                    <a:pt x="238" y="1"/>
                    <a:pt x="0" y="2149"/>
                    <a:pt x="462" y="3158"/>
                  </a:cubicBezTo>
                  <a:cubicBezTo>
                    <a:pt x="512" y="3265"/>
                    <a:pt x="591" y="3387"/>
                    <a:pt x="712" y="3401"/>
                  </a:cubicBezTo>
                  <a:cubicBezTo>
                    <a:pt x="716" y="3401"/>
                    <a:pt x="719" y="3401"/>
                    <a:pt x="723" y="3401"/>
                  </a:cubicBezTo>
                  <a:cubicBezTo>
                    <a:pt x="840" y="3401"/>
                    <a:pt x="935" y="3291"/>
                    <a:pt x="991" y="3180"/>
                  </a:cubicBezTo>
                  <a:cubicBezTo>
                    <a:pt x="1141" y="2865"/>
                    <a:pt x="1155" y="2508"/>
                    <a:pt x="1162" y="2158"/>
                  </a:cubicBezTo>
                  <a:cubicBezTo>
                    <a:pt x="1184" y="1437"/>
                    <a:pt x="1198" y="708"/>
                    <a:pt x="1062" y="1"/>
                  </a:cubicBezTo>
                  <a:cubicBezTo>
                    <a:pt x="1058" y="1"/>
                    <a:pt x="1054" y="1"/>
                    <a:pt x="1050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68"/>
            <p:cNvSpPr/>
            <p:nvPr/>
          </p:nvSpPr>
          <p:spPr>
            <a:xfrm>
              <a:off x="7662805" y="3285800"/>
              <a:ext cx="1178212" cy="639488"/>
            </a:xfrm>
            <a:custGeom>
              <a:rect b="b" l="l" r="r" t="t"/>
              <a:pathLst>
                <a:path extrusionOk="0" h="8301" w="15294">
                  <a:moveTo>
                    <a:pt x="12658" y="236"/>
                  </a:moveTo>
                  <a:cubicBezTo>
                    <a:pt x="13987" y="236"/>
                    <a:pt x="15058" y="1315"/>
                    <a:pt x="15058" y="2643"/>
                  </a:cubicBezTo>
                  <a:cubicBezTo>
                    <a:pt x="15058" y="3965"/>
                    <a:pt x="13987" y="5043"/>
                    <a:pt x="12658" y="5043"/>
                  </a:cubicBezTo>
                  <a:lnTo>
                    <a:pt x="6187" y="5043"/>
                  </a:lnTo>
                  <a:lnTo>
                    <a:pt x="2679" y="7608"/>
                  </a:lnTo>
                  <a:lnTo>
                    <a:pt x="3758" y="5043"/>
                  </a:lnTo>
                  <a:lnTo>
                    <a:pt x="2637" y="5043"/>
                  </a:lnTo>
                  <a:cubicBezTo>
                    <a:pt x="1315" y="5043"/>
                    <a:pt x="237" y="3965"/>
                    <a:pt x="237" y="2643"/>
                  </a:cubicBezTo>
                  <a:cubicBezTo>
                    <a:pt x="237" y="1315"/>
                    <a:pt x="1315" y="236"/>
                    <a:pt x="2637" y="236"/>
                  </a:cubicBezTo>
                  <a:close/>
                  <a:moveTo>
                    <a:pt x="2637" y="0"/>
                  </a:moveTo>
                  <a:cubicBezTo>
                    <a:pt x="1179" y="0"/>
                    <a:pt x="1" y="1186"/>
                    <a:pt x="1" y="2643"/>
                  </a:cubicBezTo>
                  <a:cubicBezTo>
                    <a:pt x="1" y="4093"/>
                    <a:pt x="1179" y="5279"/>
                    <a:pt x="2637" y="5279"/>
                  </a:cubicBezTo>
                  <a:lnTo>
                    <a:pt x="3408" y="5279"/>
                  </a:lnTo>
                  <a:lnTo>
                    <a:pt x="2137" y="8300"/>
                  </a:lnTo>
                  <a:lnTo>
                    <a:pt x="6265" y="5279"/>
                  </a:lnTo>
                  <a:lnTo>
                    <a:pt x="12658" y="5279"/>
                  </a:lnTo>
                  <a:cubicBezTo>
                    <a:pt x="14115" y="5279"/>
                    <a:pt x="15294" y="4093"/>
                    <a:pt x="15294" y="2643"/>
                  </a:cubicBezTo>
                  <a:cubicBezTo>
                    <a:pt x="15294" y="1186"/>
                    <a:pt x="14115" y="0"/>
                    <a:pt x="1265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68"/>
            <p:cNvSpPr/>
            <p:nvPr/>
          </p:nvSpPr>
          <p:spPr>
            <a:xfrm>
              <a:off x="8129497" y="3476159"/>
              <a:ext cx="53387" cy="56237"/>
            </a:xfrm>
            <a:custGeom>
              <a:rect b="b" l="l" r="r" t="t"/>
              <a:pathLst>
                <a:path extrusionOk="0" h="730" w="693">
                  <a:moveTo>
                    <a:pt x="350" y="1"/>
                  </a:moveTo>
                  <a:cubicBezTo>
                    <a:pt x="143" y="1"/>
                    <a:pt x="0" y="151"/>
                    <a:pt x="0" y="365"/>
                  </a:cubicBezTo>
                  <a:cubicBezTo>
                    <a:pt x="0" y="572"/>
                    <a:pt x="136" y="729"/>
                    <a:pt x="343" y="729"/>
                  </a:cubicBezTo>
                  <a:cubicBezTo>
                    <a:pt x="557" y="729"/>
                    <a:pt x="693" y="572"/>
                    <a:pt x="693" y="365"/>
                  </a:cubicBezTo>
                  <a:cubicBezTo>
                    <a:pt x="693" y="151"/>
                    <a:pt x="550" y="1"/>
                    <a:pt x="35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68"/>
            <p:cNvSpPr/>
            <p:nvPr/>
          </p:nvSpPr>
          <p:spPr>
            <a:xfrm>
              <a:off x="8221941" y="3476159"/>
              <a:ext cx="53387" cy="56237"/>
            </a:xfrm>
            <a:custGeom>
              <a:rect b="b" l="l" r="r" t="t"/>
              <a:pathLst>
                <a:path extrusionOk="0" h="730" w="693">
                  <a:moveTo>
                    <a:pt x="350" y="1"/>
                  </a:moveTo>
                  <a:cubicBezTo>
                    <a:pt x="150" y="1"/>
                    <a:pt x="0" y="151"/>
                    <a:pt x="0" y="365"/>
                  </a:cubicBezTo>
                  <a:cubicBezTo>
                    <a:pt x="0" y="572"/>
                    <a:pt x="143" y="729"/>
                    <a:pt x="343" y="729"/>
                  </a:cubicBezTo>
                  <a:cubicBezTo>
                    <a:pt x="557" y="729"/>
                    <a:pt x="693" y="572"/>
                    <a:pt x="693" y="365"/>
                  </a:cubicBezTo>
                  <a:cubicBezTo>
                    <a:pt x="693" y="151"/>
                    <a:pt x="557" y="1"/>
                    <a:pt x="35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68"/>
            <p:cNvSpPr/>
            <p:nvPr/>
          </p:nvSpPr>
          <p:spPr>
            <a:xfrm>
              <a:off x="8314925" y="3476159"/>
              <a:ext cx="52848" cy="56237"/>
            </a:xfrm>
            <a:custGeom>
              <a:rect b="b" l="l" r="r" t="t"/>
              <a:pathLst>
                <a:path extrusionOk="0" h="730" w="686">
                  <a:moveTo>
                    <a:pt x="343" y="1"/>
                  </a:moveTo>
                  <a:cubicBezTo>
                    <a:pt x="143" y="1"/>
                    <a:pt x="0" y="151"/>
                    <a:pt x="0" y="365"/>
                  </a:cubicBezTo>
                  <a:cubicBezTo>
                    <a:pt x="0" y="572"/>
                    <a:pt x="136" y="729"/>
                    <a:pt x="343" y="729"/>
                  </a:cubicBezTo>
                  <a:cubicBezTo>
                    <a:pt x="557" y="729"/>
                    <a:pt x="686" y="572"/>
                    <a:pt x="686" y="365"/>
                  </a:cubicBezTo>
                  <a:cubicBezTo>
                    <a:pt x="686" y="151"/>
                    <a:pt x="550" y="1"/>
                    <a:pt x="34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72" name="Google Shape;1272;p68"/>
          <p:cNvSpPr/>
          <p:nvPr/>
        </p:nvSpPr>
        <p:spPr>
          <a:xfrm flipH="1" rot="5400000">
            <a:off x="4887625" y="887275"/>
            <a:ext cx="125100" cy="8478000"/>
          </a:xfrm>
          <a:prstGeom prst="rect">
            <a:avLst/>
          </a:prstGeom>
          <a:solidFill>
            <a:srgbClr val="99761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8A6DF1"/>
              </a:solidFill>
            </a:endParaRPr>
          </a:p>
        </p:txBody>
      </p:sp>
      <p:grpSp>
        <p:nvGrpSpPr>
          <p:cNvPr id="1273" name="Google Shape;1273;p68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274" name="Google Shape;1274;p68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275" name="Google Shape;1275;p68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6" name="Google Shape;1276;p68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7" name="Google Shape;1277;p68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8" name="Google Shape;1278;p68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9" name="Google Shape;1279;p68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0" name="Google Shape;1280;p68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1" name="Google Shape;1281;p68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2" name="Google Shape;1282;p68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3" name="Google Shape;1283;p68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4" name="Google Shape;1284;p68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5" name="Google Shape;1285;p68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6" name="Google Shape;1286;p68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87" name="Google Shape;1287;p68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69"/>
          <p:cNvSpPr/>
          <p:nvPr/>
        </p:nvSpPr>
        <p:spPr>
          <a:xfrm rot="10800000">
            <a:off x="457100" y="1061400"/>
            <a:ext cx="8229900" cy="4082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3" name="Google Shape;1293;p69"/>
          <p:cNvSpPr/>
          <p:nvPr/>
        </p:nvSpPr>
        <p:spPr>
          <a:xfrm rot="5400000">
            <a:off x="7184900" y="-766737"/>
            <a:ext cx="1502100" cy="1502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1294" name="Google Shape;1294;p69"/>
          <p:cNvCxnSpPr>
            <a:stCxn id="1293" idx="2"/>
            <a:endCxn id="1295" idx="0"/>
          </p:cNvCxnSpPr>
          <p:nvPr/>
        </p:nvCxnSpPr>
        <p:spPr>
          <a:xfrm rot="10800000">
            <a:off x="1208150" y="735363"/>
            <a:ext cx="67278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5" name="Google Shape;1295;p69"/>
          <p:cNvSpPr/>
          <p:nvPr/>
        </p:nvSpPr>
        <p:spPr>
          <a:xfrm rot="10800000">
            <a:off x="457000" y="-766738"/>
            <a:ext cx="1502100" cy="1502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1296" name="Google Shape;1296;p69"/>
          <p:cNvSpPr txBox="1"/>
          <p:nvPr/>
        </p:nvSpPr>
        <p:spPr>
          <a:xfrm>
            <a:off x="456950" y="94925"/>
            <a:ext cx="8230200" cy="1131300"/>
          </a:xfrm>
          <a:prstGeom prst="rect">
            <a:avLst/>
          </a:prstGeom>
          <a:solidFill>
            <a:srgbClr val="7F7F7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500">
                <a:latin typeface="Montserrat"/>
                <a:ea typeface="Montserrat"/>
                <a:cs typeface="Montserrat"/>
                <a:sym typeface="Montserrat"/>
              </a:rPr>
              <a:t>Gráficos</a:t>
            </a:r>
            <a:endParaRPr b="1" sz="3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7" name="Google Shape;1297;p69"/>
          <p:cNvSpPr txBox="1"/>
          <p:nvPr/>
        </p:nvSpPr>
        <p:spPr>
          <a:xfrm>
            <a:off x="902650" y="1662825"/>
            <a:ext cx="4580700" cy="3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¡Bienvenidos a la clase de gráficos con Matplotlib!</a:t>
            </a:r>
            <a:endParaRPr b="1" sz="22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 </a:t>
            </a:r>
            <a:endParaRPr sz="2200">
              <a:solidFill>
                <a:schemeClr val="dk1"/>
              </a:solidFill>
              <a:latin typeface="Archivo Light"/>
              <a:ea typeface="Archivo Light"/>
              <a:cs typeface="Archivo Light"/>
              <a:sym typeface="Archivo Light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Hoy nos </a:t>
            </a:r>
            <a:r>
              <a:rPr lang="es-419" sz="2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sumergiremos</a:t>
            </a:r>
            <a:r>
              <a:rPr lang="es-419" sz="2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 en el mundo de los videojuegos y exploraremos cómo utilizar Matplotlib para visualizar y analizar datos clave sobre esta industria en constante crecimiento.</a:t>
            </a:r>
            <a:endParaRPr sz="2200">
              <a:solidFill>
                <a:schemeClr val="dk1"/>
              </a:solidFill>
              <a:latin typeface="Archivo Light"/>
              <a:ea typeface="Archivo Light"/>
              <a:cs typeface="Archivo Light"/>
              <a:sym typeface="Archivo Light"/>
            </a:endParaRPr>
          </a:p>
        </p:txBody>
      </p:sp>
      <p:pic>
        <p:nvPicPr>
          <p:cNvPr id="1298" name="Google Shape;1298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5350" y="1387950"/>
            <a:ext cx="342900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9" name="Google Shape;1299;p69"/>
          <p:cNvSpPr txBox="1"/>
          <p:nvPr/>
        </p:nvSpPr>
        <p:spPr>
          <a:xfrm rot="-5400000">
            <a:off x="6903958" y="2550540"/>
            <a:ext cx="4284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 u="sng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Sonic The Hedgehog Running Sticker by adieloart</a:t>
            </a:r>
            <a:endParaRPr sz="9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70"/>
          <p:cNvSpPr/>
          <p:nvPr/>
        </p:nvSpPr>
        <p:spPr>
          <a:xfrm rot="10800000">
            <a:off x="457100" y="1061400"/>
            <a:ext cx="8229900" cy="4082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70"/>
          <p:cNvSpPr/>
          <p:nvPr/>
        </p:nvSpPr>
        <p:spPr>
          <a:xfrm rot="5400000">
            <a:off x="7184900" y="-766737"/>
            <a:ext cx="1502100" cy="1502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1306" name="Google Shape;1306;p70"/>
          <p:cNvCxnSpPr>
            <a:stCxn id="1305" idx="2"/>
            <a:endCxn id="1307" idx="0"/>
          </p:cNvCxnSpPr>
          <p:nvPr/>
        </p:nvCxnSpPr>
        <p:spPr>
          <a:xfrm rot="10800000">
            <a:off x="1208150" y="735363"/>
            <a:ext cx="67278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7" name="Google Shape;1307;p70"/>
          <p:cNvSpPr/>
          <p:nvPr/>
        </p:nvSpPr>
        <p:spPr>
          <a:xfrm rot="10800000">
            <a:off x="457000" y="-766738"/>
            <a:ext cx="1502100" cy="1502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1308" name="Google Shape;1308;p70"/>
          <p:cNvSpPr txBox="1"/>
          <p:nvPr/>
        </p:nvSpPr>
        <p:spPr>
          <a:xfrm>
            <a:off x="456950" y="94925"/>
            <a:ext cx="8230200" cy="1131300"/>
          </a:xfrm>
          <a:prstGeom prst="rect">
            <a:avLst/>
          </a:prstGeom>
          <a:solidFill>
            <a:srgbClr val="7F7F7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500">
                <a:latin typeface="Montserrat"/>
                <a:ea typeface="Montserrat"/>
                <a:cs typeface="Montserrat"/>
                <a:sym typeface="Montserrat"/>
              </a:rPr>
              <a:t>Gráficos</a:t>
            </a:r>
            <a:endParaRPr b="1" sz="3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9" name="Google Shape;1309;p70"/>
          <p:cNvSpPr txBox="1"/>
          <p:nvPr/>
        </p:nvSpPr>
        <p:spPr>
          <a:xfrm>
            <a:off x="1162275" y="1378625"/>
            <a:ext cx="6819300" cy="10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Utilizaremos gráficos básicos como los de </a:t>
            </a:r>
            <a:r>
              <a:rPr b="1" lang="es-419" sz="2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barras </a:t>
            </a:r>
            <a:r>
              <a:rPr lang="es-419" sz="2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y los de </a:t>
            </a:r>
            <a:r>
              <a:rPr b="1" lang="es-419" sz="2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torta </a:t>
            </a:r>
            <a:r>
              <a:rPr lang="es-419" sz="2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para entender mejor la distribución de géneros, plataformas y calificaciones en los juegos.</a:t>
            </a:r>
            <a:endParaRPr sz="2200">
              <a:solidFill>
                <a:schemeClr val="dk1"/>
              </a:solidFill>
              <a:latin typeface="Archivo Light"/>
              <a:ea typeface="Archivo Light"/>
              <a:cs typeface="Archivo Light"/>
              <a:sym typeface="Archivo Light"/>
            </a:endParaRPr>
          </a:p>
        </p:txBody>
      </p:sp>
      <p:pic>
        <p:nvPicPr>
          <p:cNvPr id="1310" name="Google Shape;1310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1488" y="2614625"/>
            <a:ext cx="2339338" cy="2339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71"/>
          <p:cNvSpPr/>
          <p:nvPr/>
        </p:nvSpPr>
        <p:spPr>
          <a:xfrm>
            <a:off x="456950" y="-10875"/>
            <a:ext cx="8230200" cy="6795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6" name="Google Shape;1316;p71"/>
          <p:cNvSpPr txBox="1"/>
          <p:nvPr/>
        </p:nvSpPr>
        <p:spPr>
          <a:xfrm>
            <a:off x="456975" y="59400"/>
            <a:ext cx="8230200" cy="538800"/>
          </a:xfrm>
          <a:prstGeom prst="rect">
            <a:avLst/>
          </a:prstGeom>
          <a:solidFill>
            <a:srgbClr val="7F7F7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500">
                <a:latin typeface="Montserrat"/>
                <a:ea typeface="Montserrat"/>
                <a:cs typeface="Montserrat"/>
                <a:sym typeface="Montserrat"/>
              </a:rPr>
              <a:t>Incorporando Matplotlib</a:t>
            </a:r>
            <a:endParaRPr b="1" sz="3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7" name="Google Shape;1317;p71"/>
          <p:cNvSpPr txBox="1"/>
          <p:nvPr/>
        </p:nvSpPr>
        <p:spPr>
          <a:xfrm>
            <a:off x="1106025" y="1752400"/>
            <a:ext cx="69321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Matplotlib 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es una de las bibliotecas de visualización de datos más populares en Python. Proporciona una amplia variedad de herramientas para crear gráficos estáticos, interactivos y de alta calidad. Con Matplotlib, puedes crear gráficos 2D y 3D para una amplia gama de aplicaciones, desde visualizaciones sencillas hasta gráficos complejos y personalizados.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Dado que esta librería se 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creó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hace casi veinte años, dispone de una enorme cantidad de ejemplos y tutoriales, y funciona correctamente con muchos sistemas operativos.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318" name="Google Shape;1318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4629" y="873727"/>
            <a:ext cx="2834743" cy="67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9" name="Google Shape;1319;p71"/>
          <p:cNvSpPr txBox="1"/>
          <p:nvPr/>
        </p:nvSpPr>
        <p:spPr>
          <a:xfrm>
            <a:off x="1819325" y="4563375"/>
            <a:ext cx="55053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161616"/>
                </a:solidFill>
                <a:latin typeface="Archivo"/>
                <a:ea typeface="Archivo"/>
                <a:cs typeface="Archivo"/>
                <a:sym typeface="Archivo"/>
              </a:rPr>
              <a:t>En este </a:t>
            </a:r>
            <a:r>
              <a:rPr lang="es-419" sz="1500" u="sng">
                <a:solidFill>
                  <a:schemeClr val="hlink"/>
                </a:solidFill>
                <a:latin typeface="Archivo"/>
                <a:ea typeface="Archivo"/>
                <a:cs typeface="Archivo"/>
                <a:sym typeface="Archivo"/>
                <a:hlinkClick r:id="rId4"/>
              </a:rPr>
              <a:t>LINK</a:t>
            </a:r>
            <a:r>
              <a:rPr lang="es-419" sz="1500">
                <a:solidFill>
                  <a:srgbClr val="161616"/>
                </a:solidFill>
                <a:latin typeface="Archivo"/>
                <a:ea typeface="Archivo"/>
                <a:cs typeface="Archivo"/>
                <a:sym typeface="Archivo"/>
              </a:rPr>
              <a:t> puedes acceder a la documentación.</a:t>
            </a:r>
            <a:endParaRPr sz="15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320" name="Google Shape;1320;p71"/>
          <p:cNvGrpSpPr/>
          <p:nvPr/>
        </p:nvGrpSpPr>
        <p:grpSpPr>
          <a:xfrm rot="5400000">
            <a:off x="1916696" y="4605244"/>
            <a:ext cx="367054" cy="484489"/>
            <a:chOff x="4167206" y="5024326"/>
            <a:chExt cx="904966" cy="1194501"/>
          </a:xfrm>
        </p:grpSpPr>
        <p:sp>
          <p:nvSpPr>
            <p:cNvPr id="1321" name="Google Shape;1321;p71"/>
            <p:cNvSpPr/>
            <p:nvPr/>
          </p:nvSpPr>
          <p:spPr>
            <a:xfrm>
              <a:off x="4415326" y="5564798"/>
              <a:ext cx="656846" cy="654028"/>
            </a:xfrm>
            <a:custGeom>
              <a:rect b="b" l="l" r="r" t="t"/>
              <a:pathLst>
                <a:path extrusionOk="0" h="2085" w="2094">
                  <a:moveTo>
                    <a:pt x="1102" y="0"/>
                  </a:moveTo>
                  <a:lnTo>
                    <a:pt x="1" y="1134"/>
                  </a:lnTo>
                  <a:lnTo>
                    <a:pt x="1029" y="2084"/>
                  </a:lnTo>
                  <a:lnTo>
                    <a:pt x="2093" y="931"/>
                  </a:lnTo>
                  <a:lnTo>
                    <a:pt x="1102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71"/>
            <p:cNvSpPr/>
            <p:nvPr/>
          </p:nvSpPr>
          <p:spPr>
            <a:xfrm>
              <a:off x="4707989" y="5584874"/>
              <a:ext cx="127981" cy="124532"/>
            </a:xfrm>
            <a:custGeom>
              <a:rect b="b" l="l" r="r" t="t"/>
              <a:pathLst>
                <a:path extrusionOk="0" h="397" w="408">
                  <a:moveTo>
                    <a:pt x="360" y="1"/>
                  </a:moveTo>
                  <a:lnTo>
                    <a:pt x="1" y="348"/>
                  </a:lnTo>
                  <a:lnTo>
                    <a:pt x="48" y="396"/>
                  </a:lnTo>
                  <a:lnTo>
                    <a:pt x="407" y="50"/>
                  </a:lnTo>
                  <a:lnTo>
                    <a:pt x="36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71"/>
            <p:cNvSpPr/>
            <p:nvPr/>
          </p:nvSpPr>
          <p:spPr>
            <a:xfrm>
              <a:off x="4719281" y="5634749"/>
              <a:ext cx="164368" cy="159978"/>
            </a:xfrm>
            <a:custGeom>
              <a:rect b="b" l="l" r="r" t="t"/>
              <a:pathLst>
                <a:path extrusionOk="0" h="510" w="524">
                  <a:moveTo>
                    <a:pt x="476" y="1"/>
                  </a:moveTo>
                  <a:lnTo>
                    <a:pt x="0" y="461"/>
                  </a:lnTo>
                  <a:lnTo>
                    <a:pt x="47" y="509"/>
                  </a:lnTo>
                  <a:lnTo>
                    <a:pt x="523" y="49"/>
                  </a:lnTo>
                  <a:lnTo>
                    <a:pt x="47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71"/>
            <p:cNvSpPr/>
            <p:nvPr/>
          </p:nvSpPr>
          <p:spPr>
            <a:xfrm>
              <a:off x="4177871" y="5034991"/>
              <a:ext cx="575603" cy="846002"/>
            </a:xfrm>
            <a:custGeom>
              <a:rect b="b" l="l" r="r" t="t"/>
              <a:pathLst>
                <a:path extrusionOk="0" h="2697" w="1835">
                  <a:moveTo>
                    <a:pt x="428" y="0"/>
                  </a:moveTo>
                  <a:cubicBezTo>
                    <a:pt x="429" y="0"/>
                    <a:pt x="430" y="0"/>
                    <a:pt x="431" y="0"/>
                  </a:cubicBezTo>
                  <a:lnTo>
                    <a:pt x="431" y="0"/>
                  </a:lnTo>
                  <a:cubicBezTo>
                    <a:pt x="432" y="0"/>
                    <a:pt x="433" y="0"/>
                    <a:pt x="434" y="0"/>
                  </a:cubicBezTo>
                  <a:close/>
                  <a:moveTo>
                    <a:pt x="431" y="0"/>
                  </a:moveTo>
                  <a:lnTo>
                    <a:pt x="431" y="0"/>
                  </a:lnTo>
                  <a:cubicBezTo>
                    <a:pt x="349" y="2"/>
                    <a:pt x="264" y="69"/>
                    <a:pt x="264" y="151"/>
                  </a:cubicBezTo>
                  <a:lnTo>
                    <a:pt x="259" y="1003"/>
                  </a:lnTo>
                  <a:lnTo>
                    <a:pt x="112" y="1098"/>
                  </a:lnTo>
                  <a:cubicBezTo>
                    <a:pt x="42" y="1143"/>
                    <a:pt x="0" y="1221"/>
                    <a:pt x="0" y="1305"/>
                  </a:cubicBezTo>
                  <a:lnTo>
                    <a:pt x="0" y="1667"/>
                  </a:lnTo>
                  <a:cubicBezTo>
                    <a:pt x="0" y="1726"/>
                    <a:pt x="23" y="1786"/>
                    <a:pt x="65" y="1832"/>
                  </a:cubicBezTo>
                  <a:lnTo>
                    <a:pt x="212" y="1995"/>
                  </a:lnTo>
                  <a:lnTo>
                    <a:pt x="866" y="2696"/>
                  </a:lnTo>
                  <a:lnTo>
                    <a:pt x="1835" y="1697"/>
                  </a:lnTo>
                  <a:lnTo>
                    <a:pt x="1747" y="1597"/>
                  </a:lnTo>
                  <a:cubicBezTo>
                    <a:pt x="1731" y="1582"/>
                    <a:pt x="1721" y="1560"/>
                    <a:pt x="1721" y="1537"/>
                  </a:cubicBezTo>
                  <a:lnTo>
                    <a:pt x="1687" y="918"/>
                  </a:lnTo>
                  <a:cubicBezTo>
                    <a:pt x="1687" y="836"/>
                    <a:pt x="1619" y="768"/>
                    <a:pt x="1537" y="768"/>
                  </a:cubicBezTo>
                  <a:lnTo>
                    <a:pt x="1506" y="768"/>
                  </a:lnTo>
                  <a:cubicBezTo>
                    <a:pt x="1422" y="768"/>
                    <a:pt x="1351" y="836"/>
                    <a:pt x="1351" y="918"/>
                  </a:cubicBezTo>
                  <a:lnTo>
                    <a:pt x="1351" y="847"/>
                  </a:lnTo>
                  <a:cubicBezTo>
                    <a:pt x="1351" y="763"/>
                    <a:pt x="1284" y="697"/>
                    <a:pt x="1200" y="697"/>
                  </a:cubicBezTo>
                  <a:lnTo>
                    <a:pt x="1135" y="697"/>
                  </a:lnTo>
                  <a:cubicBezTo>
                    <a:pt x="1053" y="697"/>
                    <a:pt x="985" y="763"/>
                    <a:pt x="985" y="847"/>
                  </a:cubicBezTo>
                  <a:lnTo>
                    <a:pt x="985" y="794"/>
                  </a:lnTo>
                  <a:cubicBezTo>
                    <a:pt x="985" y="711"/>
                    <a:pt x="917" y="643"/>
                    <a:pt x="834" y="643"/>
                  </a:cubicBezTo>
                  <a:lnTo>
                    <a:pt x="766" y="643"/>
                  </a:lnTo>
                  <a:cubicBezTo>
                    <a:pt x="683" y="643"/>
                    <a:pt x="622" y="711"/>
                    <a:pt x="622" y="794"/>
                  </a:cubicBezTo>
                  <a:lnTo>
                    <a:pt x="598" y="151"/>
                  </a:lnTo>
                  <a:cubicBezTo>
                    <a:pt x="598" y="69"/>
                    <a:pt x="514" y="2"/>
                    <a:pt x="4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71"/>
            <p:cNvSpPr/>
            <p:nvPr/>
          </p:nvSpPr>
          <p:spPr>
            <a:xfrm>
              <a:off x="4167206" y="5024326"/>
              <a:ext cx="600697" cy="872037"/>
            </a:xfrm>
            <a:custGeom>
              <a:rect b="b" l="l" r="r" t="t"/>
              <a:pathLst>
                <a:path extrusionOk="0" h="2780" w="1915">
                  <a:moveTo>
                    <a:pt x="465" y="68"/>
                  </a:moveTo>
                  <a:cubicBezTo>
                    <a:pt x="526" y="70"/>
                    <a:pt x="598" y="120"/>
                    <a:pt x="598" y="186"/>
                  </a:cubicBezTo>
                  <a:lnTo>
                    <a:pt x="622" y="829"/>
                  </a:lnTo>
                  <a:lnTo>
                    <a:pt x="688" y="828"/>
                  </a:lnTo>
                  <a:cubicBezTo>
                    <a:pt x="688" y="763"/>
                    <a:pt x="738" y="711"/>
                    <a:pt x="800" y="711"/>
                  </a:cubicBezTo>
                  <a:lnTo>
                    <a:pt x="868" y="711"/>
                  </a:lnTo>
                  <a:cubicBezTo>
                    <a:pt x="933" y="711"/>
                    <a:pt x="985" y="763"/>
                    <a:pt x="985" y="828"/>
                  </a:cubicBezTo>
                  <a:lnTo>
                    <a:pt x="985" y="881"/>
                  </a:lnTo>
                  <a:lnTo>
                    <a:pt x="1053" y="881"/>
                  </a:lnTo>
                  <a:cubicBezTo>
                    <a:pt x="1053" y="816"/>
                    <a:pt x="1104" y="763"/>
                    <a:pt x="1169" y="763"/>
                  </a:cubicBezTo>
                  <a:lnTo>
                    <a:pt x="1234" y="763"/>
                  </a:lnTo>
                  <a:cubicBezTo>
                    <a:pt x="1299" y="763"/>
                    <a:pt x="1352" y="816"/>
                    <a:pt x="1352" y="881"/>
                  </a:cubicBezTo>
                  <a:lnTo>
                    <a:pt x="1352" y="952"/>
                  </a:lnTo>
                  <a:lnTo>
                    <a:pt x="1419" y="952"/>
                  </a:lnTo>
                  <a:cubicBezTo>
                    <a:pt x="1419" y="889"/>
                    <a:pt x="1474" y="836"/>
                    <a:pt x="1540" y="836"/>
                  </a:cubicBezTo>
                  <a:lnTo>
                    <a:pt x="1571" y="836"/>
                  </a:lnTo>
                  <a:cubicBezTo>
                    <a:pt x="1636" y="836"/>
                    <a:pt x="1687" y="888"/>
                    <a:pt x="1687" y="954"/>
                  </a:cubicBezTo>
                  <a:lnTo>
                    <a:pt x="1721" y="1571"/>
                  </a:lnTo>
                  <a:cubicBezTo>
                    <a:pt x="1721" y="1603"/>
                    <a:pt x="1734" y="1633"/>
                    <a:pt x="1757" y="1655"/>
                  </a:cubicBezTo>
                  <a:lnTo>
                    <a:pt x="1823" y="1730"/>
                  </a:lnTo>
                  <a:lnTo>
                    <a:pt x="900" y="2682"/>
                  </a:lnTo>
                  <a:lnTo>
                    <a:pt x="272" y="2007"/>
                  </a:lnTo>
                  <a:lnTo>
                    <a:pt x="123" y="1843"/>
                  </a:lnTo>
                  <a:cubicBezTo>
                    <a:pt x="87" y="1804"/>
                    <a:pt x="68" y="1752"/>
                    <a:pt x="68" y="1701"/>
                  </a:cubicBezTo>
                  <a:lnTo>
                    <a:pt x="68" y="1339"/>
                  </a:lnTo>
                  <a:cubicBezTo>
                    <a:pt x="68" y="1267"/>
                    <a:pt x="104" y="1200"/>
                    <a:pt x="164" y="1161"/>
                  </a:cubicBezTo>
                  <a:lnTo>
                    <a:pt x="259" y="1098"/>
                  </a:lnTo>
                  <a:lnTo>
                    <a:pt x="259" y="1492"/>
                  </a:lnTo>
                  <a:lnTo>
                    <a:pt x="327" y="1492"/>
                  </a:lnTo>
                  <a:lnTo>
                    <a:pt x="327" y="1037"/>
                  </a:lnTo>
                  <a:lnTo>
                    <a:pt x="332" y="185"/>
                  </a:lnTo>
                  <a:cubicBezTo>
                    <a:pt x="332" y="120"/>
                    <a:pt x="403" y="70"/>
                    <a:pt x="465" y="68"/>
                  </a:cubicBezTo>
                  <a:close/>
                  <a:moveTo>
                    <a:pt x="462" y="0"/>
                  </a:moveTo>
                  <a:cubicBezTo>
                    <a:pt x="368" y="3"/>
                    <a:pt x="264" y="81"/>
                    <a:pt x="264" y="185"/>
                  </a:cubicBezTo>
                  <a:lnTo>
                    <a:pt x="259" y="1017"/>
                  </a:lnTo>
                  <a:lnTo>
                    <a:pt x="128" y="1105"/>
                  </a:lnTo>
                  <a:cubicBezTo>
                    <a:pt x="49" y="1156"/>
                    <a:pt x="0" y="1244"/>
                    <a:pt x="0" y="1339"/>
                  </a:cubicBezTo>
                  <a:lnTo>
                    <a:pt x="0" y="1701"/>
                  </a:lnTo>
                  <a:cubicBezTo>
                    <a:pt x="0" y="1770"/>
                    <a:pt x="26" y="1837"/>
                    <a:pt x="73" y="1888"/>
                  </a:cubicBezTo>
                  <a:lnTo>
                    <a:pt x="222" y="2052"/>
                  </a:lnTo>
                  <a:lnTo>
                    <a:pt x="900" y="2779"/>
                  </a:lnTo>
                  <a:lnTo>
                    <a:pt x="1914" y="1733"/>
                  </a:lnTo>
                  <a:lnTo>
                    <a:pt x="1807" y="1610"/>
                  </a:lnTo>
                  <a:lnTo>
                    <a:pt x="1804" y="1607"/>
                  </a:lnTo>
                  <a:cubicBezTo>
                    <a:pt x="1794" y="1597"/>
                    <a:pt x="1789" y="1584"/>
                    <a:pt x="1789" y="1569"/>
                  </a:cubicBezTo>
                  <a:lnTo>
                    <a:pt x="1755" y="952"/>
                  </a:lnTo>
                  <a:cubicBezTo>
                    <a:pt x="1755" y="850"/>
                    <a:pt x="1673" y="768"/>
                    <a:pt x="1571" y="768"/>
                  </a:cubicBezTo>
                  <a:lnTo>
                    <a:pt x="1540" y="768"/>
                  </a:lnTo>
                  <a:cubicBezTo>
                    <a:pt x="1490" y="768"/>
                    <a:pt x="1443" y="789"/>
                    <a:pt x="1409" y="821"/>
                  </a:cubicBezTo>
                  <a:cubicBezTo>
                    <a:pt x="1385" y="748"/>
                    <a:pt x="1315" y="697"/>
                    <a:pt x="1234" y="697"/>
                  </a:cubicBezTo>
                  <a:lnTo>
                    <a:pt x="1169" y="697"/>
                  </a:lnTo>
                  <a:cubicBezTo>
                    <a:pt x="1117" y="697"/>
                    <a:pt x="1070" y="718"/>
                    <a:pt x="1036" y="753"/>
                  </a:cubicBezTo>
                  <a:cubicBezTo>
                    <a:pt x="1007" y="688"/>
                    <a:pt x="943" y="643"/>
                    <a:pt x="868" y="643"/>
                  </a:cubicBezTo>
                  <a:lnTo>
                    <a:pt x="800" y="643"/>
                  </a:lnTo>
                  <a:cubicBezTo>
                    <a:pt x="755" y="643"/>
                    <a:pt x="714" y="659"/>
                    <a:pt x="683" y="687"/>
                  </a:cubicBezTo>
                  <a:lnTo>
                    <a:pt x="666" y="185"/>
                  </a:lnTo>
                  <a:cubicBezTo>
                    <a:pt x="666" y="81"/>
                    <a:pt x="562" y="3"/>
                    <a:pt x="46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71"/>
            <p:cNvSpPr/>
            <p:nvPr/>
          </p:nvSpPr>
          <p:spPr>
            <a:xfrm>
              <a:off x="4362001" y="5279349"/>
              <a:ext cx="21644" cy="77793"/>
            </a:xfrm>
            <a:custGeom>
              <a:rect b="b" l="l" r="r" t="t"/>
              <a:pathLst>
                <a:path extrusionOk="0" h="248" w="69">
                  <a:moveTo>
                    <a:pt x="1" y="0"/>
                  </a:moveTo>
                  <a:lnTo>
                    <a:pt x="1" y="248"/>
                  </a:lnTo>
                  <a:lnTo>
                    <a:pt x="69" y="248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71"/>
            <p:cNvSpPr/>
            <p:nvPr/>
          </p:nvSpPr>
          <p:spPr>
            <a:xfrm>
              <a:off x="4476493" y="5295033"/>
              <a:ext cx="21644" cy="71833"/>
            </a:xfrm>
            <a:custGeom>
              <a:rect b="b" l="l" r="r" t="t"/>
              <a:pathLst>
                <a:path extrusionOk="0" h="229" w="69">
                  <a:moveTo>
                    <a:pt x="0" y="0"/>
                  </a:moveTo>
                  <a:lnTo>
                    <a:pt x="0" y="229"/>
                  </a:lnTo>
                  <a:lnTo>
                    <a:pt x="68" y="229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71"/>
            <p:cNvSpPr/>
            <p:nvPr/>
          </p:nvSpPr>
          <p:spPr>
            <a:xfrm>
              <a:off x="4591300" y="5314167"/>
              <a:ext cx="21644" cy="61795"/>
            </a:xfrm>
            <a:custGeom>
              <a:rect b="b" l="l" r="r" t="t"/>
              <a:pathLst>
                <a:path extrusionOk="0" h="197" w="69">
                  <a:moveTo>
                    <a:pt x="0" y="1"/>
                  </a:moveTo>
                  <a:lnTo>
                    <a:pt x="0" y="197"/>
                  </a:lnTo>
                  <a:lnTo>
                    <a:pt x="68" y="197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29" name="Google Shape;1329;p71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330" name="Google Shape;1330;p71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331" name="Google Shape;1331;p71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2" name="Google Shape;1332;p71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3" name="Google Shape;1333;p71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4" name="Google Shape;1334;p71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5" name="Google Shape;1335;p71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6" name="Google Shape;1336;p71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7" name="Google Shape;1337;p71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8" name="Google Shape;1338;p71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9" name="Google Shape;1339;p71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0" name="Google Shape;1340;p71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1" name="Google Shape;1341;p71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2" name="Google Shape;1342;p71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43" name="Google Shape;1343;p71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7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p72"/>
          <p:cNvSpPr/>
          <p:nvPr/>
        </p:nvSpPr>
        <p:spPr>
          <a:xfrm flipH="1">
            <a:off x="8229600" y="1028700"/>
            <a:ext cx="914700" cy="411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1349" name="Google Shape;1349;p72"/>
          <p:cNvSpPr txBox="1"/>
          <p:nvPr/>
        </p:nvSpPr>
        <p:spPr>
          <a:xfrm>
            <a:off x="425888" y="2162550"/>
            <a:ext cx="37617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¿</a:t>
            </a:r>
            <a:r>
              <a:rPr b="1" lang="es-419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Cómo</a:t>
            </a:r>
            <a:r>
              <a:rPr b="1" lang="es-419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creamos los primeros gráficos?</a:t>
            </a:r>
            <a:endParaRPr b="1"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0" name="Google Shape;1350;p72"/>
          <p:cNvSpPr/>
          <p:nvPr/>
        </p:nvSpPr>
        <p:spPr>
          <a:xfrm>
            <a:off x="4572000" y="1028700"/>
            <a:ext cx="2267700" cy="2267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1351" name="Google Shape;1351;p72"/>
          <p:cNvCxnSpPr>
            <a:stCxn id="1350" idx="0"/>
          </p:cNvCxnSpPr>
          <p:nvPr/>
        </p:nvCxnSpPr>
        <p:spPr>
          <a:xfrm rot="10800000">
            <a:off x="9450" y="1028700"/>
            <a:ext cx="56964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2" name="Google Shape;1352;p72"/>
          <p:cNvCxnSpPr>
            <a:stCxn id="1350" idx="2"/>
          </p:cNvCxnSpPr>
          <p:nvPr/>
        </p:nvCxnSpPr>
        <p:spPr>
          <a:xfrm>
            <a:off x="6839700" y="2162550"/>
            <a:ext cx="0" cy="29625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53" name="Google Shape;1353;p72"/>
          <p:cNvGrpSpPr/>
          <p:nvPr/>
        </p:nvGrpSpPr>
        <p:grpSpPr>
          <a:xfrm>
            <a:off x="456894" y="358813"/>
            <a:ext cx="1978986" cy="268074"/>
            <a:chOff x="913788" y="717625"/>
            <a:chExt cx="3957972" cy="536147"/>
          </a:xfrm>
        </p:grpSpPr>
        <p:grpSp>
          <p:nvGrpSpPr>
            <p:cNvPr id="1354" name="Google Shape;1354;p72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355" name="Google Shape;1355;p72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6" name="Google Shape;1356;p72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7" name="Google Shape;1357;p72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8" name="Google Shape;1358;p72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9" name="Google Shape;1359;p72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0" name="Google Shape;1360;p72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1" name="Google Shape;1361;p72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2" name="Google Shape;1362;p72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3" name="Google Shape;1363;p72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4" name="Google Shape;1364;p72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5" name="Google Shape;1365;p72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6" name="Google Shape;1366;p72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67" name="Google Shape;1367;p72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368" name="Google Shape;1368;p72"/>
          <p:cNvGrpSpPr/>
          <p:nvPr/>
        </p:nvGrpSpPr>
        <p:grpSpPr>
          <a:xfrm>
            <a:off x="4339660" y="2694378"/>
            <a:ext cx="2347815" cy="2364159"/>
            <a:chOff x="6344750" y="1889175"/>
            <a:chExt cx="786775" cy="765100"/>
          </a:xfrm>
        </p:grpSpPr>
        <p:sp>
          <p:nvSpPr>
            <p:cNvPr id="1369" name="Google Shape;1369;p72"/>
            <p:cNvSpPr/>
            <p:nvPr/>
          </p:nvSpPr>
          <p:spPr>
            <a:xfrm>
              <a:off x="6659725" y="2015050"/>
              <a:ext cx="217275" cy="107625"/>
            </a:xfrm>
            <a:custGeom>
              <a:rect b="b" l="l" r="r" t="t"/>
              <a:pathLst>
                <a:path extrusionOk="0" h="4305" w="8691">
                  <a:moveTo>
                    <a:pt x="2425" y="1"/>
                  </a:moveTo>
                  <a:cubicBezTo>
                    <a:pt x="1995" y="70"/>
                    <a:pt x="1109" y="343"/>
                    <a:pt x="1109" y="343"/>
                  </a:cubicBezTo>
                  <a:cubicBezTo>
                    <a:pt x="1" y="1536"/>
                    <a:pt x="1707" y="3497"/>
                    <a:pt x="3767" y="4062"/>
                  </a:cubicBezTo>
                  <a:cubicBezTo>
                    <a:pt x="4392" y="4232"/>
                    <a:pt x="4946" y="4304"/>
                    <a:pt x="5429" y="4304"/>
                  </a:cubicBezTo>
                  <a:cubicBezTo>
                    <a:pt x="6539" y="4304"/>
                    <a:pt x="7266" y="3921"/>
                    <a:pt x="7584" y="3460"/>
                  </a:cubicBezTo>
                  <a:cubicBezTo>
                    <a:pt x="8691" y="1861"/>
                    <a:pt x="7888" y="373"/>
                    <a:pt x="5732" y="373"/>
                  </a:cubicBezTo>
                  <a:cubicBezTo>
                    <a:pt x="5573" y="373"/>
                    <a:pt x="5406" y="381"/>
                    <a:pt x="5232" y="398"/>
                  </a:cubicBezTo>
                  <a:cubicBezTo>
                    <a:pt x="5008" y="420"/>
                    <a:pt x="4794" y="429"/>
                    <a:pt x="4593" y="429"/>
                  </a:cubicBezTo>
                  <a:cubicBezTo>
                    <a:pt x="3235" y="429"/>
                    <a:pt x="2425" y="1"/>
                    <a:pt x="24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72"/>
            <p:cNvSpPr/>
            <p:nvPr/>
          </p:nvSpPr>
          <p:spPr>
            <a:xfrm>
              <a:off x="6543150" y="2075350"/>
              <a:ext cx="139850" cy="191750"/>
            </a:xfrm>
            <a:custGeom>
              <a:rect b="b" l="l" r="r" t="t"/>
              <a:pathLst>
                <a:path extrusionOk="0" h="7670" w="5594">
                  <a:moveTo>
                    <a:pt x="4624" y="1"/>
                  </a:moveTo>
                  <a:cubicBezTo>
                    <a:pt x="4301" y="1"/>
                    <a:pt x="3992" y="187"/>
                    <a:pt x="3851" y="502"/>
                  </a:cubicBezTo>
                  <a:lnTo>
                    <a:pt x="2064" y="4421"/>
                  </a:lnTo>
                  <a:lnTo>
                    <a:pt x="325" y="6229"/>
                  </a:lnTo>
                  <a:cubicBezTo>
                    <a:pt x="1" y="6568"/>
                    <a:pt x="12" y="7104"/>
                    <a:pt x="351" y="7432"/>
                  </a:cubicBezTo>
                  <a:cubicBezTo>
                    <a:pt x="515" y="7589"/>
                    <a:pt x="726" y="7669"/>
                    <a:pt x="941" y="7669"/>
                  </a:cubicBezTo>
                  <a:cubicBezTo>
                    <a:pt x="1164" y="7669"/>
                    <a:pt x="1386" y="7582"/>
                    <a:pt x="1554" y="7407"/>
                  </a:cubicBezTo>
                  <a:lnTo>
                    <a:pt x="3391" y="5496"/>
                  </a:lnTo>
                  <a:cubicBezTo>
                    <a:pt x="3461" y="5427"/>
                    <a:pt x="3515" y="5347"/>
                    <a:pt x="3555" y="5259"/>
                  </a:cubicBezTo>
                  <a:lnTo>
                    <a:pt x="5400" y="1205"/>
                  </a:lnTo>
                  <a:cubicBezTo>
                    <a:pt x="5593" y="779"/>
                    <a:pt x="5404" y="272"/>
                    <a:pt x="4977" y="79"/>
                  </a:cubicBezTo>
                  <a:cubicBezTo>
                    <a:pt x="4863" y="26"/>
                    <a:pt x="4743" y="1"/>
                    <a:pt x="4624" y="1"/>
                  </a:cubicBezTo>
                  <a:close/>
                </a:path>
              </a:pathLst>
            </a:custGeom>
            <a:solidFill>
              <a:srgbClr val="FBD7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72"/>
            <p:cNvSpPr/>
            <p:nvPr/>
          </p:nvSpPr>
          <p:spPr>
            <a:xfrm>
              <a:off x="6473425" y="2227325"/>
              <a:ext cx="110400" cy="61500"/>
            </a:xfrm>
            <a:custGeom>
              <a:rect b="b" l="l" r="r" t="t"/>
              <a:pathLst>
                <a:path extrusionOk="0" h="2460" w="4416">
                  <a:moveTo>
                    <a:pt x="3216" y="1"/>
                  </a:moveTo>
                  <a:cubicBezTo>
                    <a:pt x="3216" y="1"/>
                    <a:pt x="1682" y="248"/>
                    <a:pt x="1357" y="252"/>
                  </a:cubicBezTo>
                  <a:cubicBezTo>
                    <a:pt x="1033" y="252"/>
                    <a:pt x="1499" y="763"/>
                    <a:pt x="2225" y="766"/>
                  </a:cubicBezTo>
                  <a:cubicBezTo>
                    <a:pt x="2225" y="766"/>
                    <a:pt x="1186" y="1441"/>
                    <a:pt x="591" y="1524"/>
                  </a:cubicBezTo>
                  <a:cubicBezTo>
                    <a:pt x="1" y="1608"/>
                    <a:pt x="602" y="2447"/>
                    <a:pt x="1656" y="2458"/>
                  </a:cubicBezTo>
                  <a:cubicBezTo>
                    <a:pt x="1735" y="2459"/>
                    <a:pt x="1812" y="2459"/>
                    <a:pt x="1888" y="2459"/>
                  </a:cubicBezTo>
                  <a:cubicBezTo>
                    <a:pt x="2824" y="2459"/>
                    <a:pt x="3519" y="2359"/>
                    <a:pt x="4416" y="1229"/>
                  </a:cubicBezTo>
                  <a:lnTo>
                    <a:pt x="3216" y="1"/>
                  </a:lnTo>
                  <a:close/>
                </a:path>
              </a:pathLst>
            </a:custGeom>
            <a:solidFill>
              <a:srgbClr val="FBD7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72"/>
            <p:cNvSpPr/>
            <p:nvPr/>
          </p:nvSpPr>
          <p:spPr>
            <a:xfrm>
              <a:off x="6520000" y="2250200"/>
              <a:ext cx="26000" cy="28825"/>
            </a:xfrm>
            <a:custGeom>
              <a:rect b="b" l="l" r="r" t="t"/>
              <a:pathLst>
                <a:path extrusionOk="0" h="1153" w="1040">
                  <a:moveTo>
                    <a:pt x="117" y="1"/>
                  </a:moveTo>
                  <a:lnTo>
                    <a:pt x="1" y="70"/>
                  </a:lnTo>
                  <a:cubicBezTo>
                    <a:pt x="23" y="106"/>
                    <a:pt x="533" y="967"/>
                    <a:pt x="989" y="1153"/>
                  </a:cubicBezTo>
                  <a:lnTo>
                    <a:pt x="1040" y="1029"/>
                  </a:lnTo>
                  <a:cubicBezTo>
                    <a:pt x="628" y="857"/>
                    <a:pt x="125" y="12"/>
                    <a:pt x="11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72"/>
            <p:cNvSpPr/>
            <p:nvPr/>
          </p:nvSpPr>
          <p:spPr>
            <a:xfrm>
              <a:off x="6484725" y="2257500"/>
              <a:ext cx="41700" cy="19250"/>
            </a:xfrm>
            <a:custGeom>
              <a:rect b="b" l="l" r="r" t="t"/>
              <a:pathLst>
                <a:path extrusionOk="0" h="770" w="1668">
                  <a:moveTo>
                    <a:pt x="1594" y="0"/>
                  </a:moveTo>
                  <a:cubicBezTo>
                    <a:pt x="1587" y="8"/>
                    <a:pt x="785" y="511"/>
                    <a:pt x="1" y="635"/>
                  </a:cubicBezTo>
                  <a:lnTo>
                    <a:pt x="23" y="770"/>
                  </a:lnTo>
                  <a:cubicBezTo>
                    <a:pt x="832" y="642"/>
                    <a:pt x="1634" y="139"/>
                    <a:pt x="1667" y="117"/>
                  </a:cubicBezTo>
                  <a:lnTo>
                    <a:pt x="15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72"/>
            <p:cNvSpPr/>
            <p:nvPr/>
          </p:nvSpPr>
          <p:spPr>
            <a:xfrm>
              <a:off x="6494300" y="2265525"/>
              <a:ext cx="37950" cy="20075"/>
            </a:xfrm>
            <a:custGeom>
              <a:rect b="b" l="l" r="r" t="t"/>
              <a:pathLst>
                <a:path extrusionOk="0" h="803" w="1518">
                  <a:moveTo>
                    <a:pt x="1452" y="0"/>
                  </a:moveTo>
                  <a:cubicBezTo>
                    <a:pt x="1448" y="4"/>
                    <a:pt x="1437" y="11"/>
                    <a:pt x="1419" y="22"/>
                  </a:cubicBezTo>
                  <a:cubicBezTo>
                    <a:pt x="795" y="405"/>
                    <a:pt x="289" y="634"/>
                    <a:pt x="1" y="667"/>
                  </a:cubicBezTo>
                  <a:lnTo>
                    <a:pt x="15" y="802"/>
                  </a:lnTo>
                  <a:cubicBezTo>
                    <a:pt x="435" y="755"/>
                    <a:pt x="1120" y="365"/>
                    <a:pt x="1492" y="135"/>
                  </a:cubicBezTo>
                  <a:cubicBezTo>
                    <a:pt x="1506" y="128"/>
                    <a:pt x="1514" y="124"/>
                    <a:pt x="1517" y="120"/>
                  </a:cubicBezTo>
                  <a:lnTo>
                    <a:pt x="145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72"/>
            <p:cNvSpPr/>
            <p:nvPr/>
          </p:nvSpPr>
          <p:spPr>
            <a:xfrm>
              <a:off x="6510625" y="2272250"/>
              <a:ext cx="28275" cy="18000"/>
            </a:xfrm>
            <a:custGeom>
              <a:rect b="b" l="l" r="r" t="t"/>
              <a:pathLst>
                <a:path extrusionOk="0" h="720" w="1131">
                  <a:moveTo>
                    <a:pt x="1047" y="1"/>
                  </a:moveTo>
                  <a:cubicBezTo>
                    <a:pt x="1039" y="5"/>
                    <a:pt x="394" y="500"/>
                    <a:pt x="0" y="588"/>
                  </a:cubicBezTo>
                  <a:lnTo>
                    <a:pt x="29" y="719"/>
                  </a:lnTo>
                  <a:cubicBezTo>
                    <a:pt x="452" y="628"/>
                    <a:pt x="1101" y="128"/>
                    <a:pt x="1130" y="107"/>
                  </a:cubicBezTo>
                  <a:lnTo>
                    <a:pt x="104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72"/>
            <p:cNvSpPr/>
            <p:nvPr/>
          </p:nvSpPr>
          <p:spPr>
            <a:xfrm>
              <a:off x="6527750" y="2245375"/>
              <a:ext cx="26550" cy="11425"/>
            </a:xfrm>
            <a:custGeom>
              <a:rect b="b" l="l" r="r" t="t"/>
              <a:pathLst>
                <a:path extrusionOk="0" h="457" w="1062">
                  <a:moveTo>
                    <a:pt x="106" y="0"/>
                  </a:moveTo>
                  <a:lnTo>
                    <a:pt x="1" y="84"/>
                  </a:lnTo>
                  <a:cubicBezTo>
                    <a:pt x="4" y="92"/>
                    <a:pt x="296" y="456"/>
                    <a:pt x="752" y="456"/>
                  </a:cubicBezTo>
                  <a:cubicBezTo>
                    <a:pt x="850" y="456"/>
                    <a:pt x="952" y="438"/>
                    <a:pt x="1062" y="401"/>
                  </a:cubicBezTo>
                  <a:lnTo>
                    <a:pt x="1014" y="274"/>
                  </a:lnTo>
                  <a:cubicBezTo>
                    <a:pt x="921" y="306"/>
                    <a:pt x="833" y="320"/>
                    <a:pt x="751" y="320"/>
                  </a:cubicBezTo>
                  <a:cubicBezTo>
                    <a:pt x="365" y="320"/>
                    <a:pt x="121" y="18"/>
                    <a:pt x="10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72"/>
            <p:cNvSpPr/>
            <p:nvPr/>
          </p:nvSpPr>
          <p:spPr>
            <a:xfrm>
              <a:off x="6620625" y="2073350"/>
              <a:ext cx="60000" cy="68425"/>
            </a:xfrm>
            <a:custGeom>
              <a:rect b="b" l="l" r="r" t="t"/>
              <a:pathLst>
                <a:path extrusionOk="0" h="2737" w="2400">
                  <a:moveTo>
                    <a:pt x="1372" y="0"/>
                  </a:moveTo>
                  <a:cubicBezTo>
                    <a:pt x="985" y="0"/>
                    <a:pt x="626" y="246"/>
                    <a:pt x="500" y="633"/>
                  </a:cubicBezTo>
                  <a:lnTo>
                    <a:pt x="1" y="2171"/>
                  </a:lnTo>
                  <a:lnTo>
                    <a:pt x="1743" y="2736"/>
                  </a:lnTo>
                  <a:lnTo>
                    <a:pt x="2243" y="1198"/>
                  </a:lnTo>
                  <a:cubicBezTo>
                    <a:pt x="2400" y="717"/>
                    <a:pt x="2137" y="199"/>
                    <a:pt x="1656" y="46"/>
                  </a:cubicBezTo>
                  <a:cubicBezTo>
                    <a:pt x="1562" y="15"/>
                    <a:pt x="1466" y="0"/>
                    <a:pt x="1372" y="0"/>
                  </a:cubicBezTo>
                  <a:close/>
                </a:path>
              </a:pathLst>
            </a:custGeom>
            <a:solidFill>
              <a:srgbClr val="FDBF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72"/>
            <p:cNvSpPr/>
            <p:nvPr/>
          </p:nvSpPr>
          <p:spPr>
            <a:xfrm>
              <a:off x="6580700" y="2182750"/>
              <a:ext cx="217325" cy="439250"/>
            </a:xfrm>
            <a:custGeom>
              <a:rect b="b" l="l" r="r" t="t"/>
              <a:pathLst>
                <a:path extrusionOk="0" h="17570" w="8693">
                  <a:moveTo>
                    <a:pt x="3588" y="1"/>
                  </a:moveTo>
                  <a:cubicBezTo>
                    <a:pt x="2907" y="1"/>
                    <a:pt x="2323" y="497"/>
                    <a:pt x="2210" y="1171"/>
                  </a:cubicBezTo>
                  <a:lnTo>
                    <a:pt x="1022" y="8444"/>
                  </a:lnTo>
                  <a:cubicBezTo>
                    <a:pt x="1018" y="8463"/>
                    <a:pt x="1014" y="8481"/>
                    <a:pt x="1014" y="8499"/>
                  </a:cubicBezTo>
                  <a:lnTo>
                    <a:pt x="96" y="15965"/>
                  </a:lnTo>
                  <a:cubicBezTo>
                    <a:pt x="1" y="16731"/>
                    <a:pt x="544" y="17427"/>
                    <a:pt x="1310" y="17522"/>
                  </a:cubicBezTo>
                  <a:cubicBezTo>
                    <a:pt x="1366" y="17529"/>
                    <a:pt x="1422" y="17532"/>
                    <a:pt x="1477" y="17532"/>
                  </a:cubicBezTo>
                  <a:cubicBezTo>
                    <a:pt x="2175" y="17532"/>
                    <a:pt x="2779" y="17014"/>
                    <a:pt x="2866" y="16304"/>
                  </a:cubicBezTo>
                  <a:lnTo>
                    <a:pt x="3782" y="8867"/>
                  </a:lnTo>
                  <a:lnTo>
                    <a:pt x="4773" y="2790"/>
                  </a:lnTo>
                  <a:lnTo>
                    <a:pt x="5134" y="2790"/>
                  </a:lnTo>
                  <a:lnTo>
                    <a:pt x="5484" y="8546"/>
                  </a:lnTo>
                  <a:lnTo>
                    <a:pt x="5867" y="16246"/>
                  </a:lnTo>
                  <a:cubicBezTo>
                    <a:pt x="5903" y="16990"/>
                    <a:pt x="6519" y="17569"/>
                    <a:pt x="7260" y="17569"/>
                  </a:cubicBezTo>
                  <a:lnTo>
                    <a:pt x="7329" y="17569"/>
                  </a:lnTo>
                  <a:cubicBezTo>
                    <a:pt x="8098" y="17533"/>
                    <a:pt x="8692" y="16877"/>
                    <a:pt x="8652" y="16108"/>
                  </a:cubicBezTo>
                  <a:lnTo>
                    <a:pt x="8273" y="8401"/>
                  </a:lnTo>
                  <a:lnTo>
                    <a:pt x="8273" y="8382"/>
                  </a:lnTo>
                  <a:lnTo>
                    <a:pt x="7839" y="1310"/>
                  </a:lnTo>
                  <a:cubicBezTo>
                    <a:pt x="7796" y="573"/>
                    <a:pt x="7183" y="1"/>
                    <a:pt x="6447" y="1"/>
                  </a:cubicBezTo>
                  <a:close/>
                </a:path>
              </a:pathLst>
            </a:custGeom>
            <a:solidFill>
              <a:srgbClr val="FBD7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72"/>
            <p:cNvSpPr/>
            <p:nvPr/>
          </p:nvSpPr>
          <p:spPr>
            <a:xfrm>
              <a:off x="6680700" y="2013050"/>
              <a:ext cx="52150" cy="52150"/>
            </a:xfrm>
            <a:custGeom>
              <a:rect b="b" l="l" r="r" t="t"/>
              <a:pathLst>
                <a:path extrusionOk="0" h="2086" w="2086">
                  <a:moveTo>
                    <a:pt x="1043" y="0"/>
                  </a:moveTo>
                  <a:cubicBezTo>
                    <a:pt x="467" y="0"/>
                    <a:pt x="0" y="467"/>
                    <a:pt x="0" y="1043"/>
                  </a:cubicBezTo>
                  <a:cubicBezTo>
                    <a:pt x="0" y="1619"/>
                    <a:pt x="467" y="2086"/>
                    <a:pt x="1043" y="2086"/>
                  </a:cubicBezTo>
                  <a:cubicBezTo>
                    <a:pt x="1619" y="2086"/>
                    <a:pt x="2086" y="1619"/>
                    <a:pt x="2086" y="1043"/>
                  </a:cubicBezTo>
                  <a:cubicBezTo>
                    <a:pt x="2086" y="467"/>
                    <a:pt x="1619" y="0"/>
                    <a:pt x="1043" y="0"/>
                  </a:cubicBezTo>
                  <a:close/>
                </a:path>
              </a:pathLst>
            </a:custGeom>
            <a:solidFill>
              <a:srgbClr val="FBD7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72"/>
            <p:cNvSpPr/>
            <p:nvPr/>
          </p:nvSpPr>
          <p:spPr>
            <a:xfrm>
              <a:off x="6654725" y="2074750"/>
              <a:ext cx="104100" cy="96550"/>
            </a:xfrm>
            <a:custGeom>
              <a:rect b="b" l="l" r="r" t="t"/>
              <a:pathLst>
                <a:path extrusionOk="0" h="3862" w="4164">
                  <a:moveTo>
                    <a:pt x="0" y="1"/>
                  </a:moveTo>
                  <a:lnTo>
                    <a:pt x="0" y="3180"/>
                  </a:lnTo>
                  <a:cubicBezTo>
                    <a:pt x="0" y="3555"/>
                    <a:pt x="306" y="3861"/>
                    <a:pt x="682" y="3861"/>
                  </a:cubicBezTo>
                  <a:lnTo>
                    <a:pt x="3482" y="3861"/>
                  </a:lnTo>
                  <a:cubicBezTo>
                    <a:pt x="3861" y="3861"/>
                    <a:pt x="4164" y="3555"/>
                    <a:pt x="4164" y="3180"/>
                  </a:cubicBezTo>
                  <a:lnTo>
                    <a:pt x="4164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72"/>
            <p:cNvSpPr/>
            <p:nvPr/>
          </p:nvSpPr>
          <p:spPr>
            <a:xfrm>
              <a:off x="6605500" y="2181750"/>
              <a:ext cx="185050" cy="173850"/>
            </a:xfrm>
            <a:custGeom>
              <a:rect b="b" l="l" r="r" t="t"/>
              <a:pathLst>
                <a:path extrusionOk="0" h="6954" w="7402">
                  <a:moveTo>
                    <a:pt x="2308" y="1"/>
                  </a:moveTo>
                  <a:cubicBezTo>
                    <a:pt x="1535" y="1"/>
                    <a:pt x="883" y="569"/>
                    <a:pt x="777" y="1335"/>
                  </a:cubicBezTo>
                  <a:lnTo>
                    <a:pt x="1" y="6953"/>
                  </a:lnTo>
                  <a:lnTo>
                    <a:pt x="7401" y="6953"/>
                  </a:lnTo>
                  <a:lnTo>
                    <a:pt x="7190" y="1758"/>
                  </a:lnTo>
                  <a:cubicBezTo>
                    <a:pt x="7099" y="624"/>
                    <a:pt x="6599" y="1"/>
                    <a:pt x="5662" y="1"/>
                  </a:cubicBezTo>
                  <a:close/>
                </a:path>
              </a:pathLst>
            </a:custGeom>
            <a:solidFill>
              <a:srgbClr val="FDBF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72"/>
            <p:cNvSpPr/>
            <p:nvPr/>
          </p:nvSpPr>
          <p:spPr>
            <a:xfrm>
              <a:off x="6740475" y="2075350"/>
              <a:ext cx="145125" cy="167775"/>
            </a:xfrm>
            <a:custGeom>
              <a:rect b="b" l="l" r="r" t="t"/>
              <a:pathLst>
                <a:path extrusionOk="0" h="6711" w="5805">
                  <a:moveTo>
                    <a:pt x="960" y="1"/>
                  </a:moveTo>
                  <a:cubicBezTo>
                    <a:pt x="709" y="1"/>
                    <a:pt x="460" y="111"/>
                    <a:pt x="293" y="323"/>
                  </a:cubicBezTo>
                  <a:cubicBezTo>
                    <a:pt x="1" y="691"/>
                    <a:pt x="59" y="1227"/>
                    <a:pt x="427" y="1519"/>
                  </a:cubicBezTo>
                  <a:lnTo>
                    <a:pt x="3603" y="4042"/>
                  </a:lnTo>
                  <a:lnTo>
                    <a:pt x="2210" y="5205"/>
                  </a:lnTo>
                  <a:cubicBezTo>
                    <a:pt x="1849" y="5507"/>
                    <a:pt x="1798" y="6043"/>
                    <a:pt x="2101" y="6404"/>
                  </a:cubicBezTo>
                  <a:cubicBezTo>
                    <a:pt x="2269" y="6605"/>
                    <a:pt x="2509" y="6710"/>
                    <a:pt x="2753" y="6710"/>
                  </a:cubicBezTo>
                  <a:cubicBezTo>
                    <a:pt x="2947" y="6710"/>
                    <a:pt x="3140" y="6645"/>
                    <a:pt x="3300" y="6513"/>
                  </a:cubicBezTo>
                  <a:lnTo>
                    <a:pt x="5499" y="4680"/>
                  </a:lnTo>
                  <a:cubicBezTo>
                    <a:pt x="5692" y="4516"/>
                    <a:pt x="5805" y="4271"/>
                    <a:pt x="5801" y="4016"/>
                  </a:cubicBezTo>
                  <a:cubicBezTo>
                    <a:pt x="5801" y="3757"/>
                    <a:pt x="5681" y="3517"/>
                    <a:pt x="5480" y="3360"/>
                  </a:cubicBezTo>
                  <a:lnTo>
                    <a:pt x="1488" y="184"/>
                  </a:lnTo>
                  <a:cubicBezTo>
                    <a:pt x="1332" y="61"/>
                    <a:pt x="1146" y="1"/>
                    <a:pt x="960" y="1"/>
                  </a:cubicBezTo>
                  <a:close/>
                </a:path>
              </a:pathLst>
            </a:custGeom>
            <a:solidFill>
              <a:srgbClr val="FBD7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72"/>
            <p:cNvSpPr/>
            <p:nvPr/>
          </p:nvSpPr>
          <p:spPr>
            <a:xfrm>
              <a:off x="6736900" y="2200450"/>
              <a:ext cx="91650" cy="65000"/>
            </a:xfrm>
            <a:custGeom>
              <a:rect b="b" l="l" r="r" t="t"/>
              <a:pathLst>
                <a:path extrusionOk="0" h="2600" w="3666">
                  <a:moveTo>
                    <a:pt x="2594" y="0"/>
                  </a:moveTo>
                  <a:cubicBezTo>
                    <a:pt x="2594" y="0"/>
                    <a:pt x="1599" y="693"/>
                    <a:pt x="767" y="1054"/>
                  </a:cubicBezTo>
                  <a:cubicBezTo>
                    <a:pt x="445" y="1192"/>
                    <a:pt x="468" y="1234"/>
                    <a:pt x="617" y="1234"/>
                  </a:cubicBezTo>
                  <a:cubicBezTo>
                    <a:pt x="854" y="1234"/>
                    <a:pt x="1412" y="1127"/>
                    <a:pt x="1413" y="1127"/>
                  </a:cubicBezTo>
                  <a:lnTo>
                    <a:pt x="1413" y="1127"/>
                  </a:lnTo>
                  <a:cubicBezTo>
                    <a:pt x="1413" y="1127"/>
                    <a:pt x="727" y="1677"/>
                    <a:pt x="355" y="1867"/>
                  </a:cubicBezTo>
                  <a:cubicBezTo>
                    <a:pt x="1" y="2044"/>
                    <a:pt x="986" y="2600"/>
                    <a:pt x="1550" y="2600"/>
                  </a:cubicBezTo>
                  <a:cubicBezTo>
                    <a:pt x="1577" y="2600"/>
                    <a:pt x="1603" y="2599"/>
                    <a:pt x="1628" y="2596"/>
                  </a:cubicBezTo>
                  <a:cubicBezTo>
                    <a:pt x="2175" y="2541"/>
                    <a:pt x="3312" y="1776"/>
                    <a:pt x="3666" y="1283"/>
                  </a:cubicBezTo>
                  <a:lnTo>
                    <a:pt x="2594" y="0"/>
                  </a:lnTo>
                  <a:close/>
                </a:path>
              </a:pathLst>
            </a:custGeom>
            <a:solidFill>
              <a:srgbClr val="FBD7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72"/>
            <p:cNvSpPr/>
            <p:nvPr/>
          </p:nvSpPr>
          <p:spPr>
            <a:xfrm>
              <a:off x="6749050" y="2238625"/>
              <a:ext cx="32475" cy="19350"/>
            </a:xfrm>
            <a:custGeom>
              <a:rect b="b" l="l" r="r" t="t"/>
              <a:pathLst>
                <a:path extrusionOk="0" h="774" w="1299">
                  <a:moveTo>
                    <a:pt x="1211" y="1"/>
                  </a:moveTo>
                  <a:cubicBezTo>
                    <a:pt x="839" y="314"/>
                    <a:pt x="8" y="642"/>
                    <a:pt x="1" y="646"/>
                  </a:cubicBezTo>
                  <a:lnTo>
                    <a:pt x="52" y="774"/>
                  </a:lnTo>
                  <a:cubicBezTo>
                    <a:pt x="84" y="759"/>
                    <a:pt x="908" y="431"/>
                    <a:pt x="1298" y="106"/>
                  </a:cubicBezTo>
                  <a:lnTo>
                    <a:pt x="121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72"/>
            <p:cNvSpPr/>
            <p:nvPr/>
          </p:nvSpPr>
          <p:spPr>
            <a:xfrm>
              <a:off x="6757250" y="2244725"/>
              <a:ext cx="36025" cy="17900"/>
            </a:xfrm>
            <a:custGeom>
              <a:rect b="b" l="l" r="r" t="t"/>
              <a:pathLst>
                <a:path extrusionOk="0" h="716" w="1441">
                  <a:moveTo>
                    <a:pt x="1353" y="1"/>
                  </a:moveTo>
                  <a:cubicBezTo>
                    <a:pt x="916" y="376"/>
                    <a:pt x="114" y="570"/>
                    <a:pt x="23" y="581"/>
                  </a:cubicBezTo>
                  <a:lnTo>
                    <a:pt x="30" y="650"/>
                  </a:lnTo>
                  <a:lnTo>
                    <a:pt x="1" y="712"/>
                  </a:lnTo>
                  <a:cubicBezTo>
                    <a:pt x="4" y="712"/>
                    <a:pt x="12" y="715"/>
                    <a:pt x="19" y="715"/>
                  </a:cubicBezTo>
                  <a:cubicBezTo>
                    <a:pt x="172" y="715"/>
                    <a:pt x="1014" y="471"/>
                    <a:pt x="1441" y="107"/>
                  </a:cubicBezTo>
                  <a:lnTo>
                    <a:pt x="135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72"/>
            <p:cNvSpPr/>
            <p:nvPr/>
          </p:nvSpPr>
          <p:spPr>
            <a:xfrm>
              <a:off x="6766925" y="2250575"/>
              <a:ext cx="32925" cy="15425"/>
            </a:xfrm>
            <a:custGeom>
              <a:rect b="b" l="l" r="r" t="t"/>
              <a:pathLst>
                <a:path extrusionOk="0" h="617" w="1317">
                  <a:moveTo>
                    <a:pt x="1225" y="0"/>
                  </a:moveTo>
                  <a:cubicBezTo>
                    <a:pt x="823" y="370"/>
                    <a:pt x="136" y="482"/>
                    <a:pt x="30" y="482"/>
                  </a:cubicBezTo>
                  <a:cubicBezTo>
                    <a:pt x="29" y="482"/>
                    <a:pt x="27" y="482"/>
                    <a:pt x="26" y="481"/>
                  </a:cubicBezTo>
                  <a:lnTo>
                    <a:pt x="15" y="547"/>
                  </a:lnTo>
                  <a:lnTo>
                    <a:pt x="0" y="613"/>
                  </a:lnTo>
                  <a:cubicBezTo>
                    <a:pt x="4" y="613"/>
                    <a:pt x="11" y="616"/>
                    <a:pt x="22" y="616"/>
                  </a:cubicBezTo>
                  <a:cubicBezTo>
                    <a:pt x="164" y="616"/>
                    <a:pt x="882" y="503"/>
                    <a:pt x="1316" y="102"/>
                  </a:cubicBezTo>
                  <a:lnTo>
                    <a:pt x="122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72"/>
            <p:cNvSpPr/>
            <p:nvPr/>
          </p:nvSpPr>
          <p:spPr>
            <a:xfrm>
              <a:off x="6739400" y="2072875"/>
              <a:ext cx="71100" cy="66700"/>
            </a:xfrm>
            <a:custGeom>
              <a:rect b="b" l="l" r="r" t="t"/>
              <a:pathLst>
                <a:path extrusionOk="0" h="2668" w="2844">
                  <a:moveTo>
                    <a:pt x="1024" y="0"/>
                  </a:moveTo>
                  <a:cubicBezTo>
                    <a:pt x="768" y="0"/>
                    <a:pt x="513" y="107"/>
                    <a:pt x="332" y="316"/>
                  </a:cubicBezTo>
                  <a:cubicBezTo>
                    <a:pt x="0" y="699"/>
                    <a:pt x="40" y="1275"/>
                    <a:pt x="419" y="1607"/>
                  </a:cubicBezTo>
                  <a:lnTo>
                    <a:pt x="1641" y="2668"/>
                  </a:lnTo>
                  <a:lnTo>
                    <a:pt x="2844" y="1286"/>
                  </a:lnTo>
                  <a:lnTo>
                    <a:pt x="1623" y="225"/>
                  </a:lnTo>
                  <a:cubicBezTo>
                    <a:pt x="1450" y="74"/>
                    <a:pt x="1237" y="0"/>
                    <a:pt x="1024" y="0"/>
                  </a:cubicBezTo>
                  <a:close/>
                </a:path>
              </a:pathLst>
            </a:custGeom>
            <a:solidFill>
              <a:srgbClr val="FDBF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72"/>
            <p:cNvSpPr/>
            <p:nvPr/>
          </p:nvSpPr>
          <p:spPr>
            <a:xfrm>
              <a:off x="6693550" y="2012575"/>
              <a:ext cx="39850" cy="24875"/>
            </a:xfrm>
            <a:custGeom>
              <a:rect b="b" l="l" r="r" t="t"/>
              <a:pathLst>
                <a:path extrusionOk="0" h="995" w="1594">
                  <a:moveTo>
                    <a:pt x="608" y="1"/>
                  </a:moveTo>
                  <a:cubicBezTo>
                    <a:pt x="383" y="1"/>
                    <a:pt x="165" y="64"/>
                    <a:pt x="0" y="162"/>
                  </a:cubicBezTo>
                  <a:cubicBezTo>
                    <a:pt x="0" y="162"/>
                    <a:pt x="591" y="994"/>
                    <a:pt x="1401" y="994"/>
                  </a:cubicBezTo>
                  <a:cubicBezTo>
                    <a:pt x="1457" y="994"/>
                    <a:pt x="1514" y="990"/>
                    <a:pt x="1572" y="982"/>
                  </a:cubicBezTo>
                  <a:cubicBezTo>
                    <a:pt x="1572" y="982"/>
                    <a:pt x="1594" y="457"/>
                    <a:pt x="1214" y="187"/>
                  </a:cubicBezTo>
                  <a:cubicBezTo>
                    <a:pt x="1033" y="55"/>
                    <a:pt x="818" y="1"/>
                    <a:pt x="6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1389" name="Google Shape;1389;p72"/>
            <p:cNvSpPr/>
            <p:nvPr/>
          </p:nvSpPr>
          <p:spPr>
            <a:xfrm>
              <a:off x="6582450" y="2539225"/>
              <a:ext cx="76300" cy="38200"/>
            </a:xfrm>
            <a:custGeom>
              <a:rect b="b" l="l" r="r" t="t"/>
              <a:pathLst>
                <a:path extrusionOk="0" h="1528" w="3052">
                  <a:moveTo>
                    <a:pt x="215" y="0"/>
                  </a:moveTo>
                  <a:lnTo>
                    <a:pt x="0" y="1528"/>
                  </a:lnTo>
                  <a:lnTo>
                    <a:pt x="2891" y="1528"/>
                  </a:lnTo>
                  <a:lnTo>
                    <a:pt x="3052" y="0"/>
                  </a:ln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1390" name="Google Shape;1390;p72"/>
            <p:cNvSpPr/>
            <p:nvPr/>
          </p:nvSpPr>
          <p:spPr>
            <a:xfrm>
              <a:off x="6580700" y="2537575"/>
              <a:ext cx="79700" cy="41500"/>
            </a:xfrm>
            <a:custGeom>
              <a:rect b="b" l="l" r="r" t="t"/>
              <a:pathLst>
                <a:path extrusionOk="0" h="1660" w="3188">
                  <a:moveTo>
                    <a:pt x="3049" y="135"/>
                  </a:moveTo>
                  <a:lnTo>
                    <a:pt x="2903" y="1528"/>
                  </a:lnTo>
                  <a:lnTo>
                    <a:pt x="147" y="1528"/>
                  </a:lnTo>
                  <a:lnTo>
                    <a:pt x="344" y="135"/>
                  </a:lnTo>
                  <a:close/>
                  <a:moveTo>
                    <a:pt x="285" y="1"/>
                  </a:moveTo>
                  <a:cubicBezTo>
                    <a:pt x="252" y="1"/>
                    <a:pt x="227" y="26"/>
                    <a:pt x="220" y="59"/>
                  </a:cubicBezTo>
                  <a:lnTo>
                    <a:pt x="5" y="1583"/>
                  </a:lnTo>
                  <a:cubicBezTo>
                    <a:pt x="1" y="1605"/>
                    <a:pt x="8" y="1623"/>
                    <a:pt x="19" y="1637"/>
                  </a:cubicBezTo>
                  <a:cubicBezTo>
                    <a:pt x="30" y="1652"/>
                    <a:pt x="48" y="1659"/>
                    <a:pt x="70" y="1659"/>
                  </a:cubicBezTo>
                  <a:lnTo>
                    <a:pt x="2961" y="1659"/>
                  </a:lnTo>
                  <a:cubicBezTo>
                    <a:pt x="2998" y="1659"/>
                    <a:pt x="3023" y="1634"/>
                    <a:pt x="3027" y="1601"/>
                  </a:cubicBezTo>
                  <a:lnTo>
                    <a:pt x="3187" y="73"/>
                  </a:lnTo>
                  <a:cubicBezTo>
                    <a:pt x="3187" y="55"/>
                    <a:pt x="3184" y="37"/>
                    <a:pt x="3169" y="22"/>
                  </a:cubicBezTo>
                  <a:cubicBezTo>
                    <a:pt x="3158" y="8"/>
                    <a:pt x="3140" y="1"/>
                    <a:pt x="3122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1391" name="Google Shape;1391;p72"/>
            <p:cNvSpPr/>
            <p:nvPr/>
          </p:nvSpPr>
          <p:spPr>
            <a:xfrm>
              <a:off x="6724725" y="2539225"/>
              <a:ext cx="73125" cy="38200"/>
            </a:xfrm>
            <a:custGeom>
              <a:rect b="b" l="l" r="r" t="t"/>
              <a:pathLst>
                <a:path extrusionOk="0" h="1528" w="2925">
                  <a:moveTo>
                    <a:pt x="0" y="0"/>
                  </a:moveTo>
                  <a:lnTo>
                    <a:pt x="102" y="1528"/>
                  </a:lnTo>
                  <a:lnTo>
                    <a:pt x="2924" y="1528"/>
                  </a:lnTo>
                  <a:lnTo>
                    <a:pt x="2866" y="0"/>
                  </a:ln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72"/>
            <p:cNvSpPr/>
            <p:nvPr/>
          </p:nvSpPr>
          <p:spPr>
            <a:xfrm>
              <a:off x="6722975" y="2537575"/>
              <a:ext cx="76600" cy="41500"/>
            </a:xfrm>
            <a:custGeom>
              <a:rect b="b" l="l" r="r" t="t"/>
              <a:pathLst>
                <a:path extrusionOk="0" h="1660" w="3064">
                  <a:moveTo>
                    <a:pt x="2874" y="135"/>
                  </a:moveTo>
                  <a:lnTo>
                    <a:pt x="2925" y="1528"/>
                  </a:lnTo>
                  <a:lnTo>
                    <a:pt x="234" y="1528"/>
                  </a:lnTo>
                  <a:lnTo>
                    <a:pt x="139" y="135"/>
                  </a:lnTo>
                  <a:close/>
                  <a:moveTo>
                    <a:pt x="70" y="1"/>
                  </a:moveTo>
                  <a:cubicBezTo>
                    <a:pt x="52" y="1"/>
                    <a:pt x="34" y="8"/>
                    <a:pt x="19" y="22"/>
                  </a:cubicBezTo>
                  <a:cubicBezTo>
                    <a:pt x="8" y="37"/>
                    <a:pt x="1" y="55"/>
                    <a:pt x="5" y="73"/>
                  </a:cubicBezTo>
                  <a:lnTo>
                    <a:pt x="107" y="1597"/>
                  </a:lnTo>
                  <a:cubicBezTo>
                    <a:pt x="110" y="1634"/>
                    <a:pt x="139" y="1659"/>
                    <a:pt x="172" y="1659"/>
                  </a:cubicBezTo>
                  <a:lnTo>
                    <a:pt x="2994" y="1659"/>
                  </a:lnTo>
                  <a:cubicBezTo>
                    <a:pt x="3012" y="1659"/>
                    <a:pt x="3031" y="1652"/>
                    <a:pt x="3041" y="1641"/>
                  </a:cubicBezTo>
                  <a:cubicBezTo>
                    <a:pt x="3056" y="1627"/>
                    <a:pt x="3063" y="1608"/>
                    <a:pt x="3060" y="1590"/>
                  </a:cubicBezTo>
                  <a:lnTo>
                    <a:pt x="3001" y="66"/>
                  </a:lnTo>
                  <a:cubicBezTo>
                    <a:pt x="3001" y="30"/>
                    <a:pt x="2972" y="1"/>
                    <a:pt x="2936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72"/>
            <p:cNvSpPr/>
            <p:nvPr/>
          </p:nvSpPr>
          <p:spPr>
            <a:xfrm>
              <a:off x="6670675" y="2025525"/>
              <a:ext cx="23175" cy="23175"/>
            </a:xfrm>
            <a:custGeom>
              <a:rect b="b" l="l" r="r" t="t"/>
              <a:pathLst>
                <a:path extrusionOk="0" h="927" w="927">
                  <a:moveTo>
                    <a:pt x="463" y="139"/>
                  </a:moveTo>
                  <a:cubicBezTo>
                    <a:pt x="642" y="139"/>
                    <a:pt x="788" y="285"/>
                    <a:pt x="788" y="464"/>
                  </a:cubicBezTo>
                  <a:cubicBezTo>
                    <a:pt x="788" y="643"/>
                    <a:pt x="642" y="788"/>
                    <a:pt x="463" y="788"/>
                  </a:cubicBezTo>
                  <a:cubicBezTo>
                    <a:pt x="285" y="788"/>
                    <a:pt x="139" y="643"/>
                    <a:pt x="139" y="464"/>
                  </a:cubicBezTo>
                  <a:cubicBezTo>
                    <a:pt x="139" y="285"/>
                    <a:pt x="285" y="139"/>
                    <a:pt x="463" y="139"/>
                  </a:cubicBezTo>
                  <a:close/>
                  <a:moveTo>
                    <a:pt x="463" y="1"/>
                  </a:moveTo>
                  <a:cubicBezTo>
                    <a:pt x="208" y="1"/>
                    <a:pt x="0" y="209"/>
                    <a:pt x="0" y="464"/>
                  </a:cubicBezTo>
                  <a:cubicBezTo>
                    <a:pt x="0" y="719"/>
                    <a:pt x="208" y="927"/>
                    <a:pt x="463" y="927"/>
                  </a:cubicBezTo>
                  <a:cubicBezTo>
                    <a:pt x="718" y="927"/>
                    <a:pt x="926" y="719"/>
                    <a:pt x="926" y="464"/>
                  </a:cubicBezTo>
                  <a:cubicBezTo>
                    <a:pt x="926" y="209"/>
                    <a:pt x="718" y="1"/>
                    <a:pt x="46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72"/>
            <p:cNvSpPr/>
            <p:nvPr/>
          </p:nvSpPr>
          <p:spPr>
            <a:xfrm>
              <a:off x="6696650" y="2025525"/>
              <a:ext cx="23175" cy="23175"/>
            </a:xfrm>
            <a:custGeom>
              <a:rect b="b" l="l" r="r" t="t"/>
              <a:pathLst>
                <a:path extrusionOk="0" h="927" w="927">
                  <a:moveTo>
                    <a:pt x="463" y="139"/>
                  </a:moveTo>
                  <a:cubicBezTo>
                    <a:pt x="642" y="139"/>
                    <a:pt x="788" y="285"/>
                    <a:pt x="788" y="464"/>
                  </a:cubicBezTo>
                  <a:cubicBezTo>
                    <a:pt x="788" y="643"/>
                    <a:pt x="642" y="788"/>
                    <a:pt x="463" y="788"/>
                  </a:cubicBezTo>
                  <a:cubicBezTo>
                    <a:pt x="285" y="788"/>
                    <a:pt x="139" y="643"/>
                    <a:pt x="139" y="464"/>
                  </a:cubicBezTo>
                  <a:cubicBezTo>
                    <a:pt x="139" y="285"/>
                    <a:pt x="285" y="139"/>
                    <a:pt x="463" y="139"/>
                  </a:cubicBezTo>
                  <a:close/>
                  <a:moveTo>
                    <a:pt x="463" y="1"/>
                  </a:moveTo>
                  <a:cubicBezTo>
                    <a:pt x="208" y="1"/>
                    <a:pt x="0" y="209"/>
                    <a:pt x="0" y="464"/>
                  </a:cubicBezTo>
                  <a:cubicBezTo>
                    <a:pt x="0" y="719"/>
                    <a:pt x="208" y="927"/>
                    <a:pt x="463" y="927"/>
                  </a:cubicBezTo>
                  <a:cubicBezTo>
                    <a:pt x="719" y="927"/>
                    <a:pt x="926" y="719"/>
                    <a:pt x="926" y="464"/>
                  </a:cubicBezTo>
                  <a:cubicBezTo>
                    <a:pt x="926" y="209"/>
                    <a:pt x="719" y="1"/>
                    <a:pt x="46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1395" name="Google Shape;1395;p72"/>
            <p:cNvSpPr/>
            <p:nvPr/>
          </p:nvSpPr>
          <p:spPr>
            <a:xfrm>
              <a:off x="6515900" y="2577400"/>
              <a:ext cx="138850" cy="75225"/>
            </a:xfrm>
            <a:custGeom>
              <a:rect b="b" l="l" r="r" t="t"/>
              <a:pathLst>
                <a:path extrusionOk="0" h="3009" w="5554">
                  <a:moveTo>
                    <a:pt x="2662" y="1"/>
                  </a:moveTo>
                  <a:cubicBezTo>
                    <a:pt x="2082" y="1696"/>
                    <a:pt x="1" y="3008"/>
                    <a:pt x="1" y="3008"/>
                  </a:cubicBezTo>
                  <a:lnTo>
                    <a:pt x="3417" y="3008"/>
                  </a:lnTo>
                  <a:cubicBezTo>
                    <a:pt x="3417" y="3008"/>
                    <a:pt x="4080" y="2793"/>
                    <a:pt x="4427" y="2228"/>
                  </a:cubicBezTo>
                  <a:lnTo>
                    <a:pt x="4427" y="3008"/>
                  </a:lnTo>
                  <a:lnTo>
                    <a:pt x="5283" y="3008"/>
                  </a:lnTo>
                  <a:lnTo>
                    <a:pt x="5553" y="1"/>
                  </a:ln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72"/>
            <p:cNvSpPr/>
            <p:nvPr/>
          </p:nvSpPr>
          <p:spPr>
            <a:xfrm>
              <a:off x="6514075" y="2575775"/>
              <a:ext cx="142400" cy="78500"/>
            </a:xfrm>
            <a:custGeom>
              <a:rect b="b" l="l" r="r" t="t"/>
              <a:pathLst>
                <a:path extrusionOk="0" h="3140" w="5696">
                  <a:moveTo>
                    <a:pt x="5553" y="131"/>
                  </a:moveTo>
                  <a:lnTo>
                    <a:pt x="5298" y="3008"/>
                  </a:lnTo>
                  <a:lnTo>
                    <a:pt x="4565" y="3008"/>
                  </a:lnTo>
                  <a:lnTo>
                    <a:pt x="4565" y="2293"/>
                  </a:lnTo>
                  <a:cubicBezTo>
                    <a:pt x="4565" y="2264"/>
                    <a:pt x="4547" y="2235"/>
                    <a:pt x="4518" y="2228"/>
                  </a:cubicBezTo>
                  <a:cubicBezTo>
                    <a:pt x="4512" y="2226"/>
                    <a:pt x="4506" y="2225"/>
                    <a:pt x="4500" y="2225"/>
                  </a:cubicBezTo>
                  <a:cubicBezTo>
                    <a:pt x="4477" y="2225"/>
                    <a:pt x="4456" y="2236"/>
                    <a:pt x="4441" y="2257"/>
                  </a:cubicBezTo>
                  <a:cubicBezTo>
                    <a:pt x="4135" y="2760"/>
                    <a:pt x="3559" y="2979"/>
                    <a:pt x="3479" y="3008"/>
                  </a:cubicBezTo>
                  <a:lnTo>
                    <a:pt x="289" y="3008"/>
                  </a:lnTo>
                  <a:cubicBezTo>
                    <a:pt x="493" y="2866"/>
                    <a:pt x="850" y="2603"/>
                    <a:pt x="1229" y="2257"/>
                  </a:cubicBezTo>
                  <a:cubicBezTo>
                    <a:pt x="1769" y="1765"/>
                    <a:pt x="2469" y="1003"/>
                    <a:pt x="2783" y="131"/>
                  </a:cubicBezTo>
                  <a:close/>
                  <a:moveTo>
                    <a:pt x="2735" y="0"/>
                  </a:moveTo>
                  <a:cubicBezTo>
                    <a:pt x="2706" y="0"/>
                    <a:pt x="2680" y="18"/>
                    <a:pt x="2670" y="44"/>
                  </a:cubicBezTo>
                  <a:cubicBezTo>
                    <a:pt x="2108" y="1699"/>
                    <a:pt x="59" y="3004"/>
                    <a:pt x="37" y="3019"/>
                  </a:cubicBezTo>
                  <a:cubicBezTo>
                    <a:pt x="12" y="3033"/>
                    <a:pt x="1" y="3063"/>
                    <a:pt x="8" y="3092"/>
                  </a:cubicBezTo>
                  <a:cubicBezTo>
                    <a:pt x="15" y="3121"/>
                    <a:pt x="45" y="3139"/>
                    <a:pt x="74" y="3139"/>
                  </a:cubicBezTo>
                  <a:lnTo>
                    <a:pt x="3490" y="3139"/>
                  </a:lnTo>
                  <a:cubicBezTo>
                    <a:pt x="3497" y="3139"/>
                    <a:pt x="3504" y="3139"/>
                    <a:pt x="3512" y="3135"/>
                  </a:cubicBezTo>
                  <a:cubicBezTo>
                    <a:pt x="3534" y="3128"/>
                    <a:pt x="4066" y="2953"/>
                    <a:pt x="4434" y="2501"/>
                  </a:cubicBezTo>
                  <a:lnTo>
                    <a:pt x="4434" y="3073"/>
                  </a:lnTo>
                  <a:cubicBezTo>
                    <a:pt x="4434" y="3110"/>
                    <a:pt x="4463" y="3139"/>
                    <a:pt x="4500" y="3139"/>
                  </a:cubicBezTo>
                  <a:lnTo>
                    <a:pt x="5356" y="3139"/>
                  </a:lnTo>
                  <a:cubicBezTo>
                    <a:pt x="5393" y="3139"/>
                    <a:pt x="5418" y="3114"/>
                    <a:pt x="5422" y="3081"/>
                  </a:cubicBezTo>
                  <a:lnTo>
                    <a:pt x="5692" y="73"/>
                  </a:lnTo>
                  <a:cubicBezTo>
                    <a:pt x="5696" y="51"/>
                    <a:pt x="5688" y="33"/>
                    <a:pt x="5677" y="22"/>
                  </a:cubicBezTo>
                  <a:cubicBezTo>
                    <a:pt x="5663" y="7"/>
                    <a:pt x="5644" y="0"/>
                    <a:pt x="5626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1397" name="Google Shape;1397;p72"/>
            <p:cNvSpPr/>
            <p:nvPr/>
          </p:nvSpPr>
          <p:spPr>
            <a:xfrm>
              <a:off x="6727175" y="2575675"/>
              <a:ext cx="137100" cy="75300"/>
            </a:xfrm>
            <a:custGeom>
              <a:rect b="b" l="l" r="r" t="t"/>
              <a:pathLst>
                <a:path extrusionOk="0" h="3012" w="5484">
                  <a:moveTo>
                    <a:pt x="1" y="0"/>
                  </a:moveTo>
                  <a:lnTo>
                    <a:pt x="270" y="3012"/>
                  </a:lnTo>
                  <a:lnTo>
                    <a:pt x="1058" y="3012"/>
                  </a:lnTo>
                  <a:lnTo>
                    <a:pt x="1058" y="2228"/>
                  </a:lnTo>
                  <a:cubicBezTo>
                    <a:pt x="1404" y="2797"/>
                    <a:pt x="2068" y="3012"/>
                    <a:pt x="2068" y="3012"/>
                  </a:cubicBezTo>
                  <a:lnTo>
                    <a:pt x="5484" y="3012"/>
                  </a:lnTo>
                  <a:cubicBezTo>
                    <a:pt x="5484" y="3012"/>
                    <a:pt x="3402" y="1699"/>
                    <a:pt x="2822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72"/>
            <p:cNvSpPr/>
            <p:nvPr/>
          </p:nvSpPr>
          <p:spPr>
            <a:xfrm>
              <a:off x="6725450" y="2574025"/>
              <a:ext cx="140650" cy="78600"/>
            </a:xfrm>
            <a:custGeom>
              <a:rect b="b" l="l" r="r" t="t"/>
              <a:pathLst>
                <a:path extrusionOk="0" h="3144" w="5626">
                  <a:moveTo>
                    <a:pt x="2844" y="132"/>
                  </a:moveTo>
                  <a:cubicBezTo>
                    <a:pt x="3158" y="1003"/>
                    <a:pt x="3858" y="1769"/>
                    <a:pt x="4393" y="2258"/>
                  </a:cubicBezTo>
                  <a:cubicBezTo>
                    <a:pt x="4776" y="2604"/>
                    <a:pt x="5130" y="2866"/>
                    <a:pt x="5338" y="3009"/>
                  </a:cubicBezTo>
                  <a:lnTo>
                    <a:pt x="2148" y="3009"/>
                  </a:lnTo>
                  <a:cubicBezTo>
                    <a:pt x="2067" y="2983"/>
                    <a:pt x="1491" y="2764"/>
                    <a:pt x="1182" y="2258"/>
                  </a:cubicBezTo>
                  <a:cubicBezTo>
                    <a:pt x="1170" y="2240"/>
                    <a:pt x="1148" y="2226"/>
                    <a:pt x="1124" y="2226"/>
                  </a:cubicBezTo>
                  <a:cubicBezTo>
                    <a:pt x="1119" y="2226"/>
                    <a:pt x="1114" y="2227"/>
                    <a:pt x="1109" y="2228"/>
                  </a:cubicBezTo>
                  <a:cubicBezTo>
                    <a:pt x="1079" y="2239"/>
                    <a:pt x="1061" y="2265"/>
                    <a:pt x="1061" y="2294"/>
                  </a:cubicBezTo>
                  <a:lnTo>
                    <a:pt x="1061" y="3009"/>
                  </a:lnTo>
                  <a:lnTo>
                    <a:pt x="401" y="3009"/>
                  </a:lnTo>
                  <a:lnTo>
                    <a:pt x="143" y="132"/>
                  </a:lnTo>
                  <a:close/>
                  <a:moveTo>
                    <a:pt x="70" y="1"/>
                  </a:moveTo>
                  <a:cubicBezTo>
                    <a:pt x="51" y="1"/>
                    <a:pt x="33" y="8"/>
                    <a:pt x="22" y="23"/>
                  </a:cubicBezTo>
                  <a:cubicBezTo>
                    <a:pt x="8" y="37"/>
                    <a:pt x="0" y="56"/>
                    <a:pt x="4" y="74"/>
                  </a:cubicBezTo>
                  <a:lnTo>
                    <a:pt x="274" y="3081"/>
                  </a:lnTo>
                  <a:cubicBezTo>
                    <a:pt x="277" y="3118"/>
                    <a:pt x="307" y="3143"/>
                    <a:pt x="339" y="3143"/>
                  </a:cubicBezTo>
                  <a:lnTo>
                    <a:pt x="1127" y="3143"/>
                  </a:lnTo>
                  <a:cubicBezTo>
                    <a:pt x="1163" y="3143"/>
                    <a:pt x="1193" y="3114"/>
                    <a:pt x="1193" y="3078"/>
                  </a:cubicBezTo>
                  <a:lnTo>
                    <a:pt x="1193" y="2502"/>
                  </a:lnTo>
                  <a:cubicBezTo>
                    <a:pt x="1561" y="2954"/>
                    <a:pt x="2089" y="3133"/>
                    <a:pt x="2115" y="3140"/>
                  </a:cubicBezTo>
                  <a:cubicBezTo>
                    <a:pt x="2122" y="3140"/>
                    <a:pt x="2129" y="3143"/>
                    <a:pt x="2137" y="3143"/>
                  </a:cubicBezTo>
                  <a:lnTo>
                    <a:pt x="5553" y="3143"/>
                  </a:lnTo>
                  <a:cubicBezTo>
                    <a:pt x="5582" y="3143"/>
                    <a:pt x="5608" y="3122"/>
                    <a:pt x="5618" y="3096"/>
                  </a:cubicBezTo>
                  <a:cubicBezTo>
                    <a:pt x="5626" y="3067"/>
                    <a:pt x="5615" y="3034"/>
                    <a:pt x="5589" y="3019"/>
                  </a:cubicBezTo>
                  <a:cubicBezTo>
                    <a:pt x="5567" y="3009"/>
                    <a:pt x="3518" y="1700"/>
                    <a:pt x="2953" y="45"/>
                  </a:cubicBezTo>
                  <a:cubicBezTo>
                    <a:pt x="2946" y="19"/>
                    <a:pt x="2921" y="1"/>
                    <a:pt x="2891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72"/>
            <p:cNvSpPr/>
            <p:nvPr/>
          </p:nvSpPr>
          <p:spPr>
            <a:xfrm>
              <a:off x="6727175" y="2037100"/>
              <a:ext cx="12325" cy="12350"/>
            </a:xfrm>
            <a:custGeom>
              <a:rect b="b" l="l" r="r" t="t"/>
              <a:pathLst>
                <a:path extrusionOk="0" h="494" w="493">
                  <a:moveTo>
                    <a:pt x="249" y="1"/>
                  </a:moveTo>
                  <a:cubicBezTo>
                    <a:pt x="114" y="1"/>
                    <a:pt x="1" y="110"/>
                    <a:pt x="1" y="245"/>
                  </a:cubicBezTo>
                  <a:cubicBezTo>
                    <a:pt x="1" y="384"/>
                    <a:pt x="114" y="493"/>
                    <a:pt x="249" y="493"/>
                  </a:cubicBezTo>
                  <a:cubicBezTo>
                    <a:pt x="383" y="493"/>
                    <a:pt x="493" y="384"/>
                    <a:pt x="493" y="245"/>
                  </a:cubicBezTo>
                  <a:cubicBezTo>
                    <a:pt x="493" y="110"/>
                    <a:pt x="383" y="1"/>
                    <a:pt x="249" y="1"/>
                  </a:cubicBezTo>
                  <a:close/>
                </a:path>
              </a:pathLst>
            </a:custGeom>
            <a:solidFill>
              <a:srgbClr val="FBD7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72"/>
            <p:cNvSpPr/>
            <p:nvPr/>
          </p:nvSpPr>
          <p:spPr>
            <a:xfrm>
              <a:off x="6727825" y="2045850"/>
              <a:ext cx="7575" cy="7600"/>
            </a:xfrm>
            <a:custGeom>
              <a:rect b="b" l="l" r="r" t="t"/>
              <a:pathLst>
                <a:path extrusionOk="0" h="304" w="303">
                  <a:moveTo>
                    <a:pt x="150" y="1"/>
                  </a:moveTo>
                  <a:cubicBezTo>
                    <a:pt x="66" y="1"/>
                    <a:pt x="0" y="70"/>
                    <a:pt x="0" y="154"/>
                  </a:cubicBezTo>
                  <a:cubicBezTo>
                    <a:pt x="0" y="234"/>
                    <a:pt x="66" y="304"/>
                    <a:pt x="150" y="304"/>
                  </a:cubicBezTo>
                  <a:cubicBezTo>
                    <a:pt x="233" y="304"/>
                    <a:pt x="303" y="234"/>
                    <a:pt x="303" y="154"/>
                  </a:cubicBezTo>
                  <a:cubicBezTo>
                    <a:pt x="303" y="70"/>
                    <a:pt x="233" y="1"/>
                    <a:pt x="1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72"/>
            <p:cNvSpPr/>
            <p:nvPr/>
          </p:nvSpPr>
          <p:spPr>
            <a:xfrm>
              <a:off x="6693100" y="2051800"/>
              <a:ext cx="11050" cy="4475"/>
            </a:xfrm>
            <a:custGeom>
              <a:rect b="b" l="l" r="r" t="t"/>
              <a:pathLst>
                <a:path extrusionOk="0" h="179" w="442">
                  <a:moveTo>
                    <a:pt x="280" y="0"/>
                  </a:moveTo>
                  <a:cubicBezTo>
                    <a:pt x="174" y="0"/>
                    <a:pt x="67" y="42"/>
                    <a:pt x="51" y="47"/>
                  </a:cubicBezTo>
                  <a:cubicBezTo>
                    <a:pt x="18" y="62"/>
                    <a:pt x="0" y="102"/>
                    <a:pt x="15" y="135"/>
                  </a:cubicBezTo>
                  <a:cubicBezTo>
                    <a:pt x="26" y="160"/>
                    <a:pt x="51" y="179"/>
                    <a:pt x="77" y="179"/>
                  </a:cubicBezTo>
                  <a:cubicBezTo>
                    <a:pt x="88" y="179"/>
                    <a:pt x="95" y="175"/>
                    <a:pt x="102" y="175"/>
                  </a:cubicBezTo>
                  <a:cubicBezTo>
                    <a:pt x="140" y="159"/>
                    <a:pt x="218" y="136"/>
                    <a:pt x="280" y="136"/>
                  </a:cubicBezTo>
                  <a:cubicBezTo>
                    <a:pt x="301" y="136"/>
                    <a:pt x="320" y="139"/>
                    <a:pt x="336" y="146"/>
                  </a:cubicBezTo>
                  <a:cubicBezTo>
                    <a:pt x="345" y="151"/>
                    <a:pt x="356" y="153"/>
                    <a:pt x="366" y="153"/>
                  </a:cubicBezTo>
                  <a:cubicBezTo>
                    <a:pt x="392" y="153"/>
                    <a:pt x="416" y="137"/>
                    <a:pt x="427" y="113"/>
                  </a:cubicBezTo>
                  <a:cubicBezTo>
                    <a:pt x="441" y="80"/>
                    <a:pt x="427" y="40"/>
                    <a:pt x="394" y="22"/>
                  </a:cubicBezTo>
                  <a:cubicBezTo>
                    <a:pt x="359" y="6"/>
                    <a:pt x="319" y="0"/>
                    <a:pt x="280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72"/>
            <p:cNvSpPr/>
            <p:nvPr/>
          </p:nvSpPr>
          <p:spPr>
            <a:xfrm>
              <a:off x="6344750" y="2138825"/>
              <a:ext cx="129350" cy="129350"/>
            </a:xfrm>
            <a:custGeom>
              <a:rect b="b" l="l" r="r" t="t"/>
              <a:pathLst>
                <a:path extrusionOk="0" h="5174" w="5174">
                  <a:moveTo>
                    <a:pt x="2585" y="1"/>
                  </a:moveTo>
                  <a:cubicBezTo>
                    <a:pt x="1159" y="1"/>
                    <a:pt x="0" y="1160"/>
                    <a:pt x="0" y="2589"/>
                  </a:cubicBezTo>
                  <a:cubicBezTo>
                    <a:pt x="0" y="4015"/>
                    <a:pt x="1159" y="5174"/>
                    <a:pt x="2585" y="5174"/>
                  </a:cubicBezTo>
                  <a:cubicBezTo>
                    <a:pt x="4014" y="5174"/>
                    <a:pt x="5173" y="4015"/>
                    <a:pt x="5173" y="2589"/>
                  </a:cubicBezTo>
                  <a:cubicBezTo>
                    <a:pt x="5173" y="1160"/>
                    <a:pt x="4014" y="1"/>
                    <a:pt x="25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72"/>
            <p:cNvSpPr/>
            <p:nvPr/>
          </p:nvSpPr>
          <p:spPr>
            <a:xfrm>
              <a:off x="6344750" y="2138825"/>
              <a:ext cx="129350" cy="129350"/>
            </a:xfrm>
            <a:custGeom>
              <a:rect b="b" l="l" r="r" t="t"/>
              <a:pathLst>
                <a:path extrusionOk="0" h="5174" w="5174">
                  <a:moveTo>
                    <a:pt x="2585" y="92"/>
                  </a:moveTo>
                  <a:cubicBezTo>
                    <a:pt x="3963" y="92"/>
                    <a:pt x="5082" y="1211"/>
                    <a:pt x="5082" y="2589"/>
                  </a:cubicBezTo>
                  <a:cubicBezTo>
                    <a:pt x="5082" y="3963"/>
                    <a:pt x="3963" y="5083"/>
                    <a:pt x="2585" y="5083"/>
                  </a:cubicBezTo>
                  <a:cubicBezTo>
                    <a:pt x="1210" y="5083"/>
                    <a:pt x="91" y="3963"/>
                    <a:pt x="91" y="2589"/>
                  </a:cubicBezTo>
                  <a:cubicBezTo>
                    <a:pt x="91" y="1211"/>
                    <a:pt x="1210" y="92"/>
                    <a:pt x="2585" y="92"/>
                  </a:cubicBezTo>
                  <a:close/>
                  <a:moveTo>
                    <a:pt x="2585" y="1"/>
                  </a:moveTo>
                  <a:cubicBezTo>
                    <a:pt x="1159" y="1"/>
                    <a:pt x="0" y="1160"/>
                    <a:pt x="0" y="2589"/>
                  </a:cubicBezTo>
                  <a:cubicBezTo>
                    <a:pt x="0" y="4015"/>
                    <a:pt x="1159" y="5174"/>
                    <a:pt x="2585" y="5174"/>
                  </a:cubicBezTo>
                  <a:cubicBezTo>
                    <a:pt x="4014" y="5174"/>
                    <a:pt x="5173" y="4015"/>
                    <a:pt x="5173" y="2589"/>
                  </a:cubicBezTo>
                  <a:cubicBezTo>
                    <a:pt x="5173" y="1160"/>
                    <a:pt x="4014" y="1"/>
                    <a:pt x="2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72"/>
            <p:cNvSpPr/>
            <p:nvPr/>
          </p:nvSpPr>
          <p:spPr>
            <a:xfrm>
              <a:off x="6385925" y="2168075"/>
              <a:ext cx="45975" cy="65925"/>
            </a:xfrm>
            <a:custGeom>
              <a:rect b="b" l="l" r="r" t="t"/>
              <a:pathLst>
                <a:path extrusionOk="0" h="2637" w="1839">
                  <a:moveTo>
                    <a:pt x="956" y="1"/>
                  </a:moveTo>
                  <a:cubicBezTo>
                    <a:pt x="832" y="1"/>
                    <a:pt x="719" y="12"/>
                    <a:pt x="621" y="37"/>
                  </a:cubicBezTo>
                  <a:cubicBezTo>
                    <a:pt x="519" y="63"/>
                    <a:pt x="427" y="99"/>
                    <a:pt x="351" y="147"/>
                  </a:cubicBezTo>
                  <a:cubicBezTo>
                    <a:pt x="274" y="194"/>
                    <a:pt x="209" y="249"/>
                    <a:pt x="158" y="311"/>
                  </a:cubicBezTo>
                  <a:cubicBezTo>
                    <a:pt x="107" y="376"/>
                    <a:pt x="67" y="449"/>
                    <a:pt x="41" y="526"/>
                  </a:cubicBezTo>
                  <a:cubicBezTo>
                    <a:pt x="12" y="602"/>
                    <a:pt x="1" y="686"/>
                    <a:pt x="1" y="774"/>
                  </a:cubicBezTo>
                  <a:cubicBezTo>
                    <a:pt x="1" y="807"/>
                    <a:pt x="1" y="832"/>
                    <a:pt x="5" y="854"/>
                  </a:cubicBezTo>
                  <a:cubicBezTo>
                    <a:pt x="8" y="876"/>
                    <a:pt x="12" y="894"/>
                    <a:pt x="16" y="912"/>
                  </a:cubicBezTo>
                  <a:lnTo>
                    <a:pt x="533" y="912"/>
                  </a:lnTo>
                  <a:cubicBezTo>
                    <a:pt x="530" y="894"/>
                    <a:pt x="530" y="876"/>
                    <a:pt x="530" y="861"/>
                  </a:cubicBezTo>
                  <a:lnTo>
                    <a:pt x="530" y="810"/>
                  </a:lnTo>
                  <a:cubicBezTo>
                    <a:pt x="530" y="770"/>
                    <a:pt x="533" y="730"/>
                    <a:pt x="541" y="686"/>
                  </a:cubicBezTo>
                  <a:cubicBezTo>
                    <a:pt x="551" y="646"/>
                    <a:pt x="570" y="606"/>
                    <a:pt x="595" y="566"/>
                  </a:cubicBezTo>
                  <a:cubicBezTo>
                    <a:pt x="621" y="526"/>
                    <a:pt x="661" y="493"/>
                    <a:pt x="712" y="468"/>
                  </a:cubicBezTo>
                  <a:cubicBezTo>
                    <a:pt x="763" y="442"/>
                    <a:pt x="832" y="431"/>
                    <a:pt x="916" y="431"/>
                  </a:cubicBezTo>
                  <a:cubicBezTo>
                    <a:pt x="996" y="431"/>
                    <a:pt x="1058" y="442"/>
                    <a:pt x="1106" y="464"/>
                  </a:cubicBezTo>
                  <a:cubicBezTo>
                    <a:pt x="1153" y="486"/>
                    <a:pt x="1189" y="511"/>
                    <a:pt x="1215" y="548"/>
                  </a:cubicBezTo>
                  <a:cubicBezTo>
                    <a:pt x="1237" y="581"/>
                    <a:pt x="1255" y="613"/>
                    <a:pt x="1262" y="650"/>
                  </a:cubicBezTo>
                  <a:cubicBezTo>
                    <a:pt x="1270" y="686"/>
                    <a:pt x="1273" y="715"/>
                    <a:pt x="1273" y="745"/>
                  </a:cubicBezTo>
                  <a:cubicBezTo>
                    <a:pt x="1273" y="807"/>
                    <a:pt x="1259" y="858"/>
                    <a:pt x="1230" y="909"/>
                  </a:cubicBezTo>
                  <a:cubicBezTo>
                    <a:pt x="1200" y="956"/>
                    <a:pt x="1164" y="1000"/>
                    <a:pt x="1120" y="1036"/>
                  </a:cubicBezTo>
                  <a:cubicBezTo>
                    <a:pt x="1076" y="1076"/>
                    <a:pt x="1029" y="1116"/>
                    <a:pt x="978" y="1153"/>
                  </a:cubicBezTo>
                  <a:cubicBezTo>
                    <a:pt x="927" y="1193"/>
                    <a:pt x="880" y="1237"/>
                    <a:pt x="836" y="1288"/>
                  </a:cubicBezTo>
                  <a:cubicBezTo>
                    <a:pt x="792" y="1335"/>
                    <a:pt x="756" y="1394"/>
                    <a:pt x="726" y="1455"/>
                  </a:cubicBezTo>
                  <a:cubicBezTo>
                    <a:pt x="697" y="1521"/>
                    <a:pt x="683" y="1598"/>
                    <a:pt x="683" y="1689"/>
                  </a:cubicBezTo>
                  <a:lnTo>
                    <a:pt x="683" y="1867"/>
                  </a:lnTo>
                  <a:lnTo>
                    <a:pt x="1160" y="1867"/>
                  </a:lnTo>
                  <a:lnTo>
                    <a:pt x="1160" y="1758"/>
                  </a:lnTo>
                  <a:cubicBezTo>
                    <a:pt x="1160" y="1689"/>
                    <a:pt x="1175" y="1630"/>
                    <a:pt x="1208" y="1583"/>
                  </a:cubicBezTo>
                  <a:cubicBezTo>
                    <a:pt x="1240" y="1536"/>
                    <a:pt x="1284" y="1492"/>
                    <a:pt x="1335" y="1448"/>
                  </a:cubicBezTo>
                  <a:cubicBezTo>
                    <a:pt x="1386" y="1408"/>
                    <a:pt x="1441" y="1364"/>
                    <a:pt x="1499" y="1324"/>
                  </a:cubicBezTo>
                  <a:cubicBezTo>
                    <a:pt x="1558" y="1280"/>
                    <a:pt x="1612" y="1229"/>
                    <a:pt x="1663" y="1175"/>
                  </a:cubicBezTo>
                  <a:cubicBezTo>
                    <a:pt x="1714" y="1116"/>
                    <a:pt x="1758" y="1051"/>
                    <a:pt x="1791" y="974"/>
                  </a:cubicBezTo>
                  <a:cubicBezTo>
                    <a:pt x="1824" y="898"/>
                    <a:pt x="1838" y="803"/>
                    <a:pt x="1838" y="694"/>
                  </a:cubicBezTo>
                  <a:cubicBezTo>
                    <a:pt x="1838" y="602"/>
                    <a:pt x="1827" y="522"/>
                    <a:pt x="1798" y="449"/>
                  </a:cubicBezTo>
                  <a:cubicBezTo>
                    <a:pt x="1769" y="376"/>
                    <a:pt x="1733" y="314"/>
                    <a:pt x="1682" y="256"/>
                  </a:cubicBezTo>
                  <a:cubicBezTo>
                    <a:pt x="1631" y="201"/>
                    <a:pt x="1569" y="154"/>
                    <a:pt x="1499" y="114"/>
                  </a:cubicBezTo>
                  <a:cubicBezTo>
                    <a:pt x="1426" y="77"/>
                    <a:pt x="1343" y="48"/>
                    <a:pt x="1251" y="30"/>
                  </a:cubicBezTo>
                  <a:cubicBezTo>
                    <a:pt x="1160" y="8"/>
                    <a:pt x="1062" y="1"/>
                    <a:pt x="956" y="1"/>
                  </a:cubicBezTo>
                  <a:close/>
                  <a:moveTo>
                    <a:pt x="654" y="2108"/>
                  </a:moveTo>
                  <a:lnTo>
                    <a:pt x="654" y="2637"/>
                  </a:lnTo>
                  <a:lnTo>
                    <a:pt x="1189" y="2637"/>
                  </a:lnTo>
                  <a:lnTo>
                    <a:pt x="1189" y="210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72"/>
            <p:cNvSpPr/>
            <p:nvPr/>
          </p:nvSpPr>
          <p:spPr>
            <a:xfrm>
              <a:off x="6905100" y="1889175"/>
              <a:ext cx="226425" cy="140575"/>
            </a:xfrm>
            <a:custGeom>
              <a:rect b="b" l="l" r="r" t="t"/>
              <a:pathLst>
                <a:path extrusionOk="0" h="5623" w="9057">
                  <a:moveTo>
                    <a:pt x="4991" y="1"/>
                  </a:moveTo>
                  <a:cubicBezTo>
                    <a:pt x="3708" y="1"/>
                    <a:pt x="2625" y="858"/>
                    <a:pt x="2290" y="2032"/>
                  </a:cubicBezTo>
                  <a:cubicBezTo>
                    <a:pt x="2140" y="1995"/>
                    <a:pt x="1987" y="1973"/>
                    <a:pt x="1827" y="1973"/>
                  </a:cubicBezTo>
                  <a:cubicBezTo>
                    <a:pt x="817" y="1973"/>
                    <a:pt x="0" y="2790"/>
                    <a:pt x="0" y="3800"/>
                  </a:cubicBezTo>
                  <a:cubicBezTo>
                    <a:pt x="0" y="4806"/>
                    <a:pt x="817" y="5623"/>
                    <a:pt x="1827" y="5623"/>
                  </a:cubicBezTo>
                  <a:lnTo>
                    <a:pt x="7802" y="5623"/>
                  </a:lnTo>
                  <a:cubicBezTo>
                    <a:pt x="8495" y="5623"/>
                    <a:pt x="9056" y="5061"/>
                    <a:pt x="9056" y="4369"/>
                  </a:cubicBezTo>
                  <a:cubicBezTo>
                    <a:pt x="9056" y="3676"/>
                    <a:pt x="8495" y="3114"/>
                    <a:pt x="7802" y="3114"/>
                  </a:cubicBezTo>
                  <a:lnTo>
                    <a:pt x="7784" y="3114"/>
                  </a:lnTo>
                  <a:cubicBezTo>
                    <a:pt x="7795" y="3016"/>
                    <a:pt x="7802" y="2914"/>
                    <a:pt x="7802" y="2812"/>
                  </a:cubicBezTo>
                  <a:cubicBezTo>
                    <a:pt x="7802" y="1259"/>
                    <a:pt x="6544" y="1"/>
                    <a:pt x="49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72"/>
            <p:cNvSpPr/>
            <p:nvPr/>
          </p:nvSpPr>
          <p:spPr>
            <a:xfrm>
              <a:off x="6905100" y="1889175"/>
              <a:ext cx="226425" cy="140575"/>
            </a:xfrm>
            <a:custGeom>
              <a:rect b="b" l="l" r="r" t="t"/>
              <a:pathLst>
                <a:path extrusionOk="0" h="5623" w="9057">
                  <a:moveTo>
                    <a:pt x="4991" y="92"/>
                  </a:moveTo>
                  <a:cubicBezTo>
                    <a:pt x="6490" y="92"/>
                    <a:pt x="7711" y="1313"/>
                    <a:pt x="7711" y="2812"/>
                  </a:cubicBezTo>
                  <a:cubicBezTo>
                    <a:pt x="7711" y="2907"/>
                    <a:pt x="7704" y="3005"/>
                    <a:pt x="7696" y="3107"/>
                  </a:cubicBezTo>
                  <a:lnTo>
                    <a:pt x="7685" y="3206"/>
                  </a:lnTo>
                  <a:lnTo>
                    <a:pt x="7802" y="3206"/>
                  </a:lnTo>
                  <a:cubicBezTo>
                    <a:pt x="8444" y="3206"/>
                    <a:pt x="8965" y="3727"/>
                    <a:pt x="8965" y="4369"/>
                  </a:cubicBezTo>
                  <a:cubicBezTo>
                    <a:pt x="8965" y="5010"/>
                    <a:pt x="8444" y="5532"/>
                    <a:pt x="7802" y="5532"/>
                  </a:cubicBezTo>
                  <a:lnTo>
                    <a:pt x="1827" y="5532"/>
                  </a:lnTo>
                  <a:cubicBezTo>
                    <a:pt x="868" y="5532"/>
                    <a:pt x="91" y="4755"/>
                    <a:pt x="91" y="3800"/>
                  </a:cubicBezTo>
                  <a:cubicBezTo>
                    <a:pt x="91" y="2841"/>
                    <a:pt x="868" y="2064"/>
                    <a:pt x="1827" y="2064"/>
                  </a:cubicBezTo>
                  <a:cubicBezTo>
                    <a:pt x="1976" y="2064"/>
                    <a:pt x="2122" y="2083"/>
                    <a:pt x="2264" y="2119"/>
                  </a:cubicBezTo>
                  <a:lnTo>
                    <a:pt x="2352" y="2145"/>
                  </a:lnTo>
                  <a:lnTo>
                    <a:pt x="2377" y="2057"/>
                  </a:lnTo>
                  <a:cubicBezTo>
                    <a:pt x="2709" y="901"/>
                    <a:pt x="3784" y="92"/>
                    <a:pt x="4991" y="92"/>
                  </a:cubicBezTo>
                  <a:close/>
                  <a:moveTo>
                    <a:pt x="4991" y="1"/>
                  </a:moveTo>
                  <a:cubicBezTo>
                    <a:pt x="3708" y="1"/>
                    <a:pt x="2625" y="858"/>
                    <a:pt x="2290" y="2032"/>
                  </a:cubicBezTo>
                  <a:cubicBezTo>
                    <a:pt x="2140" y="1995"/>
                    <a:pt x="1987" y="1973"/>
                    <a:pt x="1827" y="1973"/>
                  </a:cubicBezTo>
                  <a:cubicBezTo>
                    <a:pt x="817" y="1973"/>
                    <a:pt x="0" y="2790"/>
                    <a:pt x="0" y="3800"/>
                  </a:cubicBezTo>
                  <a:cubicBezTo>
                    <a:pt x="0" y="4806"/>
                    <a:pt x="817" y="5623"/>
                    <a:pt x="1827" y="5623"/>
                  </a:cubicBezTo>
                  <a:lnTo>
                    <a:pt x="7802" y="5623"/>
                  </a:lnTo>
                  <a:cubicBezTo>
                    <a:pt x="8495" y="5623"/>
                    <a:pt x="9056" y="5061"/>
                    <a:pt x="9056" y="4369"/>
                  </a:cubicBezTo>
                  <a:cubicBezTo>
                    <a:pt x="9056" y="3676"/>
                    <a:pt x="8495" y="3114"/>
                    <a:pt x="7802" y="3114"/>
                  </a:cubicBezTo>
                  <a:lnTo>
                    <a:pt x="7784" y="3114"/>
                  </a:lnTo>
                  <a:cubicBezTo>
                    <a:pt x="7795" y="3016"/>
                    <a:pt x="7802" y="2914"/>
                    <a:pt x="7802" y="2812"/>
                  </a:cubicBezTo>
                  <a:cubicBezTo>
                    <a:pt x="7802" y="1259"/>
                    <a:pt x="6544" y="1"/>
                    <a:pt x="49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72"/>
            <p:cNvSpPr/>
            <p:nvPr/>
          </p:nvSpPr>
          <p:spPr>
            <a:xfrm>
              <a:off x="6926425" y="2003025"/>
              <a:ext cx="63725" cy="63725"/>
            </a:xfrm>
            <a:custGeom>
              <a:rect b="b" l="l" r="r" t="t"/>
              <a:pathLst>
                <a:path extrusionOk="0" h="2549" w="2549">
                  <a:moveTo>
                    <a:pt x="1276" y="0"/>
                  </a:moveTo>
                  <a:cubicBezTo>
                    <a:pt x="573" y="0"/>
                    <a:pt x="0" y="569"/>
                    <a:pt x="0" y="1273"/>
                  </a:cubicBezTo>
                  <a:cubicBezTo>
                    <a:pt x="0" y="1976"/>
                    <a:pt x="573" y="2549"/>
                    <a:pt x="1276" y="2549"/>
                  </a:cubicBezTo>
                  <a:cubicBezTo>
                    <a:pt x="1980" y="2549"/>
                    <a:pt x="2549" y="1976"/>
                    <a:pt x="2549" y="1273"/>
                  </a:cubicBezTo>
                  <a:cubicBezTo>
                    <a:pt x="2549" y="569"/>
                    <a:pt x="1980" y="0"/>
                    <a:pt x="12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72"/>
            <p:cNvSpPr/>
            <p:nvPr/>
          </p:nvSpPr>
          <p:spPr>
            <a:xfrm>
              <a:off x="6926425" y="2003025"/>
              <a:ext cx="63725" cy="63725"/>
            </a:xfrm>
            <a:custGeom>
              <a:rect b="b" l="l" r="r" t="t"/>
              <a:pathLst>
                <a:path extrusionOk="0" h="2549" w="2549">
                  <a:moveTo>
                    <a:pt x="1276" y="92"/>
                  </a:moveTo>
                  <a:cubicBezTo>
                    <a:pt x="1929" y="92"/>
                    <a:pt x="2457" y="620"/>
                    <a:pt x="2457" y="1273"/>
                  </a:cubicBezTo>
                  <a:cubicBezTo>
                    <a:pt x="2457" y="1925"/>
                    <a:pt x="1929" y="2458"/>
                    <a:pt x="1276" y="2458"/>
                  </a:cubicBezTo>
                  <a:cubicBezTo>
                    <a:pt x="624" y="2458"/>
                    <a:pt x="91" y="1925"/>
                    <a:pt x="91" y="1273"/>
                  </a:cubicBezTo>
                  <a:cubicBezTo>
                    <a:pt x="91" y="620"/>
                    <a:pt x="624" y="92"/>
                    <a:pt x="1276" y="92"/>
                  </a:cubicBezTo>
                  <a:close/>
                  <a:moveTo>
                    <a:pt x="1276" y="0"/>
                  </a:moveTo>
                  <a:cubicBezTo>
                    <a:pt x="573" y="0"/>
                    <a:pt x="0" y="569"/>
                    <a:pt x="0" y="1273"/>
                  </a:cubicBezTo>
                  <a:cubicBezTo>
                    <a:pt x="0" y="1976"/>
                    <a:pt x="573" y="2549"/>
                    <a:pt x="1276" y="2549"/>
                  </a:cubicBezTo>
                  <a:cubicBezTo>
                    <a:pt x="1980" y="2549"/>
                    <a:pt x="2549" y="1976"/>
                    <a:pt x="2549" y="1273"/>
                  </a:cubicBezTo>
                  <a:cubicBezTo>
                    <a:pt x="2549" y="569"/>
                    <a:pt x="1980" y="0"/>
                    <a:pt x="12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72"/>
            <p:cNvSpPr/>
            <p:nvPr/>
          </p:nvSpPr>
          <p:spPr>
            <a:xfrm>
              <a:off x="6894525" y="2053050"/>
              <a:ext cx="36925" cy="36850"/>
            </a:xfrm>
            <a:custGeom>
              <a:rect b="b" l="l" r="r" t="t"/>
              <a:pathLst>
                <a:path extrusionOk="0" h="1474" w="1477">
                  <a:moveTo>
                    <a:pt x="740" y="1"/>
                  </a:moveTo>
                  <a:cubicBezTo>
                    <a:pt x="332" y="1"/>
                    <a:pt x="0" y="329"/>
                    <a:pt x="0" y="737"/>
                  </a:cubicBezTo>
                  <a:cubicBezTo>
                    <a:pt x="0" y="1146"/>
                    <a:pt x="332" y="1474"/>
                    <a:pt x="740" y="1474"/>
                  </a:cubicBezTo>
                  <a:cubicBezTo>
                    <a:pt x="1145" y="1474"/>
                    <a:pt x="1477" y="1146"/>
                    <a:pt x="1477" y="737"/>
                  </a:cubicBezTo>
                  <a:cubicBezTo>
                    <a:pt x="1477" y="329"/>
                    <a:pt x="1145" y="1"/>
                    <a:pt x="7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72"/>
            <p:cNvSpPr/>
            <p:nvPr/>
          </p:nvSpPr>
          <p:spPr>
            <a:xfrm>
              <a:off x="6894525" y="2053050"/>
              <a:ext cx="36925" cy="36850"/>
            </a:xfrm>
            <a:custGeom>
              <a:rect b="b" l="l" r="r" t="t"/>
              <a:pathLst>
                <a:path extrusionOk="0" h="1474" w="1477">
                  <a:moveTo>
                    <a:pt x="740" y="92"/>
                  </a:moveTo>
                  <a:cubicBezTo>
                    <a:pt x="1094" y="92"/>
                    <a:pt x="1386" y="380"/>
                    <a:pt x="1386" y="737"/>
                  </a:cubicBezTo>
                  <a:cubicBezTo>
                    <a:pt x="1386" y="1095"/>
                    <a:pt x="1094" y="1383"/>
                    <a:pt x="740" y="1383"/>
                  </a:cubicBezTo>
                  <a:cubicBezTo>
                    <a:pt x="383" y="1383"/>
                    <a:pt x="91" y="1095"/>
                    <a:pt x="91" y="737"/>
                  </a:cubicBezTo>
                  <a:cubicBezTo>
                    <a:pt x="91" y="380"/>
                    <a:pt x="383" y="92"/>
                    <a:pt x="740" y="92"/>
                  </a:cubicBezTo>
                  <a:close/>
                  <a:moveTo>
                    <a:pt x="740" y="1"/>
                  </a:moveTo>
                  <a:cubicBezTo>
                    <a:pt x="332" y="1"/>
                    <a:pt x="0" y="329"/>
                    <a:pt x="0" y="737"/>
                  </a:cubicBezTo>
                  <a:cubicBezTo>
                    <a:pt x="0" y="1146"/>
                    <a:pt x="332" y="1474"/>
                    <a:pt x="740" y="1474"/>
                  </a:cubicBezTo>
                  <a:cubicBezTo>
                    <a:pt x="1145" y="1474"/>
                    <a:pt x="1477" y="1146"/>
                    <a:pt x="1477" y="737"/>
                  </a:cubicBezTo>
                  <a:cubicBezTo>
                    <a:pt x="1477" y="329"/>
                    <a:pt x="1145" y="1"/>
                    <a:pt x="7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72"/>
            <p:cNvSpPr/>
            <p:nvPr/>
          </p:nvSpPr>
          <p:spPr>
            <a:xfrm>
              <a:off x="6994400" y="1968400"/>
              <a:ext cx="13425" cy="14150"/>
            </a:xfrm>
            <a:custGeom>
              <a:rect b="b" l="l" r="r" t="t"/>
              <a:pathLst>
                <a:path extrusionOk="0" h="566" w="537">
                  <a:moveTo>
                    <a:pt x="271" y="0"/>
                  </a:moveTo>
                  <a:cubicBezTo>
                    <a:pt x="114" y="0"/>
                    <a:pt x="1" y="117"/>
                    <a:pt x="1" y="284"/>
                  </a:cubicBezTo>
                  <a:cubicBezTo>
                    <a:pt x="1" y="445"/>
                    <a:pt x="110" y="565"/>
                    <a:pt x="267" y="565"/>
                  </a:cubicBezTo>
                  <a:cubicBezTo>
                    <a:pt x="435" y="565"/>
                    <a:pt x="537" y="445"/>
                    <a:pt x="537" y="284"/>
                  </a:cubicBezTo>
                  <a:cubicBezTo>
                    <a:pt x="537" y="117"/>
                    <a:pt x="431" y="0"/>
                    <a:pt x="2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72"/>
            <p:cNvSpPr/>
            <p:nvPr/>
          </p:nvSpPr>
          <p:spPr>
            <a:xfrm>
              <a:off x="7017750" y="1968400"/>
              <a:ext cx="13425" cy="14150"/>
            </a:xfrm>
            <a:custGeom>
              <a:rect b="b" l="l" r="r" t="t"/>
              <a:pathLst>
                <a:path extrusionOk="0" h="566" w="537">
                  <a:moveTo>
                    <a:pt x="270" y="0"/>
                  </a:moveTo>
                  <a:cubicBezTo>
                    <a:pt x="113" y="0"/>
                    <a:pt x="0" y="117"/>
                    <a:pt x="0" y="284"/>
                  </a:cubicBezTo>
                  <a:cubicBezTo>
                    <a:pt x="0" y="445"/>
                    <a:pt x="110" y="565"/>
                    <a:pt x="266" y="565"/>
                  </a:cubicBezTo>
                  <a:cubicBezTo>
                    <a:pt x="434" y="565"/>
                    <a:pt x="536" y="445"/>
                    <a:pt x="536" y="284"/>
                  </a:cubicBezTo>
                  <a:cubicBezTo>
                    <a:pt x="536" y="117"/>
                    <a:pt x="427" y="0"/>
                    <a:pt x="2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72"/>
            <p:cNvSpPr/>
            <p:nvPr/>
          </p:nvSpPr>
          <p:spPr>
            <a:xfrm>
              <a:off x="7041075" y="1968400"/>
              <a:ext cx="13425" cy="14150"/>
            </a:xfrm>
            <a:custGeom>
              <a:rect b="b" l="l" r="r" t="t"/>
              <a:pathLst>
                <a:path extrusionOk="0" h="566" w="537">
                  <a:moveTo>
                    <a:pt x="270" y="0"/>
                  </a:moveTo>
                  <a:cubicBezTo>
                    <a:pt x="114" y="0"/>
                    <a:pt x="1" y="117"/>
                    <a:pt x="1" y="284"/>
                  </a:cubicBezTo>
                  <a:cubicBezTo>
                    <a:pt x="1" y="445"/>
                    <a:pt x="106" y="565"/>
                    <a:pt x="267" y="565"/>
                  </a:cubicBezTo>
                  <a:cubicBezTo>
                    <a:pt x="431" y="565"/>
                    <a:pt x="536" y="445"/>
                    <a:pt x="536" y="284"/>
                  </a:cubicBezTo>
                  <a:cubicBezTo>
                    <a:pt x="536" y="117"/>
                    <a:pt x="427" y="0"/>
                    <a:pt x="2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p73"/>
          <p:cNvSpPr/>
          <p:nvPr/>
        </p:nvSpPr>
        <p:spPr>
          <a:xfrm rot="10800000">
            <a:off x="457100" y="1061400"/>
            <a:ext cx="8229900" cy="4082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9" name="Google Shape;1419;p73"/>
          <p:cNvSpPr/>
          <p:nvPr/>
        </p:nvSpPr>
        <p:spPr>
          <a:xfrm rot="5400000">
            <a:off x="7184900" y="-766737"/>
            <a:ext cx="1502100" cy="1502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1420" name="Google Shape;1420;p73"/>
          <p:cNvCxnSpPr>
            <a:stCxn id="1419" idx="2"/>
            <a:endCxn id="1421" idx="0"/>
          </p:cNvCxnSpPr>
          <p:nvPr/>
        </p:nvCxnSpPr>
        <p:spPr>
          <a:xfrm rot="10800000">
            <a:off x="1208150" y="735363"/>
            <a:ext cx="67278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21" name="Google Shape;1421;p73"/>
          <p:cNvSpPr/>
          <p:nvPr/>
        </p:nvSpPr>
        <p:spPr>
          <a:xfrm rot="10800000">
            <a:off x="457000" y="-766738"/>
            <a:ext cx="1502100" cy="1502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1422" name="Google Shape;1422;p73"/>
          <p:cNvSpPr txBox="1"/>
          <p:nvPr/>
        </p:nvSpPr>
        <p:spPr>
          <a:xfrm>
            <a:off x="456950" y="94925"/>
            <a:ext cx="8230200" cy="538800"/>
          </a:xfrm>
          <a:prstGeom prst="rect">
            <a:avLst/>
          </a:prstGeom>
          <a:solidFill>
            <a:srgbClr val="7F7F7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500">
                <a:latin typeface="Montserrat"/>
                <a:ea typeface="Montserrat"/>
                <a:cs typeface="Montserrat"/>
                <a:sym typeface="Montserrat"/>
              </a:rPr>
              <a:t>Gráficos</a:t>
            </a:r>
            <a:endParaRPr b="1" sz="3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3" name="Google Shape;1423;p73"/>
          <p:cNvSpPr txBox="1"/>
          <p:nvPr/>
        </p:nvSpPr>
        <p:spPr>
          <a:xfrm>
            <a:off x="1162275" y="1378625"/>
            <a:ext cx="6819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Nuestro objetivo es generar gráficos como estos:</a:t>
            </a:r>
            <a:endParaRPr sz="2200">
              <a:solidFill>
                <a:schemeClr val="dk1"/>
              </a:solidFill>
              <a:latin typeface="Archivo Light"/>
              <a:ea typeface="Archivo Light"/>
              <a:cs typeface="Archivo Light"/>
              <a:sym typeface="Archivo Light"/>
            </a:endParaRPr>
          </a:p>
        </p:txBody>
      </p:sp>
      <p:pic>
        <p:nvPicPr>
          <p:cNvPr id="1424" name="Google Shape;1424;p73"/>
          <p:cNvPicPr preferRelativeResize="0"/>
          <p:nvPr/>
        </p:nvPicPr>
        <p:blipFill rotWithShape="1">
          <a:blip r:embed="rId3">
            <a:alphaModFix/>
          </a:blip>
          <a:srcRect b="0" l="10144" r="0" t="0"/>
          <a:stretch/>
        </p:blipFill>
        <p:spPr>
          <a:xfrm>
            <a:off x="1385098" y="1937288"/>
            <a:ext cx="2940001" cy="24384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25" name="Google Shape;1425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6569" y="1937286"/>
            <a:ext cx="3262334" cy="24384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26" name="Google Shape;1426;p73"/>
          <p:cNvSpPr txBox="1"/>
          <p:nvPr/>
        </p:nvSpPr>
        <p:spPr>
          <a:xfrm>
            <a:off x="1699200" y="1978075"/>
            <a:ext cx="231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highlight>
                  <a:schemeClr val="lt1"/>
                </a:highlight>
                <a:latin typeface="Archivo"/>
                <a:ea typeface="Archivo"/>
                <a:cs typeface="Archivo"/>
                <a:sym typeface="Archivo"/>
              </a:rPr>
              <a:t> Videojuegos por familia de consolas</a:t>
            </a:r>
            <a:endParaRPr sz="1000">
              <a:highlight>
                <a:schemeClr val="lt1"/>
              </a:highlight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427" name="Google Shape;1427;p73"/>
          <p:cNvSpPr txBox="1"/>
          <p:nvPr/>
        </p:nvSpPr>
        <p:spPr>
          <a:xfrm>
            <a:off x="4971827" y="1978072"/>
            <a:ext cx="231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highlight>
                  <a:schemeClr val="lt1"/>
                </a:highlight>
                <a:latin typeface="Archivo"/>
                <a:ea typeface="Archivo"/>
                <a:cs typeface="Archivo"/>
                <a:sym typeface="Archivo"/>
              </a:rPr>
              <a:t> Videojuegos por familia de consolas</a:t>
            </a:r>
            <a:endParaRPr sz="1000">
              <a:highlight>
                <a:schemeClr val="lt1"/>
              </a:highlight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p74"/>
          <p:cNvSpPr/>
          <p:nvPr/>
        </p:nvSpPr>
        <p:spPr>
          <a:xfrm>
            <a:off x="456950" y="-10875"/>
            <a:ext cx="8230200" cy="6795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3" name="Google Shape;1433;p74"/>
          <p:cNvSpPr txBox="1"/>
          <p:nvPr/>
        </p:nvSpPr>
        <p:spPr>
          <a:xfrm>
            <a:off x="456975" y="59400"/>
            <a:ext cx="8230200" cy="538800"/>
          </a:xfrm>
          <a:prstGeom prst="rect">
            <a:avLst/>
          </a:prstGeom>
          <a:solidFill>
            <a:srgbClr val="7F7F7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500">
                <a:latin typeface="Montserrat"/>
                <a:ea typeface="Montserrat"/>
                <a:cs typeface="Montserrat"/>
                <a:sym typeface="Montserrat"/>
              </a:rPr>
              <a:t>Descubriendo el dataset</a:t>
            </a:r>
            <a:endParaRPr b="1" sz="3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4" name="Google Shape;1434;p74"/>
          <p:cNvSpPr txBox="1"/>
          <p:nvPr/>
        </p:nvSpPr>
        <p:spPr>
          <a:xfrm>
            <a:off x="800775" y="915800"/>
            <a:ext cx="7542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Si este es nuestro dataset, 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435" name="Google Shape;1435;p74"/>
          <p:cNvSpPr txBox="1"/>
          <p:nvPr/>
        </p:nvSpPr>
        <p:spPr>
          <a:xfrm>
            <a:off x="1819325" y="4563375"/>
            <a:ext cx="55053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161616"/>
                </a:solidFill>
                <a:latin typeface="Archivo"/>
                <a:ea typeface="Archivo"/>
                <a:cs typeface="Archivo"/>
                <a:sym typeface="Archivo"/>
              </a:rPr>
              <a:t>En este </a:t>
            </a:r>
            <a:r>
              <a:rPr lang="es-419" sz="1500" u="sng">
                <a:solidFill>
                  <a:schemeClr val="hlink"/>
                </a:solidFill>
                <a:latin typeface="Archivo"/>
                <a:ea typeface="Archivo"/>
                <a:cs typeface="Archivo"/>
                <a:sym typeface="Archivo"/>
                <a:hlinkClick r:id="rId3"/>
              </a:rPr>
              <a:t>LINK</a:t>
            </a:r>
            <a:r>
              <a:rPr lang="es-419" sz="1500">
                <a:solidFill>
                  <a:srgbClr val="161616"/>
                </a:solidFill>
                <a:latin typeface="Archivo"/>
                <a:ea typeface="Archivo"/>
                <a:cs typeface="Archivo"/>
                <a:sym typeface="Archivo"/>
              </a:rPr>
              <a:t> puedes acceder al dataset.</a:t>
            </a:r>
            <a:endParaRPr sz="15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436" name="Google Shape;1436;p74"/>
          <p:cNvGrpSpPr/>
          <p:nvPr/>
        </p:nvGrpSpPr>
        <p:grpSpPr>
          <a:xfrm rot="5400000">
            <a:off x="2396171" y="4605244"/>
            <a:ext cx="367054" cy="484489"/>
            <a:chOff x="4167206" y="5024326"/>
            <a:chExt cx="904966" cy="1194501"/>
          </a:xfrm>
        </p:grpSpPr>
        <p:sp>
          <p:nvSpPr>
            <p:cNvPr id="1437" name="Google Shape;1437;p74"/>
            <p:cNvSpPr/>
            <p:nvPr/>
          </p:nvSpPr>
          <p:spPr>
            <a:xfrm>
              <a:off x="4415326" y="5564798"/>
              <a:ext cx="656846" cy="654028"/>
            </a:xfrm>
            <a:custGeom>
              <a:rect b="b" l="l" r="r" t="t"/>
              <a:pathLst>
                <a:path extrusionOk="0" h="2085" w="2094">
                  <a:moveTo>
                    <a:pt x="1102" y="0"/>
                  </a:moveTo>
                  <a:lnTo>
                    <a:pt x="1" y="1134"/>
                  </a:lnTo>
                  <a:lnTo>
                    <a:pt x="1029" y="2084"/>
                  </a:lnTo>
                  <a:lnTo>
                    <a:pt x="2093" y="931"/>
                  </a:lnTo>
                  <a:lnTo>
                    <a:pt x="1102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74"/>
            <p:cNvSpPr/>
            <p:nvPr/>
          </p:nvSpPr>
          <p:spPr>
            <a:xfrm>
              <a:off x="4707989" y="5584874"/>
              <a:ext cx="127981" cy="124532"/>
            </a:xfrm>
            <a:custGeom>
              <a:rect b="b" l="l" r="r" t="t"/>
              <a:pathLst>
                <a:path extrusionOk="0" h="397" w="408">
                  <a:moveTo>
                    <a:pt x="360" y="1"/>
                  </a:moveTo>
                  <a:lnTo>
                    <a:pt x="1" y="348"/>
                  </a:lnTo>
                  <a:lnTo>
                    <a:pt x="48" y="396"/>
                  </a:lnTo>
                  <a:lnTo>
                    <a:pt x="407" y="50"/>
                  </a:lnTo>
                  <a:lnTo>
                    <a:pt x="36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74"/>
            <p:cNvSpPr/>
            <p:nvPr/>
          </p:nvSpPr>
          <p:spPr>
            <a:xfrm>
              <a:off x="4719281" y="5634749"/>
              <a:ext cx="164368" cy="159978"/>
            </a:xfrm>
            <a:custGeom>
              <a:rect b="b" l="l" r="r" t="t"/>
              <a:pathLst>
                <a:path extrusionOk="0" h="510" w="524">
                  <a:moveTo>
                    <a:pt x="476" y="1"/>
                  </a:moveTo>
                  <a:lnTo>
                    <a:pt x="0" y="461"/>
                  </a:lnTo>
                  <a:lnTo>
                    <a:pt x="47" y="509"/>
                  </a:lnTo>
                  <a:lnTo>
                    <a:pt x="523" y="49"/>
                  </a:lnTo>
                  <a:lnTo>
                    <a:pt x="47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74"/>
            <p:cNvSpPr/>
            <p:nvPr/>
          </p:nvSpPr>
          <p:spPr>
            <a:xfrm>
              <a:off x="4177871" y="5034991"/>
              <a:ext cx="575603" cy="846002"/>
            </a:xfrm>
            <a:custGeom>
              <a:rect b="b" l="l" r="r" t="t"/>
              <a:pathLst>
                <a:path extrusionOk="0" h="2697" w="1835">
                  <a:moveTo>
                    <a:pt x="428" y="0"/>
                  </a:moveTo>
                  <a:cubicBezTo>
                    <a:pt x="429" y="0"/>
                    <a:pt x="430" y="0"/>
                    <a:pt x="431" y="0"/>
                  </a:cubicBezTo>
                  <a:lnTo>
                    <a:pt x="431" y="0"/>
                  </a:lnTo>
                  <a:cubicBezTo>
                    <a:pt x="432" y="0"/>
                    <a:pt x="433" y="0"/>
                    <a:pt x="434" y="0"/>
                  </a:cubicBezTo>
                  <a:close/>
                  <a:moveTo>
                    <a:pt x="431" y="0"/>
                  </a:moveTo>
                  <a:lnTo>
                    <a:pt x="431" y="0"/>
                  </a:lnTo>
                  <a:cubicBezTo>
                    <a:pt x="349" y="2"/>
                    <a:pt x="264" y="69"/>
                    <a:pt x="264" y="151"/>
                  </a:cubicBezTo>
                  <a:lnTo>
                    <a:pt x="259" y="1003"/>
                  </a:lnTo>
                  <a:lnTo>
                    <a:pt x="112" y="1098"/>
                  </a:lnTo>
                  <a:cubicBezTo>
                    <a:pt x="42" y="1143"/>
                    <a:pt x="0" y="1221"/>
                    <a:pt x="0" y="1305"/>
                  </a:cubicBezTo>
                  <a:lnTo>
                    <a:pt x="0" y="1667"/>
                  </a:lnTo>
                  <a:cubicBezTo>
                    <a:pt x="0" y="1726"/>
                    <a:pt x="23" y="1786"/>
                    <a:pt x="65" y="1832"/>
                  </a:cubicBezTo>
                  <a:lnTo>
                    <a:pt x="212" y="1995"/>
                  </a:lnTo>
                  <a:lnTo>
                    <a:pt x="866" y="2696"/>
                  </a:lnTo>
                  <a:lnTo>
                    <a:pt x="1835" y="1697"/>
                  </a:lnTo>
                  <a:lnTo>
                    <a:pt x="1747" y="1597"/>
                  </a:lnTo>
                  <a:cubicBezTo>
                    <a:pt x="1731" y="1582"/>
                    <a:pt x="1721" y="1560"/>
                    <a:pt x="1721" y="1537"/>
                  </a:cubicBezTo>
                  <a:lnTo>
                    <a:pt x="1687" y="918"/>
                  </a:lnTo>
                  <a:cubicBezTo>
                    <a:pt x="1687" y="836"/>
                    <a:pt x="1619" y="768"/>
                    <a:pt x="1537" y="768"/>
                  </a:cubicBezTo>
                  <a:lnTo>
                    <a:pt x="1506" y="768"/>
                  </a:lnTo>
                  <a:cubicBezTo>
                    <a:pt x="1422" y="768"/>
                    <a:pt x="1351" y="836"/>
                    <a:pt x="1351" y="918"/>
                  </a:cubicBezTo>
                  <a:lnTo>
                    <a:pt x="1351" y="847"/>
                  </a:lnTo>
                  <a:cubicBezTo>
                    <a:pt x="1351" y="763"/>
                    <a:pt x="1284" y="697"/>
                    <a:pt x="1200" y="697"/>
                  </a:cubicBezTo>
                  <a:lnTo>
                    <a:pt x="1135" y="697"/>
                  </a:lnTo>
                  <a:cubicBezTo>
                    <a:pt x="1053" y="697"/>
                    <a:pt x="985" y="763"/>
                    <a:pt x="985" y="847"/>
                  </a:cubicBezTo>
                  <a:lnTo>
                    <a:pt x="985" y="794"/>
                  </a:lnTo>
                  <a:cubicBezTo>
                    <a:pt x="985" y="711"/>
                    <a:pt x="917" y="643"/>
                    <a:pt x="834" y="643"/>
                  </a:cubicBezTo>
                  <a:lnTo>
                    <a:pt x="766" y="643"/>
                  </a:lnTo>
                  <a:cubicBezTo>
                    <a:pt x="683" y="643"/>
                    <a:pt x="622" y="711"/>
                    <a:pt x="622" y="794"/>
                  </a:cubicBezTo>
                  <a:lnTo>
                    <a:pt x="598" y="151"/>
                  </a:lnTo>
                  <a:cubicBezTo>
                    <a:pt x="598" y="69"/>
                    <a:pt x="514" y="2"/>
                    <a:pt x="4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74"/>
            <p:cNvSpPr/>
            <p:nvPr/>
          </p:nvSpPr>
          <p:spPr>
            <a:xfrm>
              <a:off x="4167206" y="5024326"/>
              <a:ext cx="600697" cy="872037"/>
            </a:xfrm>
            <a:custGeom>
              <a:rect b="b" l="l" r="r" t="t"/>
              <a:pathLst>
                <a:path extrusionOk="0" h="2780" w="1915">
                  <a:moveTo>
                    <a:pt x="465" y="68"/>
                  </a:moveTo>
                  <a:cubicBezTo>
                    <a:pt x="526" y="70"/>
                    <a:pt x="598" y="120"/>
                    <a:pt x="598" y="186"/>
                  </a:cubicBezTo>
                  <a:lnTo>
                    <a:pt x="622" y="829"/>
                  </a:lnTo>
                  <a:lnTo>
                    <a:pt x="688" y="828"/>
                  </a:lnTo>
                  <a:cubicBezTo>
                    <a:pt x="688" y="763"/>
                    <a:pt x="738" y="711"/>
                    <a:pt x="800" y="711"/>
                  </a:cubicBezTo>
                  <a:lnTo>
                    <a:pt x="868" y="711"/>
                  </a:lnTo>
                  <a:cubicBezTo>
                    <a:pt x="933" y="711"/>
                    <a:pt x="985" y="763"/>
                    <a:pt x="985" y="828"/>
                  </a:cubicBezTo>
                  <a:lnTo>
                    <a:pt x="985" y="881"/>
                  </a:lnTo>
                  <a:lnTo>
                    <a:pt x="1053" y="881"/>
                  </a:lnTo>
                  <a:cubicBezTo>
                    <a:pt x="1053" y="816"/>
                    <a:pt x="1104" y="763"/>
                    <a:pt x="1169" y="763"/>
                  </a:cubicBezTo>
                  <a:lnTo>
                    <a:pt x="1234" y="763"/>
                  </a:lnTo>
                  <a:cubicBezTo>
                    <a:pt x="1299" y="763"/>
                    <a:pt x="1352" y="816"/>
                    <a:pt x="1352" y="881"/>
                  </a:cubicBezTo>
                  <a:lnTo>
                    <a:pt x="1352" y="952"/>
                  </a:lnTo>
                  <a:lnTo>
                    <a:pt x="1419" y="952"/>
                  </a:lnTo>
                  <a:cubicBezTo>
                    <a:pt x="1419" y="889"/>
                    <a:pt x="1474" y="836"/>
                    <a:pt x="1540" y="836"/>
                  </a:cubicBezTo>
                  <a:lnTo>
                    <a:pt x="1571" y="836"/>
                  </a:lnTo>
                  <a:cubicBezTo>
                    <a:pt x="1636" y="836"/>
                    <a:pt x="1687" y="888"/>
                    <a:pt x="1687" y="954"/>
                  </a:cubicBezTo>
                  <a:lnTo>
                    <a:pt x="1721" y="1571"/>
                  </a:lnTo>
                  <a:cubicBezTo>
                    <a:pt x="1721" y="1603"/>
                    <a:pt x="1734" y="1633"/>
                    <a:pt x="1757" y="1655"/>
                  </a:cubicBezTo>
                  <a:lnTo>
                    <a:pt x="1823" y="1730"/>
                  </a:lnTo>
                  <a:lnTo>
                    <a:pt x="900" y="2682"/>
                  </a:lnTo>
                  <a:lnTo>
                    <a:pt x="272" y="2007"/>
                  </a:lnTo>
                  <a:lnTo>
                    <a:pt x="123" y="1843"/>
                  </a:lnTo>
                  <a:cubicBezTo>
                    <a:pt x="87" y="1804"/>
                    <a:pt x="68" y="1752"/>
                    <a:pt x="68" y="1701"/>
                  </a:cubicBezTo>
                  <a:lnTo>
                    <a:pt x="68" y="1339"/>
                  </a:lnTo>
                  <a:cubicBezTo>
                    <a:pt x="68" y="1267"/>
                    <a:pt x="104" y="1200"/>
                    <a:pt x="164" y="1161"/>
                  </a:cubicBezTo>
                  <a:lnTo>
                    <a:pt x="259" y="1098"/>
                  </a:lnTo>
                  <a:lnTo>
                    <a:pt x="259" y="1492"/>
                  </a:lnTo>
                  <a:lnTo>
                    <a:pt x="327" y="1492"/>
                  </a:lnTo>
                  <a:lnTo>
                    <a:pt x="327" y="1037"/>
                  </a:lnTo>
                  <a:lnTo>
                    <a:pt x="332" y="185"/>
                  </a:lnTo>
                  <a:cubicBezTo>
                    <a:pt x="332" y="120"/>
                    <a:pt x="403" y="70"/>
                    <a:pt x="465" y="68"/>
                  </a:cubicBezTo>
                  <a:close/>
                  <a:moveTo>
                    <a:pt x="462" y="0"/>
                  </a:moveTo>
                  <a:cubicBezTo>
                    <a:pt x="368" y="3"/>
                    <a:pt x="264" y="81"/>
                    <a:pt x="264" y="185"/>
                  </a:cubicBezTo>
                  <a:lnTo>
                    <a:pt x="259" y="1017"/>
                  </a:lnTo>
                  <a:lnTo>
                    <a:pt x="128" y="1105"/>
                  </a:lnTo>
                  <a:cubicBezTo>
                    <a:pt x="49" y="1156"/>
                    <a:pt x="0" y="1244"/>
                    <a:pt x="0" y="1339"/>
                  </a:cubicBezTo>
                  <a:lnTo>
                    <a:pt x="0" y="1701"/>
                  </a:lnTo>
                  <a:cubicBezTo>
                    <a:pt x="0" y="1770"/>
                    <a:pt x="26" y="1837"/>
                    <a:pt x="73" y="1888"/>
                  </a:cubicBezTo>
                  <a:lnTo>
                    <a:pt x="222" y="2052"/>
                  </a:lnTo>
                  <a:lnTo>
                    <a:pt x="900" y="2779"/>
                  </a:lnTo>
                  <a:lnTo>
                    <a:pt x="1914" y="1733"/>
                  </a:lnTo>
                  <a:lnTo>
                    <a:pt x="1807" y="1610"/>
                  </a:lnTo>
                  <a:lnTo>
                    <a:pt x="1804" y="1607"/>
                  </a:lnTo>
                  <a:cubicBezTo>
                    <a:pt x="1794" y="1597"/>
                    <a:pt x="1789" y="1584"/>
                    <a:pt x="1789" y="1569"/>
                  </a:cubicBezTo>
                  <a:lnTo>
                    <a:pt x="1755" y="952"/>
                  </a:lnTo>
                  <a:cubicBezTo>
                    <a:pt x="1755" y="850"/>
                    <a:pt x="1673" y="768"/>
                    <a:pt x="1571" y="768"/>
                  </a:cubicBezTo>
                  <a:lnTo>
                    <a:pt x="1540" y="768"/>
                  </a:lnTo>
                  <a:cubicBezTo>
                    <a:pt x="1490" y="768"/>
                    <a:pt x="1443" y="789"/>
                    <a:pt x="1409" y="821"/>
                  </a:cubicBezTo>
                  <a:cubicBezTo>
                    <a:pt x="1385" y="748"/>
                    <a:pt x="1315" y="697"/>
                    <a:pt x="1234" y="697"/>
                  </a:cubicBezTo>
                  <a:lnTo>
                    <a:pt x="1169" y="697"/>
                  </a:lnTo>
                  <a:cubicBezTo>
                    <a:pt x="1117" y="697"/>
                    <a:pt x="1070" y="718"/>
                    <a:pt x="1036" y="753"/>
                  </a:cubicBezTo>
                  <a:cubicBezTo>
                    <a:pt x="1007" y="688"/>
                    <a:pt x="943" y="643"/>
                    <a:pt x="868" y="643"/>
                  </a:cubicBezTo>
                  <a:lnTo>
                    <a:pt x="800" y="643"/>
                  </a:lnTo>
                  <a:cubicBezTo>
                    <a:pt x="755" y="643"/>
                    <a:pt x="714" y="659"/>
                    <a:pt x="683" y="687"/>
                  </a:cubicBezTo>
                  <a:lnTo>
                    <a:pt x="666" y="185"/>
                  </a:lnTo>
                  <a:cubicBezTo>
                    <a:pt x="666" y="81"/>
                    <a:pt x="562" y="3"/>
                    <a:pt x="46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74"/>
            <p:cNvSpPr/>
            <p:nvPr/>
          </p:nvSpPr>
          <p:spPr>
            <a:xfrm>
              <a:off x="4362001" y="5279349"/>
              <a:ext cx="21644" cy="77793"/>
            </a:xfrm>
            <a:custGeom>
              <a:rect b="b" l="l" r="r" t="t"/>
              <a:pathLst>
                <a:path extrusionOk="0" h="248" w="69">
                  <a:moveTo>
                    <a:pt x="1" y="0"/>
                  </a:moveTo>
                  <a:lnTo>
                    <a:pt x="1" y="248"/>
                  </a:lnTo>
                  <a:lnTo>
                    <a:pt x="69" y="248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74"/>
            <p:cNvSpPr/>
            <p:nvPr/>
          </p:nvSpPr>
          <p:spPr>
            <a:xfrm>
              <a:off x="4476493" y="5295033"/>
              <a:ext cx="21644" cy="71833"/>
            </a:xfrm>
            <a:custGeom>
              <a:rect b="b" l="l" r="r" t="t"/>
              <a:pathLst>
                <a:path extrusionOk="0" h="229" w="69">
                  <a:moveTo>
                    <a:pt x="0" y="0"/>
                  </a:moveTo>
                  <a:lnTo>
                    <a:pt x="0" y="229"/>
                  </a:lnTo>
                  <a:lnTo>
                    <a:pt x="68" y="229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74"/>
            <p:cNvSpPr/>
            <p:nvPr/>
          </p:nvSpPr>
          <p:spPr>
            <a:xfrm>
              <a:off x="4591300" y="5314167"/>
              <a:ext cx="21644" cy="61795"/>
            </a:xfrm>
            <a:custGeom>
              <a:rect b="b" l="l" r="r" t="t"/>
              <a:pathLst>
                <a:path extrusionOk="0" h="197" w="69">
                  <a:moveTo>
                    <a:pt x="0" y="1"/>
                  </a:moveTo>
                  <a:lnTo>
                    <a:pt x="0" y="197"/>
                  </a:lnTo>
                  <a:lnTo>
                    <a:pt x="68" y="197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45" name="Google Shape;1445;p74"/>
          <p:cNvSpPr txBox="1"/>
          <p:nvPr/>
        </p:nvSpPr>
        <p:spPr>
          <a:xfrm>
            <a:off x="1005750" y="3859525"/>
            <a:ext cx="7177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¿q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ué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tipos de datos crees que hacen falta para crear los gráficos anteriores? 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446" name="Google Shape;1446;p74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447" name="Google Shape;1447;p74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448" name="Google Shape;1448;p74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9" name="Google Shape;1449;p74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0" name="Google Shape;1450;p74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1" name="Google Shape;1451;p74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2" name="Google Shape;1452;p74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3" name="Google Shape;1453;p74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4" name="Google Shape;1454;p74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5" name="Google Shape;1455;p74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6" name="Google Shape;1456;p74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7" name="Google Shape;1457;p74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8" name="Google Shape;1458;p74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9" name="Google Shape;1459;p74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60" name="Google Shape;1460;p74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1461" name="Google Shape;1461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8325" y="1266467"/>
            <a:ext cx="6287351" cy="235967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75"/>
          <p:cNvSpPr/>
          <p:nvPr/>
        </p:nvSpPr>
        <p:spPr>
          <a:xfrm>
            <a:off x="456950" y="-10875"/>
            <a:ext cx="8230200" cy="6795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7" name="Google Shape;1467;p75"/>
          <p:cNvSpPr txBox="1"/>
          <p:nvPr/>
        </p:nvSpPr>
        <p:spPr>
          <a:xfrm>
            <a:off x="456975" y="59400"/>
            <a:ext cx="8230200" cy="538800"/>
          </a:xfrm>
          <a:prstGeom prst="rect">
            <a:avLst/>
          </a:prstGeom>
          <a:solidFill>
            <a:srgbClr val="7F7F7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500">
                <a:latin typeface="Montserrat"/>
                <a:ea typeface="Montserrat"/>
                <a:cs typeface="Montserrat"/>
                <a:sym typeface="Montserrat"/>
              </a:rPr>
              <a:t>Descubriendo el dataset</a:t>
            </a:r>
            <a:endParaRPr b="1" sz="3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8" name="Google Shape;1468;p75"/>
          <p:cNvSpPr txBox="1"/>
          <p:nvPr/>
        </p:nvSpPr>
        <p:spPr>
          <a:xfrm>
            <a:off x="360652" y="1433175"/>
            <a:ext cx="3822600" cy="20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Los datos tienen que estar agrupados para poder visualizarlos, pero…</a:t>
            </a:r>
            <a:endParaRPr sz="2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¿De qué forma podríamos llegar a esta tabla?</a:t>
            </a:r>
            <a:endParaRPr sz="2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469" name="Google Shape;1469;p75"/>
          <p:cNvPicPr preferRelativeResize="0"/>
          <p:nvPr/>
        </p:nvPicPr>
        <p:blipFill rotWithShape="1">
          <a:blip r:embed="rId3">
            <a:alphaModFix/>
          </a:blip>
          <a:srcRect b="0" l="1015" r="60365" t="68192"/>
          <a:stretch/>
        </p:blipFill>
        <p:spPr>
          <a:xfrm>
            <a:off x="4491800" y="1581206"/>
            <a:ext cx="4001502" cy="1840839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470" name="Google Shape;1470;p75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471" name="Google Shape;1471;p75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472" name="Google Shape;1472;p75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3" name="Google Shape;1473;p75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4" name="Google Shape;1474;p75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5" name="Google Shape;1475;p75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6" name="Google Shape;1476;p75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7" name="Google Shape;1477;p75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8" name="Google Shape;1478;p75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9" name="Google Shape;1479;p75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0" name="Google Shape;1480;p75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1" name="Google Shape;1481;p75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2" name="Google Shape;1482;p75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3" name="Google Shape;1483;p75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84" name="Google Shape;1484;p75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8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p76"/>
          <p:cNvSpPr/>
          <p:nvPr/>
        </p:nvSpPr>
        <p:spPr>
          <a:xfrm>
            <a:off x="456950" y="-10875"/>
            <a:ext cx="8230200" cy="6795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0" name="Google Shape;1490;p76"/>
          <p:cNvSpPr txBox="1"/>
          <p:nvPr/>
        </p:nvSpPr>
        <p:spPr>
          <a:xfrm>
            <a:off x="456975" y="59400"/>
            <a:ext cx="8230200" cy="538800"/>
          </a:xfrm>
          <a:prstGeom prst="rect">
            <a:avLst/>
          </a:prstGeom>
          <a:solidFill>
            <a:srgbClr val="7F7F7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500">
                <a:latin typeface="Montserrat"/>
                <a:ea typeface="Montserrat"/>
                <a:cs typeface="Montserrat"/>
                <a:sym typeface="Montserrat"/>
              </a:rPr>
              <a:t>Descubriendo el dataset</a:t>
            </a:r>
            <a:endParaRPr b="1" sz="3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91" name="Google Shape;1491;p76"/>
          <p:cNvPicPr preferRelativeResize="0"/>
          <p:nvPr/>
        </p:nvPicPr>
        <p:blipFill rotWithShape="1">
          <a:blip r:embed="rId3">
            <a:alphaModFix/>
          </a:blip>
          <a:srcRect b="0" l="1015" r="60365" t="68192"/>
          <a:stretch/>
        </p:blipFill>
        <p:spPr>
          <a:xfrm>
            <a:off x="4491800" y="1581206"/>
            <a:ext cx="4001502" cy="1840839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92" name="Google Shape;1492;p76"/>
          <p:cNvSpPr/>
          <p:nvPr/>
        </p:nvSpPr>
        <p:spPr>
          <a:xfrm>
            <a:off x="2534125" y="4066463"/>
            <a:ext cx="4001700" cy="489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Con la función </a:t>
            </a:r>
            <a:r>
              <a:rPr b="1" lang="es-419" sz="2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.value_counts()</a:t>
            </a:r>
            <a:endParaRPr b="1" sz="2200"/>
          </a:p>
        </p:txBody>
      </p:sp>
      <p:grpSp>
        <p:nvGrpSpPr>
          <p:cNvPr id="1493" name="Google Shape;1493;p76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494" name="Google Shape;1494;p76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495" name="Google Shape;1495;p76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6" name="Google Shape;1496;p76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7" name="Google Shape;1497;p76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8" name="Google Shape;1498;p76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9" name="Google Shape;1499;p76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0" name="Google Shape;1500;p76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1" name="Google Shape;1501;p76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2" name="Google Shape;1502;p76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3" name="Google Shape;1503;p76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4" name="Google Shape;1504;p76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5" name="Google Shape;1505;p76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6" name="Google Shape;1506;p76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07" name="Google Shape;1507;p76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508" name="Google Shape;1508;p76"/>
          <p:cNvSpPr txBox="1"/>
          <p:nvPr/>
        </p:nvSpPr>
        <p:spPr>
          <a:xfrm>
            <a:off x="360652" y="1433175"/>
            <a:ext cx="3822600" cy="20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Los datos tienen que estar agrupados para poder visualizarlos, pero…</a:t>
            </a:r>
            <a:endParaRPr sz="2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¿De qué forma podríamos llegar a esta tabla?</a:t>
            </a:r>
            <a:endParaRPr sz="2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p77"/>
          <p:cNvSpPr/>
          <p:nvPr/>
        </p:nvSpPr>
        <p:spPr>
          <a:xfrm flipH="1">
            <a:off x="8229600" y="1028700"/>
            <a:ext cx="914700" cy="411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1514" name="Google Shape;1514;p77"/>
          <p:cNvSpPr txBox="1"/>
          <p:nvPr/>
        </p:nvSpPr>
        <p:spPr>
          <a:xfrm>
            <a:off x="425888" y="2162550"/>
            <a:ext cx="37617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Veamos los primeros pasos para crear un gráfico</a:t>
            </a:r>
            <a:endParaRPr b="1"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5" name="Google Shape;1515;p77"/>
          <p:cNvSpPr/>
          <p:nvPr/>
        </p:nvSpPr>
        <p:spPr>
          <a:xfrm>
            <a:off x="4572000" y="1028700"/>
            <a:ext cx="2267700" cy="2267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1516" name="Google Shape;1516;p77"/>
          <p:cNvCxnSpPr>
            <a:stCxn id="1515" idx="0"/>
          </p:cNvCxnSpPr>
          <p:nvPr/>
        </p:nvCxnSpPr>
        <p:spPr>
          <a:xfrm rot="10800000">
            <a:off x="9450" y="1028700"/>
            <a:ext cx="56964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7" name="Google Shape;1517;p77"/>
          <p:cNvCxnSpPr>
            <a:stCxn id="1515" idx="2"/>
          </p:cNvCxnSpPr>
          <p:nvPr/>
        </p:nvCxnSpPr>
        <p:spPr>
          <a:xfrm>
            <a:off x="6839700" y="2162550"/>
            <a:ext cx="0" cy="29625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18" name="Google Shape;1518;p77"/>
          <p:cNvGrpSpPr/>
          <p:nvPr/>
        </p:nvGrpSpPr>
        <p:grpSpPr>
          <a:xfrm>
            <a:off x="456894" y="358813"/>
            <a:ext cx="1978986" cy="268074"/>
            <a:chOff x="913788" y="717625"/>
            <a:chExt cx="3957972" cy="536147"/>
          </a:xfrm>
        </p:grpSpPr>
        <p:grpSp>
          <p:nvGrpSpPr>
            <p:cNvPr id="1519" name="Google Shape;1519;p77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520" name="Google Shape;1520;p77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1" name="Google Shape;1521;p77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2" name="Google Shape;1522;p77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3" name="Google Shape;1523;p77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4" name="Google Shape;1524;p77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5" name="Google Shape;1525;p77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6" name="Google Shape;1526;p77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7" name="Google Shape;1527;p77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8" name="Google Shape;1528;p77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9" name="Google Shape;1529;p77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0" name="Google Shape;1530;p77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1" name="Google Shape;1531;p77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32" name="Google Shape;1532;p77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1533" name="Google Shape;1533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5250" y="2571750"/>
            <a:ext cx="1662825" cy="166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37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p78"/>
          <p:cNvSpPr/>
          <p:nvPr/>
        </p:nvSpPr>
        <p:spPr>
          <a:xfrm flipH="1" rot="10800000">
            <a:off x="0" y="174688"/>
            <a:ext cx="91443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9" name="Google Shape;1539;p78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Generando un gráfico</a:t>
            </a:r>
            <a:endParaRPr b="1" sz="200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0" name="Google Shape;1540;p78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41" name="Google Shape;1541;p78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1542" name="Google Shape;1542;p78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78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544" name="Google Shape;1544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2406" y="1903362"/>
            <a:ext cx="5234543" cy="1764925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45" name="Google Shape;1545;p78"/>
          <p:cNvSpPr/>
          <p:nvPr/>
        </p:nvSpPr>
        <p:spPr>
          <a:xfrm>
            <a:off x="396375" y="1840969"/>
            <a:ext cx="2355600" cy="766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Importamos los módulos necesarios.</a:t>
            </a:r>
            <a:endParaRPr b="1" sz="1500"/>
          </a:p>
        </p:txBody>
      </p:sp>
      <p:cxnSp>
        <p:nvCxnSpPr>
          <p:cNvPr id="1546" name="Google Shape;1546;p78"/>
          <p:cNvCxnSpPr>
            <a:stCxn id="1545" idx="3"/>
          </p:cNvCxnSpPr>
          <p:nvPr/>
        </p:nvCxnSpPr>
        <p:spPr>
          <a:xfrm>
            <a:off x="2751975" y="2224219"/>
            <a:ext cx="1363800" cy="5151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47" name="Google Shape;1547;p78"/>
          <p:cNvSpPr/>
          <p:nvPr/>
        </p:nvSpPr>
        <p:spPr>
          <a:xfrm>
            <a:off x="396375" y="2964325"/>
            <a:ext cx="2355600" cy="766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Creamos un DataFrame con los datos de “Videogames.csv”.</a:t>
            </a:r>
            <a:endParaRPr b="1" sz="1500"/>
          </a:p>
        </p:txBody>
      </p:sp>
      <p:cxnSp>
        <p:nvCxnSpPr>
          <p:cNvPr id="1548" name="Google Shape;1548;p78"/>
          <p:cNvCxnSpPr>
            <a:stCxn id="1547" idx="3"/>
          </p:cNvCxnSpPr>
          <p:nvPr/>
        </p:nvCxnSpPr>
        <p:spPr>
          <a:xfrm flipH="1" rot="10800000">
            <a:off x="2751975" y="3322375"/>
            <a:ext cx="1348200" cy="252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49" name="Google Shape;1549;p78"/>
          <p:cNvSpPr txBox="1"/>
          <p:nvPr/>
        </p:nvSpPr>
        <p:spPr>
          <a:xfrm>
            <a:off x="800775" y="1030100"/>
            <a:ext cx="7542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Para crear un gráfico con 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esta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biblioteca, primero necesitamos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importar los módulos necesarios 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y leer el dataset dado como ejemplo.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550" name="Google Shape;1550;p78"/>
          <p:cNvSpPr txBox="1"/>
          <p:nvPr/>
        </p:nvSpPr>
        <p:spPr>
          <a:xfrm>
            <a:off x="1021200" y="4087675"/>
            <a:ext cx="71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Para crear un gráfico con Matplotlib, necesitamos una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serie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con sus valores e índices.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Para ello, tendremos que agrupar los datos que queremos mostrar. </a:t>
            </a:r>
            <a:endParaRPr b="1"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551" name="Google Shape;1551;p78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552" name="Google Shape;1552;p78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553" name="Google Shape;1553;p78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4" name="Google Shape;1554;p78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5" name="Google Shape;1555;p78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6" name="Google Shape;1556;p78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7" name="Google Shape;1557;p78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8" name="Google Shape;1558;p78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9" name="Google Shape;1559;p78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0" name="Google Shape;1560;p78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1" name="Google Shape;1561;p78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2" name="Google Shape;1562;p78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3" name="Google Shape;1563;p78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4" name="Google Shape;1564;p78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65" name="Google Shape;1565;p78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566" name="Google Shape;1566;p78"/>
          <p:cNvSpPr/>
          <p:nvPr/>
        </p:nvSpPr>
        <p:spPr>
          <a:xfrm>
            <a:off x="127350" y="4577675"/>
            <a:ext cx="2110500" cy="51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70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p79"/>
          <p:cNvSpPr/>
          <p:nvPr/>
        </p:nvSpPr>
        <p:spPr>
          <a:xfrm flipH="1" rot="10800000">
            <a:off x="0" y="174688"/>
            <a:ext cx="91443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2" name="Google Shape;1572;p79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Generando un gráfico</a:t>
            </a:r>
            <a:endParaRPr b="1" sz="200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3" name="Google Shape;1573;p79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74" name="Google Shape;1574;p79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1575" name="Google Shape;1575;p79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79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77" name="Google Shape;1577;p79"/>
          <p:cNvSpPr/>
          <p:nvPr/>
        </p:nvSpPr>
        <p:spPr>
          <a:xfrm>
            <a:off x="396375" y="1993369"/>
            <a:ext cx="2355600" cy="766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Creamos la serie con los datos que necesitamos.</a:t>
            </a:r>
            <a:endParaRPr b="1" sz="1500"/>
          </a:p>
        </p:txBody>
      </p:sp>
      <p:pic>
        <p:nvPicPr>
          <p:cNvPr id="1578" name="Google Shape;1578;p79"/>
          <p:cNvPicPr preferRelativeResize="0"/>
          <p:nvPr/>
        </p:nvPicPr>
        <p:blipFill rotWithShape="1">
          <a:blip r:embed="rId3">
            <a:alphaModFix/>
          </a:blip>
          <a:srcRect b="0" l="0" r="0" t="11103"/>
          <a:stretch/>
        </p:blipFill>
        <p:spPr>
          <a:xfrm>
            <a:off x="3254713" y="1903650"/>
            <a:ext cx="5377375" cy="26700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579" name="Google Shape;1579;p79"/>
          <p:cNvCxnSpPr>
            <a:stCxn id="1577" idx="3"/>
          </p:cNvCxnSpPr>
          <p:nvPr/>
        </p:nvCxnSpPr>
        <p:spPr>
          <a:xfrm>
            <a:off x="2751975" y="2376619"/>
            <a:ext cx="976800" cy="66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80" name="Google Shape;1580;p79"/>
          <p:cNvSpPr/>
          <p:nvPr/>
        </p:nvSpPr>
        <p:spPr>
          <a:xfrm>
            <a:off x="396375" y="3116725"/>
            <a:ext cx="2355600" cy="999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Son las familias de consolas, representadas en los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índices 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de la serie.</a:t>
            </a:r>
            <a:endParaRPr b="1" sz="1500"/>
          </a:p>
        </p:txBody>
      </p:sp>
      <p:cxnSp>
        <p:nvCxnSpPr>
          <p:cNvPr id="1581" name="Google Shape;1581;p79"/>
          <p:cNvCxnSpPr>
            <a:stCxn id="1580" idx="3"/>
            <a:endCxn id="1582" idx="1"/>
          </p:cNvCxnSpPr>
          <p:nvPr/>
        </p:nvCxnSpPr>
        <p:spPr>
          <a:xfrm>
            <a:off x="2751975" y="3616525"/>
            <a:ext cx="492600" cy="4998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83" name="Google Shape;1583;p79"/>
          <p:cNvSpPr txBox="1"/>
          <p:nvPr/>
        </p:nvSpPr>
        <p:spPr>
          <a:xfrm>
            <a:off x="800775" y="1030100"/>
            <a:ext cx="7542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Por ejemplo, necesitamos saber cu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á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ntos registros existen por cada una de las familias de consolas; para esto, podemos utilizar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.value_counts()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para generar una serie que nos indique esa cantidad.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582" name="Google Shape;1582;p79"/>
          <p:cNvSpPr/>
          <p:nvPr/>
        </p:nvSpPr>
        <p:spPr>
          <a:xfrm>
            <a:off x="3244488" y="3801038"/>
            <a:ext cx="1429500" cy="6303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4" name="Google Shape;1584;p79"/>
          <p:cNvSpPr/>
          <p:nvPr/>
        </p:nvSpPr>
        <p:spPr>
          <a:xfrm>
            <a:off x="6193275" y="3238650"/>
            <a:ext cx="2645100" cy="1192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Es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la cantidad de registros que hay por familia de consolas, representados en los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valores 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de la serie.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1585" name="Google Shape;1585;p79"/>
          <p:cNvCxnSpPr>
            <a:stCxn id="1584" idx="1"/>
            <a:endCxn id="1586" idx="3"/>
          </p:cNvCxnSpPr>
          <p:nvPr/>
        </p:nvCxnSpPr>
        <p:spPr>
          <a:xfrm flipH="1">
            <a:off x="5315475" y="3835050"/>
            <a:ext cx="877800" cy="281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86" name="Google Shape;1586;p79"/>
          <p:cNvSpPr/>
          <p:nvPr/>
        </p:nvSpPr>
        <p:spPr>
          <a:xfrm>
            <a:off x="4771825" y="3801038"/>
            <a:ext cx="543600" cy="6303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87" name="Google Shape;1587;p79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588" name="Google Shape;1588;p79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589" name="Google Shape;1589;p79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0" name="Google Shape;1590;p79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1" name="Google Shape;1591;p79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2" name="Google Shape;1592;p79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3" name="Google Shape;1593;p79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4" name="Google Shape;1594;p79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5" name="Google Shape;1595;p79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6" name="Google Shape;1596;p79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7" name="Google Shape;1597;p79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8" name="Google Shape;1598;p79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9" name="Google Shape;1599;p79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0" name="Google Shape;1600;p79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01" name="Google Shape;1601;p79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602" name="Google Shape;1602;p79"/>
          <p:cNvSpPr/>
          <p:nvPr/>
        </p:nvSpPr>
        <p:spPr>
          <a:xfrm>
            <a:off x="127350" y="4577675"/>
            <a:ext cx="2110500" cy="51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6" name="Shape 1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" name="Google Shape;1607;p80"/>
          <p:cNvSpPr/>
          <p:nvPr/>
        </p:nvSpPr>
        <p:spPr>
          <a:xfrm>
            <a:off x="4572000" y="0"/>
            <a:ext cx="45558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08" name="Google Shape;1608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8788" y="2076651"/>
            <a:ext cx="3777857" cy="220535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09" name="Google Shape;1609;p80"/>
          <p:cNvSpPr txBox="1"/>
          <p:nvPr>
            <p:ph idx="1" type="body"/>
          </p:nvPr>
        </p:nvSpPr>
        <p:spPr>
          <a:xfrm>
            <a:off x="442938" y="655274"/>
            <a:ext cx="3787200" cy="11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latin typeface="Archivo"/>
                <a:ea typeface="Archivo"/>
                <a:cs typeface="Archivo"/>
                <a:sym typeface="Archivo"/>
              </a:rPr>
              <a:t>Esta serie que trae como resultado el .value_counts() es muy parecida a todas las otras series que venimos trabajando cuando seleccionamos una columna.</a:t>
            </a:r>
            <a:endParaRPr sz="1500"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610" name="Google Shape;1610;p80"/>
          <p:cNvPicPr preferRelativeResize="0"/>
          <p:nvPr/>
        </p:nvPicPr>
        <p:blipFill rotWithShape="1">
          <a:blip r:embed="rId4">
            <a:alphaModFix/>
          </a:blip>
          <a:srcRect b="0" l="680" r="59781" t="68472"/>
          <a:stretch/>
        </p:blipFill>
        <p:spPr>
          <a:xfrm>
            <a:off x="551700" y="2422498"/>
            <a:ext cx="3569675" cy="1589863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11" name="Google Shape;1611;p80"/>
          <p:cNvSpPr txBox="1"/>
          <p:nvPr>
            <p:ph idx="2" type="body"/>
          </p:nvPr>
        </p:nvSpPr>
        <p:spPr>
          <a:xfrm>
            <a:off x="4900638" y="655274"/>
            <a:ext cx="3787200" cy="11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En este caso, tenemos el </a:t>
            </a:r>
            <a:r>
              <a:rPr b="1" lang="es-419" sz="1500">
                <a:solidFill>
                  <a:schemeClr val="dk1"/>
                </a:solidFill>
                <a:highlight>
                  <a:schemeClr val="accent5"/>
                </a:highlight>
                <a:latin typeface="Archivo"/>
                <a:ea typeface="Archivo"/>
                <a:cs typeface="Archivo"/>
                <a:sym typeface="Archivo"/>
              </a:rPr>
              <a:t>índice numérico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automático que generó Pandas al leer el df; y en la otra, el </a:t>
            </a:r>
            <a:r>
              <a:rPr b="1" lang="es-419" sz="1500">
                <a:solidFill>
                  <a:schemeClr val="dk1"/>
                </a:solidFill>
                <a:highlight>
                  <a:schemeClr val="dk2"/>
                </a:highlight>
                <a:latin typeface="Archivo"/>
                <a:ea typeface="Archivo"/>
                <a:cs typeface="Archivo"/>
                <a:sym typeface="Archivo"/>
              </a:rPr>
              <a:t>índice que asignó .value_counts() con las categorías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sz="15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612" name="Google Shape;1612;p80"/>
          <p:cNvSpPr/>
          <p:nvPr/>
        </p:nvSpPr>
        <p:spPr>
          <a:xfrm>
            <a:off x="5026888" y="2135863"/>
            <a:ext cx="261300" cy="19605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3" name="Google Shape;1613;p80"/>
          <p:cNvSpPr/>
          <p:nvPr/>
        </p:nvSpPr>
        <p:spPr>
          <a:xfrm>
            <a:off x="531088" y="2746613"/>
            <a:ext cx="2243700" cy="10041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14" name="Google Shape;1614;p80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615" name="Google Shape;1615;p80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616" name="Google Shape;1616;p80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7" name="Google Shape;1617;p80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8" name="Google Shape;1618;p80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9" name="Google Shape;1619;p80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0" name="Google Shape;1620;p80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1" name="Google Shape;1621;p80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2" name="Google Shape;1622;p80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3" name="Google Shape;1623;p80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4" name="Google Shape;1624;p80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5" name="Google Shape;1625;p80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6" name="Google Shape;1626;p80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7" name="Google Shape;1627;p80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28" name="Google Shape;1628;p80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2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p81"/>
          <p:cNvSpPr txBox="1"/>
          <p:nvPr>
            <p:ph idx="2" type="title"/>
          </p:nvPr>
        </p:nvSpPr>
        <p:spPr>
          <a:xfrm>
            <a:off x="1619400" y="2092650"/>
            <a:ext cx="4854300" cy="630600"/>
          </a:xfrm>
          <a:prstGeom prst="rect">
            <a:avLst/>
          </a:prstGeom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G</a:t>
            </a:r>
            <a:r>
              <a:rPr b="1" lang="es-419"/>
              <a:t>ráfico de torta</a:t>
            </a:r>
            <a:endParaRPr b="1"/>
          </a:p>
        </p:txBody>
      </p:sp>
      <p:pic>
        <p:nvPicPr>
          <p:cNvPr id="1634" name="Google Shape;1634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8350" y="2783913"/>
            <a:ext cx="1941088" cy="19410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35" name="Google Shape;1635;p81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636" name="Google Shape;1636;p81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637" name="Google Shape;1637;p81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8" name="Google Shape;1638;p81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9" name="Google Shape;1639;p81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0" name="Google Shape;1640;p81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1" name="Google Shape;1641;p81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2" name="Google Shape;1642;p81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3" name="Google Shape;1643;p81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4" name="Google Shape;1644;p81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5" name="Google Shape;1645;p81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6" name="Google Shape;1646;p81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7" name="Google Shape;1647;p81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8" name="Google Shape;1648;p81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49" name="Google Shape;1649;p81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53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4" name="Google Shape;1654;p82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655" name="Google Shape;1655;p82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656" name="Google Shape;1656;p82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7" name="Google Shape;1657;p82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8" name="Google Shape;1658;p82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9" name="Google Shape;1659;p82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0" name="Google Shape;1660;p82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1" name="Google Shape;1661;p82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2" name="Google Shape;1662;p82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3" name="Google Shape;1663;p82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4" name="Google Shape;1664;p82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5" name="Google Shape;1665;p82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6" name="Google Shape;1666;p82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7" name="Google Shape;1667;p82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68" name="Google Shape;1668;p82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669" name="Google Shape;1669;p82"/>
          <p:cNvSpPr/>
          <p:nvPr/>
        </p:nvSpPr>
        <p:spPr>
          <a:xfrm flipH="1" rot="10800000">
            <a:off x="0" y="174688"/>
            <a:ext cx="91443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0" name="Google Shape;1670;p82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Generando un g</a:t>
            </a:r>
            <a:r>
              <a:rPr b="1" lang="es-419" sz="20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ráfico de torta</a:t>
            </a:r>
            <a:endParaRPr b="1" sz="200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1" name="Google Shape;1671;p82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72" name="Google Shape;1672;p82"/>
          <p:cNvPicPr preferRelativeResize="0"/>
          <p:nvPr/>
        </p:nvPicPr>
        <p:blipFill rotWithShape="1">
          <a:blip r:embed="rId3">
            <a:alphaModFix/>
          </a:blip>
          <a:srcRect b="0" l="0" r="9828" t="0"/>
          <a:stretch/>
        </p:blipFill>
        <p:spPr>
          <a:xfrm>
            <a:off x="3011969" y="2261163"/>
            <a:ext cx="3323738" cy="1014413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673" name="Google Shape;1673;p82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1674" name="Google Shape;1674;p82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82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76" name="Google Shape;1676;p82"/>
          <p:cNvSpPr/>
          <p:nvPr/>
        </p:nvSpPr>
        <p:spPr>
          <a:xfrm>
            <a:off x="5553506" y="3563513"/>
            <a:ext cx="3091800" cy="690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Usamos el método .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plot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para crear visualizaciones gráficas en Python.</a:t>
            </a:r>
            <a:endParaRPr b="1" sz="1500"/>
          </a:p>
        </p:txBody>
      </p:sp>
      <p:cxnSp>
        <p:nvCxnSpPr>
          <p:cNvPr id="1677" name="Google Shape;1677;p82"/>
          <p:cNvCxnSpPr>
            <a:stCxn id="1676" idx="0"/>
          </p:cNvCxnSpPr>
          <p:nvPr/>
        </p:nvCxnSpPr>
        <p:spPr>
          <a:xfrm rot="10800000">
            <a:off x="5508206" y="2852813"/>
            <a:ext cx="1591200" cy="7107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78" name="Google Shape;1678;p82"/>
          <p:cNvSpPr/>
          <p:nvPr/>
        </p:nvSpPr>
        <p:spPr>
          <a:xfrm>
            <a:off x="355213" y="2291219"/>
            <a:ext cx="2415600" cy="954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Es la variable  que contiene los datos que se van a representar en el gráfico.</a:t>
            </a:r>
            <a:endParaRPr b="1" sz="1500"/>
          </a:p>
        </p:txBody>
      </p:sp>
      <p:cxnSp>
        <p:nvCxnSpPr>
          <p:cNvPr id="1679" name="Google Shape;1679;p82"/>
          <p:cNvCxnSpPr>
            <a:stCxn id="1678" idx="3"/>
          </p:cNvCxnSpPr>
          <p:nvPr/>
        </p:nvCxnSpPr>
        <p:spPr>
          <a:xfrm flipH="1" rot="10800000">
            <a:off x="2770813" y="2702369"/>
            <a:ext cx="842400" cy="660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80" name="Google Shape;1680;p82"/>
          <p:cNvSpPr/>
          <p:nvPr/>
        </p:nvSpPr>
        <p:spPr>
          <a:xfrm>
            <a:off x="6619188" y="2291219"/>
            <a:ext cx="2169600" cy="954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Este es el método específico para crear un gráfico de torta.</a:t>
            </a:r>
            <a:endParaRPr b="1" sz="1500"/>
          </a:p>
        </p:txBody>
      </p:sp>
      <p:cxnSp>
        <p:nvCxnSpPr>
          <p:cNvPr id="1681" name="Google Shape;1681;p82"/>
          <p:cNvCxnSpPr>
            <a:stCxn id="1680" idx="1"/>
          </p:cNvCxnSpPr>
          <p:nvPr/>
        </p:nvCxnSpPr>
        <p:spPr>
          <a:xfrm rot="10800000">
            <a:off x="6129588" y="2752469"/>
            <a:ext cx="489600" cy="159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82" name="Google Shape;1682;p82"/>
          <p:cNvSpPr txBox="1"/>
          <p:nvPr/>
        </p:nvSpPr>
        <p:spPr>
          <a:xfrm>
            <a:off x="902613" y="1396225"/>
            <a:ext cx="7542600" cy="5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Usaremos la </a:t>
            </a:r>
            <a:r>
              <a:rPr b="1" lang="es-419" sz="1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serie</a:t>
            </a:r>
            <a:r>
              <a:rPr lang="es-419" sz="1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almacenada en la variable </a:t>
            </a:r>
            <a:r>
              <a:rPr b="1" lang="es-419" sz="1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“cantidadPorFamillia”</a:t>
            </a:r>
            <a:r>
              <a:rPr i="1" lang="es-419" sz="1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es-419" sz="1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como datos para nuestro gráfico.</a:t>
            </a:r>
            <a:endParaRPr sz="17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683" name="Google Shape;1683;p82"/>
          <p:cNvSpPr/>
          <p:nvPr/>
        </p:nvSpPr>
        <p:spPr>
          <a:xfrm>
            <a:off x="702369" y="3547775"/>
            <a:ext cx="4576200" cy="69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La función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.show()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muestra el gráfico que se ha creado. Sin esta función, el gráfico no se visualizará.</a:t>
            </a:r>
            <a:endParaRPr b="1" sz="1500"/>
          </a:p>
        </p:txBody>
      </p:sp>
      <p:cxnSp>
        <p:nvCxnSpPr>
          <p:cNvPr id="1684" name="Google Shape;1684;p82"/>
          <p:cNvCxnSpPr>
            <a:stCxn id="1683" idx="0"/>
          </p:cNvCxnSpPr>
          <p:nvPr/>
        </p:nvCxnSpPr>
        <p:spPr>
          <a:xfrm flipH="1" rot="10800000">
            <a:off x="2990469" y="3243875"/>
            <a:ext cx="983400" cy="303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85" name="Google Shape;1685;p82"/>
          <p:cNvSpPr txBox="1"/>
          <p:nvPr/>
        </p:nvSpPr>
        <p:spPr>
          <a:xfrm>
            <a:off x="2558988" y="4401600"/>
            <a:ext cx="42297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Veamos cómo se ve el gráfico →</a:t>
            </a:r>
            <a:endParaRPr sz="700">
              <a:highlight>
                <a:schemeClr val="accent4"/>
              </a:highlight>
            </a:endParaRPr>
          </a:p>
        </p:txBody>
      </p:sp>
      <p:sp>
        <p:nvSpPr>
          <p:cNvPr id="1686" name="Google Shape;1686;p82"/>
          <p:cNvSpPr txBox="1"/>
          <p:nvPr/>
        </p:nvSpPr>
        <p:spPr>
          <a:xfrm>
            <a:off x="902613" y="939025"/>
            <a:ext cx="7542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Veamos primero la </a:t>
            </a:r>
            <a:r>
              <a:rPr b="1" lang="es-419" sz="1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sintaxis para generar un gráfico de torta</a:t>
            </a:r>
            <a:r>
              <a:rPr lang="es-419" sz="1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 </a:t>
            </a:r>
            <a:endParaRPr sz="17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687" name="Google Shape;1687;p82"/>
          <p:cNvSpPr/>
          <p:nvPr/>
        </p:nvSpPr>
        <p:spPr>
          <a:xfrm>
            <a:off x="127350" y="4577675"/>
            <a:ext cx="2110500" cy="51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91" name="Shape 1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2" name="Google Shape;1692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2200" y="1137424"/>
            <a:ext cx="3731307" cy="312037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693" name="Google Shape;1693;p83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694" name="Google Shape;1694;p83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695" name="Google Shape;1695;p83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6" name="Google Shape;1696;p83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7" name="Google Shape;1697;p83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8" name="Google Shape;1698;p83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9" name="Google Shape;1699;p83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0" name="Google Shape;1700;p83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1" name="Google Shape;1701;p83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2" name="Google Shape;1702;p83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3" name="Google Shape;1703;p83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4" name="Google Shape;1704;p83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5" name="Google Shape;1705;p83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6" name="Google Shape;1706;p83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07" name="Google Shape;1707;p83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708" name="Google Shape;1708;p83"/>
          <p:cNvSpPr/>
          <p:nvPr/>
        </p:nvSpPr>
        <p:spPr>
          <a:xfrm flipH="1" rot="10800000">
            <a:off x="0" y="174688"/>
            <a:ext cx="91443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9" name="Google Shape;1709;p83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Generando un gráfico de torta</a:t>
            </a:r>
            <a:endParaRPr b="1" sz="200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0" name="Google Shape;1710;p83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11" name="Google Shape;1711;p83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1712" name="Google Shape;1712;p83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83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14" name="Google Shape;1714;p83"/>
          <p:cNvSpPr txBox="1"/>
          <p:nvPr/>
        </p:nvSpPr>
        <p:spPr>
          <a:xfrm>
            <a:off x="313175" y="1412350"/>
            <a:ext cx="3382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¿Y este gráfico se ve bien?</a:t>
            </a:r>
            <a:r>
              <a:rPr lang="es-419" sz="2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endParaRPr sz="22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715" name="Google Shape;1715;p83"/>
          <p:cNvSpPr/>
          <p:nvPr/>
        </p:nvSpPr>
        <p:spPr>
          <a:xfrm>
            <a:off x="2849088" y="2229663"/>
            <a:ext cx="1722900" cy="622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El gráfico se visualizar</a:t>
            </a:r>
            <a:r>
              <a:rPr lang="es-419" sz="13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á</a:t>
            </a:r>
            <a:r>
              <a:rPr lang="es-419" sz="13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en la ventana </a:t>
            </a:r>
            <a:r>
              <a:rPr b="1" lang="es-419" sz="13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Gráficos</a:t>
            </a:r>
            <a:endParaRPr b="1" sz="1300"/>
          </a:p>
        </p:txBody>
      </p:sp>
      <p:sp>
        <p:nvSpPr>
          <p:cNvPr id="1716" name="Google Shape;1716;p83"/>
          <p:cNvSpPr/>
          <p:nvPr/>
        </p:nvSpPr>
        <p:spPr>
          <a:xfrm>
            <a:off x="4912202" y="1137425"/>
            <a:ext cx="597300" cy="2640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17" name="Google Shape;1717;p83"/>
          <p:cNvCxnSpPr>
            <a:stCxn id="1715" idx="0"/>
            <a:endCxn id="1716" idx="2"/>
          </p:cNvCxnSpPr>
          <p:nvPr/>
        </p:nvCxnSpPr>
        <p:spPr>
          <a:xfrm flipH="1" rot="10800000">
            <a:off x="3710538" y="1401363"/>
            <a:ext cx="1500300" cy="828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18" name="Google Shape;1718;p83"/>
          <p:cNvSpPr/>
          <p:nvPr/>
        </p:nvSpPr>
        <p:spPr>
          <a:xfrm>
            <a:off x="127350" y="4577675"/>
            <a:ext cx="2110500" cy="51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22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3" name="Google Shape;1723;p84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724" name="Google Shape;1724;p84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725" name="Google Shape;1725;p84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6" name="Google Shape;1726;p84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7" name="Google Shape;1727;p84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8" name="Google Shape;1728;p84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9" name="Google Shape;1729;p84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0" name="Google Shape;1730;p84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1" name="Google Shape;1731;p84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2" name="Google Shape;1732;p84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3" name="Google Shape;1733;p84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4" name="Google Shape;1734;p84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5" name="Google Shape;1735;p84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6" name="Google Shape;1736;p84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37" name="Google Shape;1737;p84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738" name="Google Shape;1738;p84"/>
          <p:cNvSpPr/>
          <p:nvPr/>
        </p:nvSpPr>
        <p:spPr>
          <a:xfrm flipH="1" rot="10800000">
            <a:off x="0" y="174688"/>
            <a:ext cx="91443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9" name="Google Shape;1739;p84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Generando un gráfico de torta</a:t>
            </a:r>
            <a:endParaRPr b="1" sz="200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0" name="Google Shape;1740;p84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41" name="Google Shape;1741;p84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1742" name="Google Shape;1742;p84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84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44" name="Google Shape;1744;p84"/>
          <p:cNvSpPr txBox="1"/>
          <p:nvPr/>
        </p:nvSpPr>
        <p:spPr>
          <a:xfrm>
            <a:off x="313175" y="1412350"/>
            <a:ext cx="3382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¿Y este gráfico se ve bien? </a:t>
            </a:r>
            <a:endParaRPr sz="22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745" name="Google Shape;1745;p84"/>
          <p:cNvSpPr txBox="1"/>
          <p:nvPr/>
        </p:nvSpPr>
        <p:spPr>
          <a:xfrm>
            <a:off x="313175" y="2086125"/>
            <a:ext cx="3382200" cy="24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dk1"/>
                </a:solidFill>
                <a:highlight>
                  <a:schemeClr val="accent5"/>
                </a:highlight>
                <a:latin typeface="Archivo"/>
                <a:ea typeface="Archivo"/>
                <a:cs typeface="Archivo"/>
                <a:sym typeface="Archivo"/>
              </a:rPr>
              <a:t>¡No! ¡Se ve horrible!</a:t>
            </a:r>
            <a:endParaRPr sz="2000">
              <a:solidFill>
                <a:schemeClr val="dk1"/>
              </a:solidFill>
              <a:highlight>
                <a:schemeClr val="accent5"/>
              </a:highlight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Faltan las </a:t>
            </a:r>
            <a:r>
              <a:rPr b="1"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etiquetas</a:t>
            </a:r>
            <a:r>
              <a:rPr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que representan las porciones de la torta y el</a:t>
            </a:r>
            <a:r>
              <a:rPr b="1"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título</a:t>
            </a:r>
            <a:r>
              <a:rPr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 </a:t>
            </a:r>
            <a:endParaRPr sz="1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También aparece una etiqueta </a:t>
            </a:r>
            <a:r>
              <a:rPr b="1" lang="es-419" sz="1800">
                <a:solidFill>
                  <a:schemeClr val="dk1"/>
                </a:solidFill>
                <a:highlight>
                  <a:schemeClr val="accent5"/>
                </a:highlight>
                <a:latin typeface="Archivo"/>
                <a:ea typeface="Archivo"/>
                <a:cs typeface="Archivo"/>
                <a:sym typeface="Archivo"/>
              </a:rPr>
              <a:t>“count”</a:t>
            </a:r>
            <a:r>
              <a:rPr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que no </a:t>
            </a:r>
            <a:r>
              <a:rPr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debería</a:t>
            </a:r>
            <a:r>
              <a:rPr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estar</a:t>
            </a:r>
            <a:endParaRPr sz="1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746" name="Google Shape;1746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2200" y="1137424"/>
            <a:ext cx="3731307" cy="312037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47" name="Google Shape;1747;p84"/>
          <p:cNvSpPr/>
          <p:nvPr/>
        </p:nvSpPr>
        <p:spPr>
          <a:xfrm>
            <a:off x="127350" y="4577675"/>
            <a:ext cx="2110500" cy="51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48" name="Google Shape;1748;p84"/>
          <p:cNvCxnSpPr/>
          <p:nvPr/>
        </p:nvCxnSpPr>
        <p:spPr>
          <a:xfrm flipH="1">
            <a:off x="3581700" y="2781525"/>
            <a:ext cx="1942500" cy="16005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2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3" name="Google Shape;1753;p85"/>
          <p:cNvSpPr/>
          <p:nvPr/>
        </p:nvSpPr>
        <p:spPr>
          <a:xfrm flipH="1">
            <a:off x="8229600" y="1028700"/>
            <a:ext cx="914700" cy="411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1754" name="Google Shape;1754;p85"/>
          <p:cNvSpPr txBox="1"/>
          <p:nvPr/>
        </p:nvSpPr>
        <p:spPr>
          <a:xfrm>
            <a:off x="425888" y="2162550"/>
            <a:ext cx="37617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¿</a:t>
            </a:r>
            <a:r>
              <a:rPr b="1" lang="es-419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Cómo</a:t>
            </a:r>
            <a:r>
              <a:rPr b="1" lang="es-419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s-419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podríamos</a:t>
            </a:r>
            <a:r>
              <a:rPr b="1" lang="es-419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mejorar nuestro gráfico?</a:t>
            </a:r>
            <a:endParaRPr b="1"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755" name="Google Shape;1755;p85"/>
          <p:cNvCxnSpPr>
            <a:stCxn id="1756" idx="0"/>
          </p:cNvCxnSpPr>
          <p:nvPr/>
        </p:nvCxnSpPr>
        <p:spPr>
          <a:xfrm rot="10800000">
            <a:off x="9450" y="1028700"/>
            <a:ext cx="56964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7" name="Google Shape;1757;p85"/>
          <p:cNvCxnSpPr>
            <a:stCxn id="1756" idx="2"/>
          </p:cNvCxnSpPr>
          <p:nvPr/>
        </p:nvCxnSpPr>
        <p:spPr>
          <a:xfrm>
            <a:off x="6839700" y="2162550"/>
            <a:ext cx="0" cy="29625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758" name="Google Shape;1758;p85"/>
          <p:cNvGrpSpPr/>
          <p:nvPr/>
        </p:nvGrpSpPr>
        <p:grpSpPr>
          <a:xfrm>
            <a:off x="456894" y="358813"/>
            <a:ext cx="1978986" cy="268074"/>
            <a:chOff x="913788" y="717625"/>
            <a:chExt cx="3957972" cy="536147"/>
          </a:xfrm>
        </p:grpSpPr>
        <p:grpSp>
          <p:nvGrpSpPr>
            <p:cNvPr id="1759" name="Google Shape;1759;p85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760" name="Google Shape;1760;p85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1" name="Google Shape;1761;p85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2" name="Google Shape;1762;p85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3" name="Google Shape;1763;p85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4" name="Google Shape;1764;p85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5" name="Google Shape;1765;p85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6" name="Google Shape;1766;p85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7" name="Google Shape;1767;p85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8" name="Google Shape;1768;p85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9" name="Google Shape;1769;p85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0" name="Google Shape;1770;p85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1" name="Google Shape;1771;p85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72" name="Google Shape;1772;p85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773" name="Google Shape;1773;p85"/>
          <p:cNvGrpSpPr/>
          <p:nvPr/>
        </p:nvGrpSpPr>
        <p:grpSpPr>
          <a:xfrm>
            <a:off x="4613082" y="2858638"/>
            <a:ext cx="2161663" cy="2266261"/>
            <a:chOff x="9226164" y="5717275"/>
            <a:chExt cx="4323327" cy="4532522"/>
          </a:xfrm>
        </p:grpSpPr>
        <p:sp>
          <p:nvSpPr>
            <p:cNvPr id="1774" name="Google Shape;1774;p85"/>
            <p:cNvSpPr/>
            <p:nvPr/>
          </p:nvSpPr>
          <p:spPr>
            <a:xfrm>
              <a:off x="12491985" y="7673165"/>
              <a:ext cx="1057506" cy="1237959"/>
            </a:xfrm>
            <a:custGeom>
              <a:rect b="b" l="l" r="r" t="t"/>
              <a:pathLst>
                <a:path extrusionOk="0" h="17528" w="14973">
                  <a:moveTo>
                    <a:pt x="12182" y="1"/>
                  </a:moveTo>
                  <a:cubicBezTo>
                    <a:pt x="11825" y="1"/>
                    <a:pt x="11476" y="239"/>
                    <a:pt x="11192" y="772"/>
                  </a:cubicBezTo>
                  <a:cubicBezTo>
                    <a:pt x="9844" y="3296"/>
                    <a:pt x="5079" y="6885"/>
                    <a:pt x="5079" y="6885"/>
                  </a:cubicBezTo>
                  <a:cubicBezTo>
                    <a:pt x="6041" y="4190"/>
                    <a:pt x="5196" y="1736"/>
                    <a:pt x="4557" y="1736"/>
                  </a:cubicBezTo>
                  <a:cubicBezTo>
                    <a:pt x="4416" y="1736"/>
                    <a:pt x="4285" y="1856"/>
                    <a:pt x="4185" y="2120"/>
                  </a:cubicBezTo>
                  <a:cubicBezTo>
                    <a:pt x="3652" y="3578"/>
                    <a:pt x="0" y="10098"/>
                    <a:pt x="0" y="10098"/>
                  </a:cubicBezTo>
                  <a:lnTo>
                    <a:pt x="3558" y="17528"/>
                  </a:lnTo>
                  <a:cubicBezTo>
                    <a:pt x="10659" y="15161"/>
                    <a:pt x="11960" y="11885"/>
                    <a:pt x="13637" y="7105"/>
                  </a:cubicBezTo>
                  <a:cubicBezTo>
                    <a:pt x="14972" y="3333"/>
                    <a:pt x="13518" y="1"/>
                    <a:pt x="12182" y="1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85"/>
            <p:cNvSpPr/>
            <p:nvPr/>
          </p:nvSpPr>
          <p:spPr>
            <a:xfrm>
              <a:off x="12978122" y="9201122"/>
              <a:ext cx="14479" cy="34396"/>
            </a:xfrm>
            <a:custGeom>
              <a:rect b="b" l="l" r="r" t="t"/>
              <a:pathLst>
                <a:path extrusionOk="0" h="487" w="205">
                  <a:moveTo>
                    <a:pt x="1" y="1"/>
                  </a:moveTo>
                  <a:lnTo>
                    <a:pt x="1" y="487"/>
                  </a:lnTo>
                  <a:lnTo>
                    <a:pt x="205" y="487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85"/>
            <p:cNvSpPr/>
            <p:nvPr/>
          </p:nvSpPr>
          <p:spPr>
            <a:xfrm>
              <a:off x="12850851" y="8069738"/>
              <a:ext cx="266831" cy="441775"/>
            </a:xfrm>
            <a:custGeom>
              <a:rect b="b" l="l" r="r" t="t"/>
              <a:pathLst>
                <a:path extrusionOk="0" h="6255" w="3778">
                  <a:moveTo>
                    <a:pt x="517" y="1"/>
                  </a:moveTo>
                  <a:lnTo>
                    <a:pt x="0" y="424"/>
                  </a:lnTo>
                  <a:cubicBezTo>
                    <a:pt x="16" y="455"/>
                    <a:pt x="3010" y="4123"/>
                    <a:pt x="3104" y="6255"/>
                  </a:cubicBezTo>
                  <a:lnTo>
                    <a:pt x="3778" y="6239"/>
                  </a:lnTo>
                  <a:cubicBezTo>
                    <a:pt x="3684" y="3872"/>
                    <a:pt x="643" y="157"/>
                    <a:pt x="51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85"/>
            <p:cNvSpPr/>
            <p:nvPr/>
          </p:nvSpPr>
          <p:spPr>
            <a:xfrm>
              <a:off x="12936099" y="7719920"/>
              <a:ext cx="428497" cy="471650"/>
            </a:xfrm>
            <a:custGeom>
              <a:rect b="b" l="l" r="r" t="t"/>
              <a:pathLst>
                <a:path extrusionOk="0" h="6678" w="6067">
                  <a:moveTo>
                    <a:pt x="5470" y="0"/>
                  </a:moveTo>
                  <a:cubicBezTo>
                    <a:pt x="3637" y="3323"/>
                    <a:pt x="31" y="6113"/>
                    <a:pt x="0" y="6145"/>
                  </a:cubicBezTo>
                  <a:lnTo>
                    <a:pt x="408" y="6678"/>
                  </a:lnTo>
                  <a:cubicBezTo>
                    <a:pt x="564" y="6552"/>
                    <a:pt x="4154" y="3762"/>
                    <a:pt x="6066" y="330"/>
                  </a:cubicBezTo>
                  <a:lnTo>
                    <a:pt x="547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85"/>
            <p:cNvSpPr/>
            <p:nvPr/>
          </p:nvSpPr>
          <p:spPr>
            <a:xfrm>
              <a:off x="13010258" y="7882646"/>
              <a:ext cx="422917" cy="420728"/>
            </a:xfrm>
            <a:custGeom>
              <a:rect b="b" l="l" r="r" t="t"/>
              <a:pathLst>
                <a:path extrusionOk="0" h="5957" w="5988">
                  <a:moveTo>
                    <a:pt x="5392" y="1"/>
                  </a:moveTo>
                  <a:cubicBezTo>
                    <a:pt x="4765" y="1255"/>
                    <a:pt x="2900" y="3151"/>
                    <a:pt x="141" y="5330"/>
                  </a:cubicBezTo>
                  <a:cubicBezTo>
                    <a:pt x="63" y="5393"/>
                    <a:pt x="16" y="5440"/>
                    <a:pt x="0" y="5440"/>
                  </a:cubicBezTo>
                  <a:lnTo>
                    <a:pt x="439" y="5957"/>
                  </a:lnTo>
                  <a:cubicBezTo>
                    <a:pt x="455" y="5941"/>
                    <a:pt x="486" y="5910"/>
                    <a:pt x="549" y="5863"/>
                  </a:cubicBezTo>
                  <a:cubicBezTo>
                    <a:pt x="2195" y="4562"/>
                    <a:pt x="5079" y="2101"/>
                    <a:pt x="5988" y="298"/>
                  </a:cubicBezTo>
                  <a:lnTo>
                    <a:pt x="539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85"/>
            <p:cNvSpPr/>
            <p:nvPr/>
          </p:nvSpPr>
          <p:spPr>
            <a:xfrm>
              <a:off x="13066689" y="8111833"/>
              <a:ext cx="347699" cy="305605"/>
            </a:xfrm>
            <a:custGeom>
              <a:rect b="b" l="l" r="r" t="t"/>
              <a:pathLst>
                <a:path extrusionOk="0" h="4327" w="4923">
                  <a:moveTo>
                    <a:pt x="4358" y="0"/>
                  </a:moveTo>
                  <a:cubicBezTo>
                    <a:pt x="3324" y="1630"/>
                    <a:pt x="32" y="3746"/>
                    <a:pt x="1" y="3762"/>
                  </a:cubicBezTo>
                  <a:lnTo>
                    <a:pt x="361" y="4326"/>
                  </a:lnTo>
                  <a:cubicBezTo>
                    <a:pt x="502" y="4232"/>
                    <a:pt x="3810" y="2132"/>
                    <a:pt x="4922" y="361"/>
                  </a:cubicBezTo>
                  <a:lnTo>
                    <a:pt x="435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85"/>
            <p:cNvSpPr/>
            <p:nvPr/>
          </p:nvSpPr>
          <p:spPr>
            <a:xfrm>
              <a:off x="9316991" y="5717275"/>
              <a:ext cx="1291989" cy="1042886"/>
            </a:xfrm>
            <a:custGeom>
              <a:rect b="b" l="l" r="r" t="t"/>
              <a:pathLst>
                <a:path extrusionOk="0" h="14766" w="18293">
                  <a:moveTo>
                    <a:pt x="6192" y="1"/>
                  </a:moveTo>
                  <a:cubicBezTo>
                    <a:pt x="4546" y="1"/>
                    <a:pt x="2978" y="659"/>
                    <a:pt x="1818" y="1819"/>
                  </a:cubicBezTo>
                  <a:cubicBezTo>
                    <a:pt x="643" y="2994"/>
                    <a:pt x="0" y="4562"/>
                    <a:pt x="0" y="6208"/>
                  </a:cubicBezTo>
                  <a:cubicBezTo>
                    <a:pt x="0" y="7853"/>
                    <a:pt x="643" y="9437"/>
                    <a:pt x="1818" y="10596"/>
                  </a:cubicBezTo>
                  <a:cubicBezTo>
                    <a:pt x="2978" y="11756"/>
                    <a:pt x="4546" y="12415"/>
                    <a:pt x="6192" y="12415"/>
                  </a:cubicBezTo>
                  <a:lnTo>
                    <a:pt x="9703" y="12415"/>
                  </a:lnTo>
                  <a:lnTo>
                    <a:pt x="12979" y="14766"/>
                  </a:lnTo>
                  <a:lnTo>
                    <a:pt x="12524" y="12399"/>
                  </a:lnTo>
                  <a:cubicBezTo>
                    <a:pt x="14091" y="12289"/>
                    <a:pt x="15565" y="11584"/>
                    <a:pt x="16631" y="10440"/>
                  </a:cubicBezTo>
                  <a:cubicBezTo>
                    <a:pt x="17697" y="9295"/>
                    <a:pt x="18292" y="7775"/>
                    <a:pt x="18292" y="6208"/>
                  </a:cubicBezTo>
                  <a:cubicBezTo>
                    <a:pt x="18292" y="5393"/>
                    <a:pt x="18135" y="4593"/>
                    <a:pt x="17822" y="3841"/>
                  </a:cubicBezTo>
                  <a:cubicBezTo>
                    <a:pt x="17508" y="3088"/>
                    <a:pt x="17054" y="2399"/>
                    <a:pt x="16474" y="1819"/>
                  </a:cubicBezTo>
                  <a:cubicBezTo>
                    <a:pt x="15910" y="1255"/>
                    <a:pt x="15220" y="784"/>
                    <a:pt x="14468" y="486"/>
                  </a:cubicBezTo>
                  <a:cubicBezTo>
                    <a:pt x="13715" y="173"/>
                    <a:pt x="12916" y="1"/>
                    <a:pt x="121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85"/>
            <p:cNvSpPr/>
            <p:nvPr/>
          </p:nvSpPr>
          <p:spPr>
            <a:xfrm>
              <a:off x="9316991" y="5717275"/>
              <a:ext cx="1291989" cy="1042886"/>
            </a:xfrm>
            <a:custGeom>
              <a:rect b="b" l="l" r="r" t="t"/>
              <a:pathLst>
                <a:path extrusionOk="0" h="14766" w="18293">
                  <a:moveTo>
                    <a:pt x="12101" y="392"/>
                  </a:moveTo>
                  <a:cubicBezTo>
                    <a:pt x="12869" y="392"/>
                    <a:pt x="13606" y="549"/>
                    <a:pt x="14327" y="831"/>
                  </a:cubicBezTo>
                  <a:cubicBezTo>
                    <a:pt x="15032" y="1129"/>
                    <a:pt x="15659" y="1552"/>
                    <a:pt x="16208" y="2101"/>
                  </a:cubicBezTo>
                  <a:cubicBezTo>
                    <a:pt x="16740" y="2650"/>
                    <a:pt x="17164" y="3277"/>
                    <a:pt x="17461" y="3982"/>
                  </a:cubicBezTo>
                  <a:cubicBezTo>
                    <a:pt x="17759" y="4687"/>
                    <a:pt x="17900" y="5440"/>
                    <a:pt x="17900" y="6208"/>
                  </a:cubicBezTo>
                  <a:cubicBezTo>
                    <a:pt x="17900" y="7681"/>
                    <a:pt x="17352" y="9092"/>
                    <a:pt x="16349" y="10173"/>
                  </a:cubicBezTo>
                  <a:cubicBezTo>
                    <a:pt x="15330" y="11255"/>
                    <a:pt x="13966" y="11913"/>
                    <a:pt x="12493" y="12007"/>
                  </a:cubicBezTo>
                  <a:lnTo>
                    <a:pt x="12054" y="12038"/>
                  </a:lnTo>
                  <a:lnTo>
                    <a:pt x="12148" y="12477"/>
                  </a:lnTo>
                  <a:lnTo>
                    <a:pt x="12414" y="13872"/>
                  </a:lnTo>
                  <a:lnTo>
                    <a:pt x="9922" y="12101"/>
                  </a:lnTo>
                  <a:lnTo>
                    <a:pt x="9828" y="12023"/>
                  </a:lnTo>
                  <a:lnTo>
                    <a:pt x="6192" y="12023"/>
                  </a:lnTo>
                  <a:cubicBezTo>
                    <a:pt x="4640" y="12023"/>
                    <a:pt x="3182" y="11411"/>
                    <a:pt x="2085" y="10314"/>
                  </a:cubicBezTo>
                  <a:cubicBezTo>
                    <a:pt x="988" y="9217"/>
                    <a:pt x="392" y="7759"/>
                    <a:pt x="392" y="6208"/>
                  </a:cubicBezTo>
                  <a:cubicBezTo>
                    <a:pt x="392" y="4656"/>
                    <a:pt x="988" y="3198"/>
                    <a:pt x="2085" y="2101"/>
                  </a:cubicBezTo>
                  <a:cubicBezTo>
                    <a:pt x="3182" y="1004"/>
                    <a:pt x="4640" y="392"/>
                    <a:pt x="6192" y="392"/>
                  </a:cubicBezTo>
                  <a:close/>
                  <a:moveTo>
                    <a:pt x="6192" y="1"/>
                  </a:moveTo>
                  <a:cubicBezTo>
                    <a:pt x="4546" y="1"/>
                    <a:pt x="2978" y="659"/>
                    <a:pt x="1818" y="1819"/>
                  </a:cubicBezTo>
                  <a:cubicBezTo>
                    <a:pt x="643" y="2994"/>
                    <a:pt x="0" y="4562"/>
                    <a:pt x="0" y="6208"/>
                  </a:cubicBezTo>
                  <a:cubicBezTo>
                    <a:pt x="0" y="7853"/>
                    <a:pt x="643" y="9437"/>
                    <a:pt x="1818" y="10596"/>
                  </a:cubicBezTo>
                  <a:cubicBezTo>
                    <a:pt x="2978" y="11756"/>
                    <a:pt x="4546" y="12415"/>
                    <a:pt x="6192" y="12415"/>
                  </a:cubicBezTo>
                  <a:lnTo>
                    <a:pt x="9703" y="12415"/>
                  </a:lnTo>
                  <a:lnTo>
                    <a:pt x="12979" y="14766"/>
                  </a:lnTo>
                  <a:lnTo>
                    <a:pt x="12524" y="12399"/>
                  </a:lnTo>
                  <a:cubicBezTo>
                    <a:pt x="14091" y="12289"/>
                    <a:pt x="15565" y="11584"/>
                    <a:pt x="16631" y="10440"/>
                  </a:cubicBezTo>
                  <a:cubicBezTo>
                    <a:pt x="17697" y="9295"/>
                    <a:pt x="18292" y="7775"/>
                    <a:pt x="18292" y="6208"/>
                  </a:cubicBezTo>
                  <a:cubicBezTo>
                    <a:pt x="18292" y="5393"/>
                    <a:pt x="18135" y="4593"/>
                    <a:pt x="17822" y="3841"/>
                  </a:cubicBezTo>
                  <a:cubicBezTo>
                    <a:pt x="17508" y="3088"/>
                    <a:pt x="17054" y="2399"/>
                    <a:pt x="16474" y="1819"/>
                  </a:cubicBezTo>
                  <a:cubicBezTo>
                    <a:pt x="15910" y="1255"/>
                    <a:pt x="15220" y="784"/>
                    <a:pt x="14468" y="486"/>
                  </a:cubicBezTo>
                  <a:cubicBezTo>
                    <a:pt x="13715" y="173"/>
                    <a:pt x="12916" y="1"/>
                    <a:pt x="1210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85"/>
            <p:cNvSpPr/>
            <p:nvPr/>
          </p:nvSpPr>
          <p:spPr>
            <a:xfrm>
              <a:off x="9637993" y="6022810"/>
              <a:ext cx="707476" cy="27757"/>
            </a:xfrm>
            <a:custGeom>
              <a:rect b="b" l="l" r="r" t="t"/>
              <a:pathLst>
                <a:path extrusionOk="0" h="393" w="10017">
                  <a:moveTo>
                    <a:pt x="1" y="1"/>
                  </a:moveTo>
                  <a:lnTo>
                    <a:pt x="1" y="393"/>
                  </a:lnTo>
                  <a:lnTo>
                    <a:pt x="10017" y="393"/>
                  </a:lnTo>
                  <a:lnTo>
                    <a:pt x="1001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85"/>
            <p:cNvSpPr/>
            <p:nvPr/>
          </p:nvSpPr>
          <p:spPr>
            <a:xfrm>
              <a:off x="9637993" y="6147891"/>
              <a:ext cx="707476" cy="27757"/>
            </a:xfrm>
            <a:custGeom>
              <a:rect b="b" l="l" r="r" t="t"/>
              <a:pathLst>
                <a:path extrusionOk="0" h="393" w="10017">
                  <a:moveTo>
                    <a:pt x="1" y="1"/>
                  </a:moveTo>
                  <a:lnTo>
                    <a:pt x="1" y="393"/>
                  </a:lnTo>
                  <a:lnTo>
                    <a:pt x="10017" y="393"/>
                  </a:lnTo>
                  <a:lnTo>
                    <a:pt x="1001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85"/>
            <p:cNvSpPr/>
            <p:nvPr/>
          </p:nvSpPr>
          <p:spPr>
            <a:xfrm>
              <a:off x="9637993" y="6273043"/>
              <a:ext cx="420799" cy="27686"/>
            </a:xfrm>
            <a:custGeom>
              <a:rect b="b" l="l" r="r" t="t"/>
              <a:pathLst>
                <a:path extrusionOk="0" h="392" w="5958">
                  <a:moveTo>
                    <a:pt x="1" y="0"/>
                  </a:moveTo>
                  <a:lnTo>
                    <a:pt x="1" y="392"/>
                  </a:lnTo>
                  <a:lnTo>
                    <a:pt x="5957" y="392"/>
                  </a:lnTo>
                  <a:lnTo>
                    <a:pt x="595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85"/>
            <p:cNvSpPr/>
            <p:nvPr/>
          </p:nvSpPr>
          <p:spPr>
            <a:xfrm>
              <a:off x="9226164" y="6956083"/>
              <a:ext cx="43295" cy="43224"/>
            </a:xfrm>
            <a:custGeom>
              <a:rect b="b" l="l" r="r" t="t"/>
              <a:pathLst>
                <a:path extrusionOk="0" h="612" w="613">
                  <a:moveTo>
                    <a:pt x="299" y="0"/>
                  </a:moveTo>
                  <a:cubicBezTo>
                    <a:pt x="126" y="0"/>
                    <a:pt x="1" y="126"/>
                    <a:pt x="1" y="298"/>
                  </a:cubicBezTo>
                  <a:cubicBezTo>
                    <a:pt x="1" y="470"/>
                    <a:pt x="126" y="611"/>
                    <a:pt x="299" y="611"/>
                  </a:cubicBezTo>
                  <a:cubicBezTo>
                    <a:pt x="471" y="611"/>
                    <a:pt x="612" y="470"/>
                    <a:pt x="612" y="298"/>
                  </a:cubicBezTo>
                  <a:cubicBezTo>
                    <a:pt x="612" y="126"/>
                    <a:pt x="471" y="0"/>
                    <a:pt x="2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85"/>
            <p:cNvSpPr/>
            <p:nvPr/>
          </p:nvSpPr>
          <p:spPr>
            <a:xfrm>
              <a:off x="10177165" y="7446450"/>
              <a:ext cx="95276" cy="95276"/>
            </a:xfrm>
            <a:custGeom>
              <a:rect b="b" l="l" r="r" t="t"/>
              <a:pathLst>
                <a:path extrusionOk="0" h="1349" w="1349">
                  <a:moveTo>
                    <a:pt x="674" y="1"/>
                  </a:moveTo>
                  <a:cubicBezTo>
                    <a:pt x="298" y="1"/>
                    <a:pt x="0" y="299"/>
                    <a:pt x="0" y="675"/>
                  </a:cubicBezTo>
                  <a:cubicBezTo>
                    <a:pt x="0" y="1051"/>
                    <a:pt x="298" y="1349"/>
                    <a:pt x="674" y="1349"/>
                  </a:cubicBezTo>
                  <a:cubicBezTo>
                    <a:pt x="1035" y="1349"/>
                    <a:pt x="1348" y="1051"/>
                    <a:pt x="1348" y="675"/>
                  </a:cubicBezTo>
                  <a:cubicBezTo>
                    <a:pt x="1348" y="299"/>
                    <a:pt x="1035" y="1"/>
                    <a:pt x="6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85"/>
            <p:cNvSpPr/>
            <p:nvPr/>
          </p:nvSpPr>
          <p:spPr>
            <a:xfrm>
              <a:off x="10924405" y="7971849"/>
              <a:ext cx="2211912" cy="1631213"/>
            </a:xfrm>
            <a:custGeom>
              <a:rect b="b" l="l" r="r" t="t"/>
              <a:pathLst>
                <a:path extrusionOk="0" h="23096" w="31318">
                  <a:moveTo>
                    <a:pt x="4844" y="0"/>
                  </a:moveTo>
                  <a:cubicBezTo>
                    <a:pt x="4256" y="0"/>
                    <a:pt x="3658" y="124"/>
                    <a:pt x="3088" y="383"/>
                  </a:cubicBezTo>
                  <a:cubicBezTo>
                    <a:pt x="941" y="1355"/>
                    <a:pt x="0" y="3879"/>
                    <a:pt x="972" y="6010"/>
                  </a:cubicBezTo>
                  <a:lnTo>
                    <a:pt x="7618" y="20603"/>
                  </a:lnTo>
                  <a:cubicBezTo>
                    <a:pt x="8135" y="21747"/>
                    <a:pt x="9138" y="22594"/>
                    <a:pt x="10345" y="22939"/>
                  </a:cubicBezTo>
                  <a:cubicBezTo>
                    <a:pt x="10722" y="23033"/>
                    <a:pt x="11113" y="23095"/>
                    <a:pt x="11490" y="23095"/>
                  </a:cubicBezTo>
                  <a:cubicBezTo>
                    <a:pt x="12336" y="23095"/>
                    <a:pt x="13182" y="22829"/>
                    <a:pt x="13888" y="22343"/>
                  </a:cubicBezTo>
                  <a:lnTo>
                    <a:pt x="28888" y="12045"/>
                  </a:lnTo>
                  <a:cubicBezTo>
                    <a:pt x="30816" y="10728"/>
                    <a:pt x="31318" y="8079"/>
                    <a:pt x="29985" y="6152"/>
                  </a:cubicBezTo>
                  <a:cubicBezTo>
                    <a:pt x="29158" y="4944"/>
                    <a:pt x="27823" y="4300"/>
                    <a:pt x="26468" y="4300"/>
                  </a:cubicBezTo>
                  <a:cubicBezTo>
                    <a:pt x="25641" y="4300"/>
                    <a:pt x="24807" y="4540"/>
                    <a:pt x="24076" y="5039"/>
                  </a:cubicBezTo>
                  <a:lnTo>
                    <a:pt x="13261" y="12468"/>
                  </a:lnTo>
                  <a:lnTo>
                    <a:pt x="8715" y="2499"/>
                  </a:lnTo>
                  <a:cubicBezTo>
                    <a:pt x="8003" y="926"/>
                    <a:pt x="6458" y="0"/>
                    <a:pt x="4844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85"/>
            <p:cNvSpPr/>
            <p:nvPr/>
          </p:nvSpPr>
          <p:spPr>
            <a:xfrm>
              <a:off x="12810798" y="8147217"/>
              <a:ext cx="181583" cy="375385"/>
            </a:xfrm>
            <a:custGeom>
              <a:rect b="b" l="l" r="r" t="t"/>
              <a:pathLst>
                <a:path extrusionOk="0" h="5315" w="2571">
                  <a:moveTo>
                    <a:pt x="847" y="1"/>
                  </a:moveTo>
                  <a:lnTo>
                    <a:pt x="283" y="346"/>
                  </a:lnTo>
                  <a:cubicBezTo>
                    <a:pt x="345" y="455"/>
                    <a:pt x="1740" y="2775"/>
                    <a:pt x="0" y="4891"/>
                  </a:cubicBezTo>
                  <a:lnTo>
                    <a:pt x="518" y="5314"/>
                  </a:lnTo>
                  <a:cubicBezTo>
                    <a:pt x="2571" y="2822"/>
                    <a:pt x="862" y="32"/>
                    <a:pt x="84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85"/>
            <p:cNvSpPr/>
            <p:nvPr/>
          </p:nvSpPr>
          <p:spPr>
            <a:xfrm>
              <a:off x="10969818" y="7948612"/>
              <a:ext cx="811510" cy="927127"/>
            </a:xfrm>
            <a:custGeom>
              <a:rect b="b" l="l" r="r" t="t"/>
              <a:pathLst>
                <a:path extrusionOk="0" h="13127" w="11490">
                  <a:moveTo>
                    <a:pt x="4919" y="0"/>
                  </a:moveTo>
                  <a:cubicBezTo>
                    <a:pt x="4473" y="0"/>
                    <a:pt x="4020" y="68"/>
                    <a:pt x="3574" y="211"/>
                  </a:cubicBezTo>
                  <a:cubicBezTo>
                    <a:pt x="1254" y="963"/>
                    <a:pt x="0" y="3440"/>
                    <a:pt x="737" y="5759"/>
                  </a:cubicBezTo>
                  <a:lnTo>
                    <a:pt x="3135" y="13126"/>
                  </a:lnTo>
                  <a:lnTo>
                    <a:pt x="11489" y="10415"/>
                  </a:lnTo>
                  <a:lnTo>
                    <a:pt x="9107" y="3048"/>
                  </a:lnTo>
                  <a:cubicBezTo>
                    <a:pt x="8500" y="1178"/>
                    <a:pt x="6773" y="0"/>
                    <a:pt x="4919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85"/>
            <p:cNvSpPr/>
            <p:nvPr/>
          </p:nvSpPr>
          <p:spPr>
            <a:xfrm>
              <a:off x="9910333" y="7952426"/>
              <a:ext cx="1411561" cy="1307456"/>
            </a:xfrm>
            <a:custGeom>
              <a:rect b="b" l="l" r="r" t="t"/>
              <a:pathLst>
                <a:path extrusionOk="0" h="18512" w="19986">
                  <a:moveTo>
                    <a:pt x="1" y="0"/>
                  </a:moveTo>
                  <a:lnTo>
                    <a:pt x="1" y="14875"/>
                  </a:lnTo>
                  <a:cubicBezTo>
                    <a:pt x="1" y="16881"/>
                    <a:pt x="1631" y="18511"/>
                    <a:pt x="3637" y="18511"/>
                  </a:cubicBezTo>
                  <a:lnTo>
                    <a:pt x="16333" y="18511"/>
                  </a:lnTo>
                  <a:cubicBezTo>
                    <a:pt x="18355" y="18511"/>
                    <a:pt x="19985" y="16881"/>
                    <a:pt x="19985" y="14875"/>
                  </a:cubicBezTo>
                  <a:lnTo>
                    <a:pt x="19985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85"/>
            <p:cNvSpPr/>
            <p:nvPr/>
          </p:nvSpPr>
          <p:spPr>
            <a:xfrm>
              <a:off x="11274223" y="8376403"/>
              <a:ext cx="48804" cy="517064"/>
            </a:xfrm>
            <a:custGeom>
              <a:rect b="b" l="l" r="r" t="t"/>
              <a:pathLst>
                <a:path extrusionOk="0" h="7321" w="691">
                  <a:moveTo>
                    <a:pt x="659" y="0"/>
                  </a:moveTo>
                  <a:lnTo>
                    <a:pt x="0" y="16"/>
                  </a:lnTo>
                  <a:lnTo>
                    <a:pt x="16" y="7320"/>
                  </a:lnTo>
                  <a:lnTo>
                    <a:pt x="690" y="7320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85"/>
            <p:cNvSpPr/>
            <p:nvPr/>
          </p:nvSpPr>
          <p:spPr>
            <a:xfrm>
              <a:off x="10224768" y="7516230"/>
              <a:ext cx="96336" cy="95276"/>
            </a:xfrm>
            <a:custGeom>
              <a:rect b="b" l="l" r="r" t="t"/>
              <a:pathLst>
                <a:path extrusionOk="0" h="1349" w="1364">
                  <a:moveTo>
                    <a:pt x="690" y="0"/>
                  </a:moveTo>
                  <a:cubicBezTo>
                    <a:pt x="314" y="0"/>
                    <a:pt x="0" y="314"/>
                    <a:pt x="0" y="674"/>
                  </a:cubicBezTo>
                  <a:cubicBezTo>
                    <a:pt x="0" y="1051"/>
                    <a:pt x="314" y="1348"/>
                    <a:pt x="690" y="1348"/>
                  </a:cubicBezTo>
                  <a:cubicBezTo>
                    <a:pt x="1050" y="1348"/>
                    <a:pt x="1364" y="1051"/>
                    <a:pt x="1364" y="674"/>
                  </a:cubicBezTo>
                  <a:cubicBezTo>
                    <a:pt x="1364" y="314"/>
                    <a:pt x="1050" y="0"/>
                    <a:pt x="6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85"/>
            <p:cNvSpPr/>
            <p:nvPr/>
          </p:nvSpPr>
          <p:spPr>
            <a:xfrm>
              <a:off x="10842477" y="8674169"/>
              <a:ext cx="1688280" cy="1180186"/>
            </a:xfrm>
            <a:custGeom>
              <a:rect b="b" l="l" r="r" t="t"/>
              <a:pathLst>
                <a:path extrusionOk="0" h="16710" w="23904">
                  <a:moveTo>
                    <a:pt x="1019" y="1"/>
                  </a:moveTo>
                  <a:cubicBezTo>
                    <a:pt x="455" y="1"/>
                    <a:pt x="0" y="455"/>
                    <a:pt x="0" y="1020"/>
                  </a:cubicBezTo>
                  <a:lnTo>
                    <a:pt x="0" y="15706"/>
                  </a:lnTo>
                  <a:cubicBezTo>
                    <a:pt x="0" y="16255"/>
                    <a:pt x="455" y="16710"/>
                    <a:pt x="1019" y="16710"/>
                  </a:cubicBezTo>
                  <a:lnTo>
                    <a:pt x="22885" y="16710"/>
                  </a:lnTo>
                  <a:cubicBezTo>
                    <a:pt x="23449" y="16710"/>
                    <a:pt x="23904" y="16255"/>
                    <a:pt x="23904" y="15706"/>
                  </a:cubicBezTo>
                  <a:lnTo>
                    <a:pt x="23904" y="1020"/>
                  </a:lnTo>
                  <a:cubicBezTo>
                    <a:pt x="23904" y="455"/>
                    <a:pt x="23449" y="1"/>
                    <a:pt x="22885" y="1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85"/>
            <p:cNvSpPr/>
            <p:nvPr/>
          </p:nvSpPr>
          <p:spPr>
            <a:xfrm>
              <a:off x="10842477" y="9940663"/>
              <a:ext cx="1688280" cy="146199"/>
            </a:xfrm>
            <a:custGeom>
              <a:rect b="b" l="l" r="r" t="t"/>
              <a:pathLst>
                <a:path extrusionOk="0" h="2070" w="23904">
                  <a:moveTo>
                    <a:pt x="0" y="0"/>
                  </a:moveTo>
                  <a:lnTo>
                    <a:pt x="0" y="1176"/>
                  </a:lnTo>
                  <a:cubicBezTo>
                    <a:pt x="0" y="1662"/>
                    <a:pt x="392" y="2069"/>
                    <a:pt x="894" y="2069"/>
                  </a:cubicBezTo>
                  <a:lnTo>
                    <a:pt x="23010" y="2069"/>
                  </a:lnTo>
                  <a:cubicBezTo>
                    <a:pt x="23512" y="2069"/>
                    <a:pt x="23904" y="1662"/>
                    <a:pt x="23904" y="1176"/>
                  </a:cubicBezTo>
                  <a:lnTo>
                    <a:pt x="23904" y="0"/>
                  </a:ln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85"/>
            <p:cNvSpPr/>
            <p:nvPr/>
          </p:nvSpPr>
          <p:spPr>
            <a:xfrm>
              <a:off x="11581948" y="9159098"/>
              <a:ext cx="209340" cy="210399"/>
            </a:xfrm>
            <a:custGeom>
              <a:rect b="b" l="l" r="r" t="t"/>
              <a:pathLst>
                <a:path extrusionOk="0" h="2979" w="2964">
                  <a:moveTo>
                    <a:pt x="1490" y="0"/>
                  </a:moveTo>
                  <a:cubicBezTo>
                    <a:pt x="659" y="0"/>
                    <a:pt x="1" y="674"/>
                    <a:pt x="1" y="1489"/>
                  </a:cubicBezTo>
                  <a:cubicBezTo>
                    <a:pt x="1" y="2320"/>
                    <a:pt x="659" y="2978"/>
                    <a:pt x="1490" y="2978"/>
                  </a:cubicBezTo>
                  <a:cubicBezTo>
                    <a:pt x="2305" y="2978"/>
                    <a:pt x="2963" y="2320"/>
                    <a:pt x="2963" y="1489"/>
                  </a:cubicBezTo>
                  <a:cubicBezTo>
                    <a:pt x="2963" y="674"/>
                    <a:pt x="2305" y="0"/>
                    <a:pt x="1490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85"/>
            <p:cNvSpPr/>
            <p:nvPr/>
          </p:nvSpPr>
          <p:spPr>
            <a:xfrm>
              <a:off x="9463119" y="7957370"/>
              <a:ext cx="1545471" cy="2292427"/>
            </a:xfrm>
            <a:custGeom>
              <a:rect b="b" l="l" r="r" t="t"/>
              <a:pathLst>
                <a:path extrusionOk="0" h="32458" w="21882">
                  <a:moveTo>
                    <a:pt x="5758" y="0"/>
                  </a:moveTo>
                  <a:cubicBezTo>
                    <a:pt x="3629" y="0"/>
                    <a:pt x="1829" y="1648"/>
                    <a:pt x="1693" y="3802"/>
                  </a:cubicBezTo>
                  <a:lnTo>
                    <a:pt x="79" y="28128"/>
                  </a:lnTo>
                  <a:cubicBezTo>
                    <a:pt x="0" y="29335"/>
                    <a:pt x="471" y="30526"/>
                    <a:pt x="1364" y="31373"/>
                  </a:cubicBezTo>
                  <a:cubicBezTo>
                    <a:pt x="2125" y="32080"/>
                    <a:pt x="3124" y="32458"/>
                    <a:pt x="4158" y="32458"/>
                  </a:cubicBezTo>
                  <a:cubicBezTo>
                    <a:pt x="4339" y="32458"/>
                    <a:pt x="4521" y="32446"/>
                    <a:pt x="4703" y="32423"/>
                  </a:cubicBezTo>
                  <a:lnTo>
                    <a:pt x="18245" y="30526"/>
                  </a:lnTo>
                  <a:cubicBezTo>
                    <a:pt x="19233" y="30401"/>
                    <a:pt x="20079" y="29915"/>
                    <a:pt x="20690" y="29241"/>
                  </a:cubicBezTo>
                  <a:cubicBezTo>
                    <a:pt x="21474" y="28379"/>
                    <a:pt x="21882" y="27188"/>
                    <a:pt x="21709" y="25949"/>
                  </a:cubicBezTo>
                  <a:cubicBezTo>
                    <a:pt x="21436" y="23908"/>
                    <a:pt x="19686" y="22433"/>
                    <a:pt x="17680" y="22433"/>
                  </a:cubicBezTo>
                  <a:cubicBezTo>
                    <a:pt x="17499" y="22433"/>
                    <a:pt x="17316" y="22445"/>
                    <a:pt x="17132" y="22470"/>
                  </a:cubicBezTo>
                  <a:lnTo>
                    <a:pt x="8527" y="23677"/>
                  </a:lnTo>
                  <a:lnTo>
                    <a:pt x="9797" y="4335"/>
                  </a:lnTo>
                  <a:cubicBezTo>
                    <a:pt x="9953" y="2093"/>
                    <a:pt x="8261" y="165"/>
                    <a:pt x="6019" y="8"/>
                  </a:cubicBezTo>
                  <a:cubicBezTo>
                    <a:pt x="5932" y="3"/>
                    <a:pt x="5845" y="0"/>
                    <a:pt x="5758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85"/>
            <p:cNvSpPr/>
            <p:nvPr/>
          </p:nvSpPr>
          <p:spPr>
            <a:xfrm>
              <a:off x="10499297" y="9314408"/>
              <a:ext cx="1093455" cy="810945"/>
            </a:xfrm>
            <a:custGeom>
              <a:rect b="b" l="l" r="r" t="t"/>
              <a:pathLst>
                <a:path extrusionOk="0" h="11482" w="15482">
                  <a:moveTo>
                    <a:pt x="10848" y="0"/>
                  </a:moveTo>
                  <a:cubicBezTo>
                    <a:pt x="10663" y="0"/>
                    <a:pt x="10271" y="128"/>
                    <a:pt x="9593" y="434"/>
                  </a:cubicBezTo>
                  <a:cubicBezTo>
                    <a:pt x="5659" y="2221"/>
                    <a:pt x="0" y="3522"/>
                    <a:pt x="0" y="3522"/>
                  </a:cubicBezTo>
                  <a:lnTo>
                    <a:pt x="1098" y="11438"/>
                  </a:lnTo>
                  <a:cubicBezTo>
                    <a:pt x="1359" y="11467"/>
                    <a:pt x="1648" y="11482"/>
                    <a:pt x="1960" y="11482"/>
                  </a:cubicBezTo>
                  <a:cubicBezTo>
                    <a:pt x="5097" y="11482"/>
                    <a:pt x="10521" y="10041"/>
                    <a:pt x="12289" y="8444"/>
                  </a:cubicBezTo>
                  <a:cubicBezTo>
                    <a:pt x="14123" y="6803"/>
                    <a:pt x="15482" y="1535"/>
                    <a:pt x="14077" y="1535"/>
                  </a:cubicBezTo>
                  <a:cubicBezTo>
                    <a:pt x="13993" y="1535"/>
                    <a:pt x="13899" y="1554"/>
                    <a:pt x="13794" y="1594"/>
                  </a:cubicBezTo>
                  <a:cubicBezTo>
                    <a:pt x="11929" y="2315"/>
                    <a:pt x="7791" y="2958"/>
                    <a:pt x="7791" y="2958"/>
                  </a:cubicBezTo>
                  <a:cubicBezTo>
                    <a:pt x="7791" y="2958"/>
                    <a:pt x="11737" y="0"/>
                    <a:pt x="10848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85"/>
            <p:cNvSpPr/>
            <p:nvPr/>
          </p:nvSpPr>
          <p:spPr>
            <a:xfrm>
              <a:off x="11084941" y="9529893"/>
              <a:ext cx="456112" cy="201571"/>
            </a:xfrm>
            <a:custGeom>
              <a:rect b="b" l="l" r="r" t="t"/>
              <a:pathLst>
                <a:path extrusionOk="0" h="2854" w="6458">
                  <a:moveTo>
                    <a:pt x="6176" y="1"/>
                  </a:moveTo>
                  <a:cubicBezTo>
                    <a:pt x="6129" y="17"/>
                    <a:pt x="2304" y="1882"/>
                    <a:pt x="0" y="2211"/>
                  </a:cubicBezTo>
                  <a:lnTo>
                    <a:pt x="94" y="2854"/>
                  </a:lnTo>
                  <a:cubicBezTo>
                    <a:pt x="2492" y="2525"/>
                    <a:pt x="6301" y="659"/>
                    <a:pt x="6458" y="581"/>
                  </a:cubicBezTo>
                  <a:lnTo>
                    <a:pt x="617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85"/>
            <p:cNvSpPr/>
            <p:nvPr/>
          </p:nvSpPr>
          <p:spPr>
            <a:xfrm>
              <a:off x="11039528" y="9657235"/>
              <a:ext cx="483869" cy="246914"/>
            </a:xfrm>
            <a:custGeom>
              <a:rect b="b" l="l" r="r" t="t"/>
              <a:pathLst>
                <a:path extrusionOk="0" h="3496" w="6851">
                  <a:moveTo>
                    <a:pt x="6317" y="0"/>
                  </a:moveTo>
                  <a:cubicBezTo>
                    <a:pt x="5972" y="298"/>
                    <a:pt x="2712" y="2508"/>
                    <a:pt x="0" y="2853"/>
                  </a:cubicBezTo>
                  <a:lnTo>
                    <a:pt x="79" y="3496"/>
                  </a:lnTo>
                  <a:cubicBezTo>
                    <a:pt x="2759" y="3151"/>
                    <a:pt x="6302" y="957"/>
                    <a:pt x="6787" y="424"/>
                  </a:cubicBezTo>
                  <a:cubicBezTo>
                    <a:pt x="6819" y="392"/>
                    <a:pt x="6834" y="361"/>
                    <a:pt x="6850" y="345"/>
                  </a:cubicBezTo>
                  <a:lnTo>
                    <a:pt x="6537" y="251"/>
                  </a:lnTo>
                  <a:lnTo>
                    <a:pt x="631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85"/>
            <p:cNvSpPr/>
            <p:nvPr/>
          </p:nvSpPr>
          <p:spPr>
            <a:xfrm>
              <a:off x="11038398" y="9784576"/>
              <a:ext cx="431817" cy="236955"/>
            </a:xfrm>
            <a:custGeom>
              <a:rect b="b" l="l" r="r" t="t"/>
              <a:pathLst>
                <a:path extrusionOk="0" h="3355" w="6114">
                  <a:moveTo>
                    <a:pt x="5550" y="0"/>
                  </a:moveTo>
                  <a:cubicBezTo>
                    <a:pt x="5299" y="345"/>
                    <a:pt x="2650" y="2477"/>
                    <a:pt x="1" y="2712"/>
                  </a:cubicBezTo>
                  <a:lnTo>
                    <a:pt x="64" y="3354"/>
                  </a:lnTo>
                  <a:cubicBezTo>
                    <a:pt x="2885" y="3104"/>
                    <a:pt x="5581" y="941"/>
                    <a:pt x="6051" y="423"/>
                  </a:cubicBezTo>
                  <a:cubicBezTo>
                    <a:pt x="6082" y="392"/>
                    <a:pt x="6098" y="361"/>
                    <a:pt x="6114" y="345"/>
                  </a:cubicBezTo>
                  <a:lnTo>
                    <a:pt x="5790" y="170"/>
                  </a:lnTo>
                  <a:lnTo>
                    <a:pt x="5790" y="170"/>
                  </a:lnTo>
                  <a:lnTo>
                    <a:pt x="555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85"/>
            <p:cNvSpPr/>
            <p:nvPr/>
          </p:nvSpPr>
          <p:spPr>
            <a:xfrm>
              <a:off x="9535089" y="7933498"/>
              <a:ext cx="633246" cy="860314"/>
            </a:xfrm>
            <a:custGeom>
              <a:rect b="b" l="l" r="r" t="t"/>
              <a:pathLst>
                <a:path extrusionOk="0" h="12181" w="8966">
                  <a:moveTo>
                    <a:pt x="4525" y="0"/>
                  </a:moveTo>
                  <a:cubicBezTo>
                    <a:pt x="2148" y="0"/>
                    <a:pt x="219" y="1905"/>
                    <a:pt x="173" y="4281"/>
                  </a:cubicBezTo>
                  <a:lnTo>
                    <a:pt x="0" y="11992"/>
                  </a:lnTo>
                  <a:lnTo>
                    <a:pt x="8746" y="12181"/>
                  </a:lnTo>
                  <a:lnTo>
                    <a:pt x="8919" y="4469"/>
                  </a:lnTo>
                  <a:cubicBezTo>
                    <a:pt x="8966" y="2055"/>
                    <a:pt x="7054" y="49"/>
                    <a:pt x="4640" y="2"/>
                  </a:cubicBezTo>
                  <a:cubicBezTo>
                    <a:pt x="4601" y="1"/>
                    <a:pt x="4563" y="0"/>
                    <a:pt x="4525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85"/>
            <p:cNvSpPr/>
            <p:nvPr/>
          </p:nvSpPr>
          <p:spPr>
            <a:xfrm>
              <a:off x="10072000" y="8420687"/>
              <a:ext cx="68650" cy="517064"/>
            </a:xfrm>
            <a:custGeom>
              <a:rect b="b" l="l" r="r" t="t"/>
              <a:pathLst>
                <a:path extrusionOk="0" h="7321" w="972">
                  <a:moveTo>
                    <a:pt x="298" y="0"/>
                  </a:moveTo>
                  <a:lnTo>
                    <a:pt x="0" y="7289"/>
                  </a:lnTo>
                  <a:lnTo>
                    <a:pt x="658" y="7320"/>
                  </a:lnTo>
                  <a:lnTo>
                    <a:pt x="972" y="16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85"/>
            <p:cNvSpPr/>
            <p:nvPr/>
          </p:nvSpPr>
          <p:spPr>
            <a:xfrm>
              <a:off x="10259093" y="7045709"/>
              <a:ext cx="832557" cy="832557"/>
            </a:xfrm>
            <a:custGeom>
              <a:rect b="b" l="l" r="r" t="t"/>
              <a:pathLst>
                <a:path extrusionOk="0" h="11788" w="11788">
                  <a:moveTo>
                    <a:pt x="5894" y="1"/>
                  </a:moveTo>
                  <a:cubicBezTo>
                    <a:pt x="2633" y="1"/>
                    <a:pt x="0" y="2634"/>
                    <a:pt x="0" y="5894"/>
                  </a:cubicBezTo>
                  <a:cubicBezTo>
                    <a:pt x="0" y="9155"/>
                    <a:pt x="2633" y="11788"/>
                    <a:pt x="5894" y="11788"/>
                  </a:cubicBezTo>
                  <a:cubicBezTo>
                    <a:pt x="9154" y="11788"/>
                    <a:pt x="11787" y="9155"/>
                    <a:pt x="11787" y="5894"/>
                  </a:cubicBezTo>
                  <a:cubicBezTo>
                    <a:pt x="11787" y="2634"/>
                    <a:pt x="9154" y="1"/>
                    <a:pt x="5894" y="1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85"/>
            <p:cNvSpPr/>
            <p:nvPr/>
          </p:nvSpPr>
          <p:spPr>
            <a:xfrm>
              <a:off x="10792684" y="7534523"/>
              <a:ext cx="189352" cy="102410"/>
            </a:xfrm>
            <a:custGeom>
              <a:rect b="b" l="l" r="r" t="t"/>
              <a:pathLst>
                <a:path extrusionOk="0" h="1450" w="2681">
                  <a:moveTo>
                    <a:pt x="449" y="0"/>
                  </a:moveTo>
                  <a:cubicBezTo>
                    <a:pt x="317" y="0"/>
                    <a:pt x="182" y="66"/>
                    <a:pt x="110" y="180"/>
                  </a:cubicBezTo>
                  <a:cubicBezTo>
                    <a:pt x="0" y="368"/>
                    <a:pt x="63" y="603"/>
                    <a:pt x="251" y="713"/>
                  </a:cubicBezTo>
                  <a:cubicBezTo>
                    <a:pt x="282" y="745"/>
                    <a:pt x="1223" y="1324"/>
                    <a:pt x="2226" y="1450"/>
                  </a:cubicBezTo>
                  <a:lnTo>
                    <a:pt x="2273" y="1450"/>
                  </a:lnTo>
                  <a:cubicBezTo>
                    <a:pt x="2461" y="1450"/>
                    <a:pt x="2633" y="1309"/>
                    <a:pt x="2665" y="1105"/>
                  </a:cubicBezTo>
                  <a:cubicBezTo>
                    <a:pt x="2680" y="901"/>
                    <a:pt x="2539" y="697"/>
                    <a:pt x="2320" y="666"/>
                  </a:cubicBezTo>
                  <a:cubicBezTo>
                    <a:pt x="1489" y="572"/>
                    <a:pt x="658" y="71"/>
                    <a:pt x="643" y="55"/>
                  </a:cubicBezTo>
                  <a:cubicBezTo>
                    <a:pt x="584" y="18"/>
                    <a:pt x="517" y="0"/>
                    <a:pt x="4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85"/>
            <p:cNvSpPr/>
            <p:nvPr/>
          </p:nvSpPr>
          <p:spPr>
            <a:xfrm>
              <a:off x="10671982" y="7364734"/>
              <a:ext cx="188293" cy="79597"/>
            </a:xfrm>
            <a:custGeom>
              <a:rect b="b" l="l" r="r" t="t"/>
              <a:pathLst>
                <a:path extrusionOk="0" h="1127" w="2666">
                  <a:moveTo>
                    <a:pt x="1392" y="1"/>
                  </a:moveTo>
                  <a:cubicBezTo>
                    <a:pt x="889" y="1"/>
                    <a:pt x="435" y="230"/>
                    <a:pt x="189" y="421"/>
                  </a:cubicBezTo>
                  <a:cubicBezTo>
                    <a:pt x="32" y="562"/>
                    <a:pt x="1" y="797"/>
                    <a:pt x="126" y="970"/>
                  </a:cubicBezTo>
                  <a:cubicBezTo>
                    <a:pt x="204" y="1064"/>
                    <a:pt x="314" y="1127"/>
                    <a:pt x="440" y="1127"/>
                  </a:cubicBezTo>
                  <a:cubicBezTo>
                    <a:pt x="518" y="1127"/>
                    <a:pt x="596" y="1095"/>
                    <a:pt x="675" y="1032"/>
                  </a:cubicBezTo>
                  <a:cubicBezTo>
                    <a:pt x="696" y="1022"/>
                    <a:pt x="1011" y="781"/>
                    <a:pt x="1386" y="781"/>
                  </a:cubicBezTo>
                  <a:cubicBezTo>
                    <a:pt x="1572" y="781"/>
                    <a:pt x="1773" y="840"/>
                    <a:pt x="1960" y="1017"/>
                  </a:cubicBezTo>
                  <a:cubicBezTo>
                    <a:pt x="2036" y="1085"/>
                    <a:pt x="2135" y="1121"/>
                    <a:pt x="2232" y="1121"/>
                  </a:cubicBezTo>
                  <a:cubicBezTo>
                    <a:pt x="2335" y="1121"/>
                    <a:pt x="2436" y="1082"/>
                    <a:pt x="2509" y="1001"/>
                  </a:cubicBezTo>
                  <a:cubicBezTo>
                    <a:pt x="2665" y="844"/>
                    <a:pt x="2650" y="594"/>
                    <a:pt x="2493" y="453"/>
                  </a:cubicBezTo>
                  <a:cubicBezTo>
                    <a:pt x="2139" y="119"/>
                    <a:pt x="1753" y="1"/>
                    <a:pt x="139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85"/>
            <p:cNvSpPr/>
            <p:nvPr/>
          </p:nvSpPr>
          <p:spPr>
            <a:xfrm>
              <a:off x="10949831" y="7363251"/>
              <a:ext cx="171695" cy="79032"/>
            </a:xfrm>
            <a:custGeom>
              <a:rect b="b" l="l" r="r" t="t"/>
              <a:pathLst>
                <a:path extrusionOk="0" h="1119" w="2431">
                  <a:moveTo>
                    <a:pt x="1275" y="1"/>
                  </a:moveTo>
                  <a:cubicBezTo>
                    <a:pt x="839" y="1"/>
                    <a:pt x="431" y="211"/>
                    <a:pt x="173" y="442"/>
                  </a:cubicBezTo>
                  <a:cubicBezTo>
                    <a:pt x="17" y="583"/>
                    <a:pt x="1" y="834"/>
                    <a:pt x="142" y="991"/>
                  </a:cubicBezTo>
                  <a:cubicBezTo>
                    <a:pt x="218" y="1075"/>
                    <a:pt x="321" y="1119"/>
                    <a:pt x="428" y="1119"/>
                  </a:cubicBezTo>
                  <a:cubicBezTo>
                    <a:pt x="518" y="1119"/>
                    <a:pt x="611" y="1087"/>
                    <a:pt x="691" y="1022"/>
                  </a:cubicBezTo>
                  <a:cubicBezTo>
                    <a:pt x="751" y="961"/>
                    <a:pt x="983" y="775"/>
                    <a:pt x="1254" y="775"/>
                  </a:cubicBezTo>
                  <a:cubicBezTo>
                    <a:pt x="1401" y="775"/>
                    <a:pt x="1560" y="831"/>
                    <a:pt x="1709" y="991"/>
                  </a:cubicBezTo>
                  <a:cubicBezTo>
                    <a:pt x="1788" y="1069"/>
                    <a:pt x="1897" y="1116"/>
                    <a:pt x="1992" y="1116"/>
                  </a:cubicBezTo>
                  <a:cubicBezTo>
                    <a:pt x="2086" y="1116"/>
                    <a:pt x="2195" y="1085"/>
                    <a:pt x="2258" y="1006"/>
                  </a:cubicBezTo>
                  <a:cubicBezTo>
                    <a:pt x="2415" y="865"/>
                    <a:pt x="2430" y="615"/>
                    <a:pt x="2274" y="458"/>
                  </a:cubicBezTo>
                  <a:cubicBezTo>
                    <a:pt x="1961" y="125"/>
                    <a:pt x="1610" y="1"/>
                    <a:pt x="127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85"/>
            <p:cNvSpPr/>
            <p:nvPr/>
          </p:nvSpPr>
          <p:spPr>
            <a:xfrm>
              <a:off x="10153928" y="7335777"/>
              <a:ext cx="209269" cy="209269"/>
            </a:xfrm>
            <a:custGeom>
              <a:rect b="b" l="l" r="r" t="t"/>
              <a:pathLst>
                <a:path extrusionOk="0" h="2963" w="2963">
                  <a:moveTo>
                    <a:pt x="1489" y="0"/>
                  </a:moveTo>
                  <a:cubicBezTo>
                    <a:pt x="658" y="0"/>
                    <a:pt x="0" y="659"/>
                    <a:pt x="0" y="1474"/>
                  </a:cubicBezTo>
                  <a:cubicBezTo>
                    <a:pt x="0" y="2289"/>
                    <a:pt x="658" y="2963"/>
                    <a:pt x="1489" y="2963"/>
                  </a:cubicBezTo>
                  <a:cubicBezTo>
                    <a:pt x="2304" y="2963"/>
                    <a:pt x="2962" y="2289"/>
                    <a:pt x="2962" y="1474"/>
                  </a:cubicBezTo>
                  <a:cubicBezTo>
                    <a:pt x="2962" y="659"/>
                    <a:pt x="2304" y="0"/>
                    <a:pt x="1489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85"/>
            <p:cNvSpPr/>
            <p:nvPr/>
          </p:nvSpPr>
          <p:spPr>
            <a:xfrm>
              <a:off x="10812508" y="6674773"/>
              <a:ext cx="323262" cy="341131"/>
            </a:xfrm>
            <a:custGeom>
              <a:rect b="b" l="l" r="r" t="t"/>
              <a:pathLst>
                <a:path extrusionOk="0" h="4830" w="4577">
                  <a:moveTo>
                    <a:pt x="1847" y="1"/>
                  </a:moveTo>
                  <a:cubicBezTo>
                    <a:pt x="1675" y="1"/>
                    <a:pt x="1502" y="21"/>
                    <a:pt x="1332" y="65"/>
                  </a:cubicBezTo>
                  <a:cubicBezTo>
                    <a:pt x="846" y="206"/>
                    <a:pt x="423" y="503"/>
                    <a:pt x="0" y="801"/>
                  </a:cubicBezTo>
                  <a:cubicBezTo>
                    <a:pt x="2038" y="1334"/>
                    <a:pt x="3636" y="2870"/>
                    <a:pt x="4232" y="4830"/>
                  </a:cubicBezTo>
                  <a:cubicBezTo>
                    <a:pt x="4467" y="4281"/>
                    <a:pt x="4577" y="3670"/>
                    <a:pt x="4546" y="3074"/>
                  </a:cubicBezTo>
                  <a:cubicBezTo>
                    <a:pt x="4499" y="2212"/>
                    <a:pt x="4185" y="1350"/>
                    <a:pt x="3589" y="754"/>
                  </a:cubicBezTo>
                  <a:cubicBezTo>
                    <a:pt x="3120" y="285"/>
                    <a:pt x="2486" y="1"/>
                    <a:pt x="1847" y="1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85"/>
            <p:cNvSpPr/>
            <p:nvPr/>
          </p:nvSpPr>
          <p:spPr>
            <a:xfrm>
              <a:off x="10143899" y="6950503"/>
              <a:ext cx="184973" cy="382024"/>
            </a:xfrm>
            <a:custGeom>
              <a:rect b="b" l="l" r="r" t="t"/>
              <a:pathLst>
                <a:path extrusionOk="0" h="5409" w="2619">
                  <a:moveTo>
                    <a:pt x="2619" y="1"/>
                  </a:moveTo>
                  <a:lnTo>
                    <a:pt x="2619" y="1"/>
                  </a:lnTo>
                  <a:cubicBezTo>
                    <a:pt x="1600" y="832"/>
                    <a:pt x="894" y="2038"/>
                    <a:pt x="487" y="3308"/>
                  </a:cubicBezTo>
                  <a:cubicBezTo>
                    <a:pt x="267" y="3966"/>
                    <a:pt x="79" y="4687"/>
                    <a:pt x="1" y="5408"/>
                  </a:cubicBezTo>
                  <a:cubicBezTo>
                    <a:pt x="456" y="4766"/>
                    <a:pt x="1177" y="4327"/>
                    <a:pt x="2007" y="4249"/>
                  </a:cubicBezTo>
                  <a:lnTo>
                    <a:pt x="2007" y="2979"/>
                  </a:lnTo>
                  <a:lnTo>
                    <a:pt x="2007" y="2493"/>
                  </a:lnTo>
                  <a:cubicBezTo>
                    <a:pt x="2023" y="1600"/>
                    <a:pt x="2242" y="753"/>
                    <a:pt x="2619" y="1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85"/>
            <p:cNvSpPr/>
            <p:nvPr/>
          </p:nvSpPr>
          <p:spPr>
            <a:xfrm>
              <a:off x="10305566" y="6746813"/>
              <a:ext cx="803741" cy="745120"/>
            </a:xfrm>
            <a:custGeom>
              <a:rect b="b" l="l" r="r" t="t"/>
              <a:pathLst>
                <a:path extrusionOk="0" h="10550" w="11380">
                  <a:moveTo>
                    <a:pt x="7038" y="1"/>
                  </a:moveTo>
                  <a:cubicBezTo>
                    <a:pt x="6976" y="48"/>
                    <a:pt x="6897" y="95"/>
                    <a:pt x="6834" y="157"/>
                  </a:cubicBezTo>
                  <a:cubicBezTo>
                    <a:pt x="5001" y="1349"/>
                    <a:pt x="2712" y="1364"/>
                    <a:pt x="878" y="2509"/>
                  </a:cubicBezTo>
                  <a:cubicBezTo>
                    <a:pt x="314" y="3371"/>
                    <a:pt x="0" y="4390"/>
                    <a:pt x="0" y="5487"/>
                  </a:cubicBezTo>
                  <a:lnTo>
                    <a:pt x="0" y="5863"/>
                  </a:lnTo>
                  <a:lnTo>
                    <a:pt x="0" y="7916"/>
                  </a:lnTo>
                  <a:lnTo>
                    <a:pt x="0" y="9217"/>
                  </a:lnTo>
                  <a:cubicBezTo>
                    <a:pt x="0" y="9703"/>
                    <a:pt x="63" y="10142"/>
                    <a:pt x="189" y="10550"/>
                  </a:cubicBezTo>
                  <a:cubicBezTo>
                    <a:pt x="377" y="10408"/>
                    <a:pt x="549" y="10252"/>
                    <a:pt x="690" y="10064"/>
                  </a:cubicBezTo>
                  <a:cubicBezTo>
                    <a:pt x="1082" y="9578"/>
                    <a:pt x="1348" y="8982"/>
                    <a:pt x="1584" y="8386"/>
                  </a:cubicBezTo>
                  <a:cubicBezTo>
                    <a:pt x="1787" y="7885"/>
                    <a:pt x="1975" y="7368"/>
                    <a:pt x="2320" y="6960"/>
                  </a:cubicBezTo>
                  <a:cubicBezTo>
                    <a:pt x="2712" y="6506"/>
                    <a:pt x="3292" y="6239"/>
                    <a:pt x="3872" y="6098"/>
                  </a:cubicBezTo>
                  <a:cubicBezTo>
                    <a:pt x="4451" y="5961"/>
                    <a:pt x="5040" y="5927"/>
                    <a:pt x="5632" y="5927"/>
                  </a:cubicBezTo>
                  <a:cubicBezTo>
                    <a:pt x="6198" y="5927"/>
                    <a:pt x="6766" y="5958"/>
                    <a:pt x="7328" y="5958"/>
                  </a:cubicBezTo>
                  <a:cubicBezTo>
                    <a:pt x="7388" y="5958"/>
                    <a:pt x="7448" y="5958"/>
                    <a:pt x="7508" y="5957"/>
                  </a:cubicBezTo>
                  <a:cubicBezTo>
                    <a:pt x="8731" y="5941"/>
                    <a:pt x="10032" y="5706"/>
                    <a:pt x="10910" y="4813"/>
                  </a:cubicBezTo>
                  <a:cubicBezTo>
                    <a:pt x="11098" y="4625"/>
                    <a:pt x="11255" y="4421"/>
                    <a:pt x="11380" y="4186"/>
                  </a:cubicBezTo>
                  <a:cubicBezTo>
                    <a:pt x="10878" y="2117"/>
                    <a:pt x="9186" y="471"/>
                    <a:pt x="7038" y="1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85"/>
            <p:cNvSpPr/>
            <p:nvPr/>
          </p:nvSpPr>
          <p:spPr>
            <a:xfrm>
              <a:off x="11109237" y="7015834"/>
              <a:ext cx="209340" cy="627737"/>
            </a:xfrm>
            <a:custGeom>
              <a:rect b="b" l="l" r="r" t="t"/>
              <a:pathLst>
                <a:path extrusionOk="0" h="8888" w="2964">
                  <a:moveTo>
                    <a:pt x="189" y="1"/>
                  </a:moveTo>
                  <a:cubicBezTo>
                    <a:pt x="142" y="126"/>
                    <a:pt x="79" y="251"/>
                    <a:pt x="1" y="377"/>
                  </a:cubicBezTo>
                  <a:cubicBezTo>
                    <a:pt x="111" y="800"/>
                    <a:pt x="158" y="1223"/>
                    <a:pt x="158" y="1678"/>
                  </a:cubicBezTo>
                  <a:lnTo>
                    <a:pt x="158" y="4060"/>
                  </a:lnTo>
                  <a:lnTo>
                    <a:pt x="173" y="4060"/>
                  </a:lnTo>
                  <a:lnTo>
                    <a:pt x="173" y="8888"/>
                  </a:lnTo>
                  <a:cubicBezTo>
                    <a:pt x="1709" y="8888"/>
                    <a:pt x="2963" y="7634"/>
                    <a:pt x="2963" y="6098"/>
                  </a:cubicBezTo>
                  <a:cubicBezTo>
                    <a:pt x="2963" y="4640"/>
                    <a:pt x="1851" y="3449"/>
                    <a:pt x="440" y="3324"/>
                  </a:cubicBezTo>
                  <a:lnTo>
                    <a:pt x="440" y="1709"/>
                  </a:lnTo>
                  <a:lnTo>
                    <a:pt x="440" y="1678"/>
                  </a:lnTo>
                  <a:cubicBezTo>
                    <a:pt x="440" y="1646"/>
                    <a:pt x="440" y="1615"/>
                    <a:pt x="440" y="1584"/>
                  </a:cubicBezTo>
                  <a:lnTo>
                    <a:pt x="440" y="1568"/>
                  </a:lnTo>
                  <a:cubicBezTo>
                    <a:pt x="424" y="1019"/>
                    <a:pt x="346" y="502"/>
                    <a:pt x="18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85"/>
            <p:cNvSpPr/>
            <p:nvPr/>
          </p:nvSpPr>
          <p:spPr>
            <a:xfrm>
              <a:off x="10328802" y="6716938"/>
              <a:ext cx="494958" cy="233636"/>
            </a:xfrm>
            <a:custGeom>
              <a:rect b="b" l="l" r="r" t="t"/>
              <a:pathLst>
                <a:path extrusionOk="0" h="3308" w="7008">
                  <a:moveTo>
                    <a:pt x="5440" y="0"/>
                  </a:moveTo>
                  <a:cubicBezTo>
                    <a:pt x="3057" y="0"/>
                    <a:pt x="988" y="1348"/>
                    <a:pt x="1" y="3308"/>
                  </a:cubicBezTo>
                  <a:cubicBezTo>
                    <a:pt x="63" y="3261"/>
                    <a:pt x="110" y="3214"/>
                    <a:pt x="173" y="3182"/>
                  </a:cubicBezTo>
                  <a:cubicBezTo>
                    <a:pt x="298" y="3088"/>
                    <a:pt x="424" y="3010"/>
                    <a:pt x="549" y="2932"/>
                  </a:cubicBezTo>
                  <a:cubicBezTo>
                    <a:pt x="1568" y="1348"/>
                    <a:pt x="3371" y="283"/>
                    <a:pt x="5440" y="283"/>
                  </a:cubicBezTo>
                  <a:cubicBezTo>
                    <a:pt x="5878" y="283"/>
                    <a:pt x="6302" y="330"/>
                    <a:pt x="6709" y="424"/>
                  </a:cubicBezTo>
                  <a:cubicBezTo>
                    <a:pt x="6819" y="361"/>
                    <a:pt x="6913" y="283"/>
                    <a:pt x="7007" y="204"/>
                  </a:cubicBezTo>
                  <a:cubicBezTo>
                    <a:pt x="6505" y="79"/>
                    <a:pt x="5988" y="0"/>
                    <a:pt x="544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85"/>
            <p:cNvSpPr/>
            <p:nvPr/>
          </p:nvSpPr>
          <p:spPr>
            <a:xfrm>
              <a:off x="10119603" y="7294813"/>
              <a:ext cx="500396" cy="415219"/>
            </a:xfrm>
            <a:custGeom>
              <a:rect b="b" l="l" r="r" t="t"/>
              <a:pathLst>
                <a:path extrusionOk="0" h="5879" w="7085">
                  <a:moveTo>
                    <a:pt x="517" y="0"/>
                  </a:moveTo>
                  <a:cubicBezTo>
                    <a:pt x="188" y="455"/>
                    <a:pt x="0" y="1019"/>
                    <a:pt x="0" y="1631"/>
                  </a:cubicBezTo>
                  <a:cubicBezTo>
                    <a:pt x="0" y="3167"/>
                    <a:pt x="1254" y="4421"/>
                    <a:pt x="2790" y="4421"/>
                  </a:cubicBezTo>
                  <a:lnTo>
                    <a:pt x="2790" y="2555"/>
                  </a:lnTo>
                  <a:cubicBezTo>
                    <a:pt x="3245" y="3762"/>
                    <a:pt x="4201" y="4499"/>
                    <a:pt x="5235" y="5016"/>
                  </a:cubicBezTo>
                  <a:cubicBezTo>
                    <a:pt x="5267" y="5204"/>
                    <a:pt x="5408" y="5345"/>
                    <a:pt x="5580" y="5424"/>
                  </a:cubicBezTo>
                  <a:cubicBezTo>
                    <a:pt x="5800" y="5518"/>
                    <a:pt x="6380" y="5847"/>
                    <a:pt x="6442" y="5863"/>
                  </a:cubicBezTo>
                  <a:cubicBezTo>
                    <a:pt x="6442" y="5863"/>
                    <a:pt x="6536" y="5878"/>
                    <a:pt x="6583" y="5878"/>
                  </a:cubicBezTo>
                  <a:cubicBezTo>
                    <a:pt x="6865" y="5878"/>
                    <a:pt x="7085" y="5659"/>
                    <a:pt x="7085" y="5377"/>
                  </a:cubicBezTo>
                  <a:cubicBezTo>
                    <a:pt x="7085" y="5220"/>
                    <a:pt x="7007" y="5079"/>
                    <a:pt x="6881" y="4985"/>
                  </a:cubicBezTo>
                  <a:lnTo>
                    <a:pt x="6019" y="4546"/>
                  </a:lnTo>
                  <a:cubicBezTo>
                    <a:pt x="5941" y="4483"/>
                    <a:pt x="5847" y="4452"/>
                    <a:pt x="5737" y="4452"/>
                  </a:cubicBezTo>
                  <a:cubicBezTo>
                    <a:pt x="5533" y="4452"/>
                    <a:pt x="5376" y="4562"/>
                    <a:pt x="5298" y="4718"/>
                  </a:cubicBezTo>
                  <a:cubicBezTo>
                    <a:pt x="4060" y="4091"/>
                    <a:pt x="3307" y="3292"/>
                    <a:pt x="2994" y="2258"/>
                  </a:cubicBezTo>
                  <a:cubicBezTo>
                    <a:pt x="2665" y="2493"/>
                    <a:pt x="2304" y="2634"/>
                    <a:pt x="1944" y="2634"/>
                  </a:cubicBezTo>
                  <a:cubicBezTo>
                    <a:pt x="1035" y="2634"/>
                    <a:pt x="580" y="1819"/>
                    <a:pt x="502" y="957"/>
                  </a:cubicBezTo>
                  <a:cubicBezTo>
                    <a:pt x="470" y="643"/>
                    <a:pt x="486" y="330"/>
                    <a:pt x="51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85"/>
            <p:cNvSpPr/>
            <p:nvPr/>
          </p:nvSpPr>
          <p:spPr>
            <a:xfrm>
              <a:off x="10797052" y="6731346"/>
              <a:ext cx="320013" cy="311114"/>
            </a:xfrm>
            <a:custGeom>
              <a:rect b="b" l="l" r="r" t="t"/>
              <a:pathLst>
                <a:path extrusionOk="0" h="4405" w="4531">
                  <a:moveTo>
                    <a:pt x="298" y="0"/>
                  </a:moveTo>
                  <a:cubicBezTo>
                    <a:pt x="204" y="79"/>
                    <a:pt x="110" y="157"/>
                    <a:pt x="0" y="220"/>
                  </a:cubicBezTo>
                  <a:cubicBezTo>
                    <a:pt x="2148" y="690"/>
                    <a:pt x="3840" y="2336"/>
                    <a:pt x="4342" y="4405"/>
                  </a:cubicBezTo>
                  <a:cubicBezTo>
                    <a:pt x="4420" y="4279"/>
                    <a:pt x="4483" y="4154"/>
                    <a:pt x="4530" y="4029"/>
                  </a:cubicBezTo>
                  <a:cubicBezTo>
                    <a:pt x="3934" y="2069"/>
                    <a:pt x="2336" y="533"/>
                    <a:pt x="298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85"/>
            <p:cNvSpPr/>
            <p:nvPr/>
          </p:nvSpPr>
          <p:spPr>
            <a:xfrm>
              <a:off x="10141710" y="6923947"/>
              <a:ext cx="225937" cy="567986"/>
            </a:xfrm>
            <a:custGeom>
              <a:rect b="b" l="l" r="r" t="t"/>
              <a:pathLst>
                <a:path extrusionOk="0" h="8042" w="3199">
                  <a:moveTo>
                    <a:pt x="3198" y="1"/>
                  </a:moveTo>
                  <a:lnTo>
                    <a:pt x="3198" y="1"/>
                  </a:lnTo>
                  <a:cubicBezTo>
                    <a:pt x="3073" y="63"/>
                    <a:pt x="2947" y="142"/>
                    <a:pt x="2822" y="236"/>
                  </a:cubicBezTo>
                  <a:cubicBezTo>
                    <a:pt x="2759" y="283"/>
                    <a:pt x="2712" y="314"/>
                    <a:pt x="2650" y="361"/>
                  </a:cubicBezTo>
                  <a:cubicBezTo>
                    <a:pt x="2273" y="1082"/>
                    <a:pt x="2054" y="1882"/>
                    <a:pt x="2038" y="2744"/>
                  </a:cubicBezTo>
                  <a:lnTo>
                    <a:pt x="2038" y="3198"/>
                  </a:lnTo>
                  <a:lnTo>
                    <a:pt x="2038" y="4405"/>
                  </a:lnTo>
                  <a:cubicBezTo>
                    <a:pt x="1208" y="4483"/>
                    <a:pt x="487" y="4907"/>
                    <a:pt x="32" y="5518"/>
                  </a:cubicBezTo>
                  <a:cubicBezTo>
                    <a:pt x="1" y="5831"/>
                    <a:pt x="1" y="6129"/>
                    <a:pt x="16" y="6427"/>
                  </a:cubicBezTo>
                  <a:cubicBezTo>
                    <a:pt x="95" y="7258"/>
                    <a:pt x="549" y="8042"/>
                    <a:pt x="1458" y="8042"/>
                  </a:cubicBezTo>
                  <a:cubicBezTo>
                    <a:pt x="1819" y="8042"/>
                    <a:pt x="2195" y="7900"/>
                    <a:pt x="2509" y="7681"/>
                  </a:cubicBezTo>
                  <a:cubicBezTo>
                    <a:pt x="2383" y="7289"/>
                    <a:pt x="2320" y="6866"/>
                    <a:pt x="2320" y="6411"/>
                  </a:cubicBezTo>
                  <a:lnTo>
                    <a:pt x="2320" y="5173"/>
                  </a:lnTo>
                  <a:lnTo>
                    <a:pt x="2320" y="3198"/>
                  </a:lnTo>
                  <a:lnTo>
                    <a:pt x="2320" y="2838"/>
                  </a:lnTo>
                  <a:cubicBezTo>
                    <a:pt x="2320" y="1787"/>
                    <a:pt x="2634" y="816"/>
                    <a:pt x="319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16" name="Google Shape;1816;p85"/>
          <p:cNvSpPr/>
          <p:nvPr/>
        </p:nvSpPr>
        <p:spPr>
          <a:xfrm>
            <a:off x="4572000" y="1028700"/>
            <a:ext cx="2267700" cy="2267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20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" name="Google Shape;1821;p86"/>
          <p:cNvSpPr/>
          <p:nvPr/>
        </p:nvSpPr>
        <p:spPr>
          <a:xfrm flipH="1" rot="10800000">
            <a:off x="0" y="174688"/>
            <a:ext cx="91443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2" name="Google Shape;1822;p86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Generando un gráfico de torta</a:t>
            </a:r>
            <a:endParaRPr b="1" sz="200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3" name="Google Shape;1823;p86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24" name="Google Shape;1824;p86"/>
          <p:cNvPicPr preferRelativeResize="0"/>
          <p:nvPr/>
        </p:nvPicPr>
        <p:blipFill rotWithShape="1">
          <a:blip r:embed="rId3">
            <a:alphaModFix/>
          </a:blip>
          <a:srcRect b="69553" l="0" r="7484" t="0"/>
          <a:stretch/>
        </p:blipFill>
        <p:spPr>
          <a:xfrm>
            <a:off x="351262" y="2131113"/>
            <a:ext cx="5384400" cy="6300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825" name="Google Shape;1825;p86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1826" name="Google Shape;1826;p86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86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28" name="Google Shape;1828;p86"/>
          <p:cNvSpPr/>
          <p:nvPr/>
        </p:nvSpPr>
        <p:spPr>
          <a:xfrm>
            <a:off x="5925650" y="1934388"/>
            <a:ext cx="2867100" cy="1023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Este es un argumento opcional que se utiliza para mostrar las etiquetas de cada porción en el gráfico de torta.</a:t>
            </a:r>
            <a:endParaRPr b="1" sz="1500"/>
          </a:p>
        </p:txBody>
      </p:sp>
      <p:cxnSp>
        <p:nvCxnSpPr>
          <p:cNvPr id="1829" name="Google Shape;1829;p86"/>
          <p:cNvCxnSpPr>
            <a:stCxn id="1828" idx="1"/>
          </p:cNvCxnSpPr>
          <p:nvPr/>
        </p:nvCxnSpPr>
        <p:spPr>
          <a:xfrm flipH="1">
            <a:off x="5484350" y="2446188"/>
            <a:ext cx="441300" cy="132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30" name="Google Shape;1830;p86"/>
          <p:cNvSpPr txBox="1"/>
          <p:nvPr/>
        </p:nvSpPr>
        <p:spPr>
          <a:xfrm>
            <a:off x="1085025" y="1143600"/>
            <a:ext cx="6974100" cy="5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Primero, debemos configurar la visualización de las etiquetas que representan las porciones del gráfico.</a:t>
            </a:r>
            <a:endParaRPr sz="17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aphicFrame>
        <p:nvGraphicFramePr>
          <p:cNvPr id="1831" name="Google Shape;1831;p86"/>
          <p:cNvGraphicFramePr/>
          <p:nvPr/>
        </p:nvGraphicFramePr>
        <p:xfrm>
          <a:off x="1821138" y="3315813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{82FE013D-C492-4891-99DE-B69493E85387}</a:tableStyleId>
              </a:tblPr>
              <a:tblGrid>
                <a:gridCol w="1110300"/>
                <a:gridCol w="4391400"/>
              </a:tblGrid>
              <a:tr h="250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rgbClr val="0A0A23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Argumento</a:t>
                      </a:r>
                      <a:endParaRPr b="1" sz="1200">
                        <a:solidFill>
                          <a:srgbClr val="0A0A23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28575" marB="28575" marR="57150" marL="57150" anchor="ctr">
                    <a:lnL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rgbClr val="0A0A23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Descripción </a:t>
                      </a:r>
                      <a:endParaRPr b="1" sz="1200">
                        <a:solidFill>
                          <a:srgbClr val="0A0A23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28575" marB="28575" marR="57150" marL="57150" anchor="ctr">
                    <a:lnL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9600"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rgbClr val="0A0A23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%1.1f%%</a:t>
                      </a:r>
                      <a:endParaRPr sz="1200">
                        <a:solidFill>
                          <a:srgbClr val="0A0A23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28575" marB="28575" marR="57150" marL="57150" anchor="ctr">
                    <a:lnL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solidFill>
                            <a:srgbClr val="0A0A23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Muestra el porcentaje redondeado </a:t>
                      </a:r>
                      <a:r>
                        <a:rPr b="1" lang="es-419" sz="1200">
                          <a:solidFill>
                            <a:srgbClr val="0A0A23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con un decimal</a:t>
                      </a:r>
                      <a:r>
                        <a:rPr lang="es-419" sz="1200">
                          <a:solidFill>
                            <a:srgbClr val="0A0A23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. Por ejemplo, si el porcentaje es 25.5%, se mostrará como "25.5%".</a:t>
                      </a:r>
                      <a:endParaRPr sz="1200">
                        <a:solidFill>
                          <a:srgbClr val="0A0A23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28575" marB="28575" marR="57150" marL="57150" anchor="ctr">
                    <a:lnL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9600">
                <a:tc vMerge="1"/>
                <a:tc vMerge="1"/>
              </a:tr>
              <a:tr h="208325"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rgbClr val="0A0A23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%1.0f%%</a:t>
                      </a:r>
                      <a:endParaRPr sz="1200">
                        <a:solidFill>
                          <a:srgbClr val="0A0A23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28575" marB="28575" marR="57150" marL="57150" anchor="ctr">
                    <a:lnL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solidFill>
                            <a:srgbClr val="0A0A23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Muestra el porcentaje redondeado </a:t>
                      </a:r>
                      <a:r>
                        <a:rPr b="1" lang="es-419" sz="1200">
                          <a:solidFill>
                            <a:srgbClr val="0A0A23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sin decimales</a:t>
                      </a:r>
                      <a:r>
                        <a:rPr lang="es-419" sz="1200">
                          <a:solidFill>
                            <a:srgbClr val="0A0A23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. Por ejemplo, si el porcentaje es 25.5%, se mostrará como "26%".</a:t>
                      </a:r>
                      <a:endParaRPr sz="1200">
                        <a:solidFill>
                          <a:srgbClr val="0A0A23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28575" marB="28575" marR="57150" marL="57150" anchor="ctr">
                    <a:lnL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975">
                <a:tc vMerge="1"/>
                <a:tc vMerge="1"/>
              </a:tr>
            </a:tbl>
          </a:graphicData>
        </a:graphic>
      </p:graphicFrame>
      <p:grpSp>
        <p:nvGrpSpPr>
          <p:cNvPr id="1832" name="Google Shape;1832;p86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833" name="Google Shape;1833;p86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834" name="Google Shape;1834;p86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5" name="Google Shape;1835;p86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6" name="Google Shape;1836;p86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7" name="Google Shape;1837;p86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8" name="Google Shape;1838;p86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9" name="Google Shape;1839;p86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0" name="Google Shape;1840;p86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1" name="Google Shape;1841;p86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2" name="Google Shape;1842;p86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3" name="Google Shape;1843;p86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4" name="Google Shape;1844;p86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5" name="Google Shape;1845;p86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46" name="Google Shape;1846;p86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847" name="Google Shape;1847;p86"/>
          <p:cNvSpPr/>
          <p:nvPr/>
        </p:nvSpPr>
        <p:spPr>
          <a:xfrm>
            <a:off x="127350" y="4577675"/>
            <a:ext cx="2110500" cy="51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5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2" name="Google Shape;1852;p87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853" name="Google Shape;1853;p87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854" name="Google Shape;1854;p87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5" name="Google Shape;1855;p87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6" name="Google Shape;1856;p87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7" name="Google Shape;1857;p87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8" name="Google Shape;1858;p87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9" name="Google Shape;1859;p87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0" name="Google Shape;1860;p87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1" name="Google Shape;1861;p87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2" name="Google Shape;1862;p87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3" name="Google Shape;1863;p87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4" name="Google Shape;1864;p87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5" name="Google Shape;1865;p87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66" name="Google Shape;1866;p87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867" name="Google Shape;1867;p87"/>
          <p:cNvSpPr/>
          <p:nvPr/>
        </p:nvSpPr>
        <p:spPr>
          <a:xfrm flipH="1" rot="10800000">
            <a:off x="0" y="174688"/>
            <a:ext cx="91443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8" name="Google Shape;1868;p87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Generando un gráfico de torta</a:t>
            </a:r>
            <a:endParaRPr b="1" sz="200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9" name="Google Shape;1869;p87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70" name="Google Shape;1870;p87"/>
          <p:cNvPicPr preferRelativeResize="0"/>
          <p:nvPr/>
        </p:nvPicPr>
        <p:blipFill rotWithShape="1">
          <a:blip r:embed="rId3">
            <a:alphaModFix/>
          </a:blip>
          <a:srcRect b="0" l="0" r="5669" t="38935"/>
          <a:stretch/>
        </p:blipFill>
        <p:spPr>
          <a:xfrm>
            <a:off x="309806" y="2561919"/>
            <a:ext cx="5489901" cy="1263563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871" name="Google Shape;1871;p87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1872" name="Google Shape;1872;p87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87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74" name="Google Shape;1874;p87"/>
          <p:cNvSpPr/>
          <p:nvPr/>
        </p:nvSpPr>
        <p:spPr>
          <a:xfrm>
            <a:off x="6024975" y="2324900"/>
            <a:ext cx="2809200" cy="1737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Las funciones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.ylabel()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o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.xlabel()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establecen las etiquetas de los ejes del gráfico. 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Al pasar una cadena vacía como argumento, no tendrá una etiqueta visible.</a:t>
            </a:r>
            <a:endParaRPr b="1" sz="1500"/>
          </a:p>
        </p:txBody>
      </p:sp>
      <p:cxnSp>
        <p:nvCxnSpPr>
          <p:cNvPr id="1875" name="Google Shape;1875;p87"/>
          <p:cNvCxnSpPr>
            <a:stCxn id="1874" idx="3"/>
            <a:endCxn id="1876" idx="3"/>
          </p:cNvCxnSpPr>
          <p:nvPr/>
        </p:nvCxnSpPr>
        <p:spPr>
          <a:xfrm rot="10800000">
            <a:off x="2319975" y="3068300"/>
            <a:ext cx="6514200" cy="1254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77" name="Google Shape;1877;p87"/>
          <p:cNvSpPr/>
          <p:nvPr/>
        </p:nvSpPr>
        <p:spPr>
          <a:xfrm>
            <a:off x="309806" y="1225894"/>
            <a:ext cx="2590800" cy="954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La función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.title()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se utiliza para establecer el título del gráfico.</a:t>
            </a:r>
            <a:endParaRPr b="1" sz="1500"/>
          </a:p>
        </p:txBody>
      </p:sp>
      <p:cxnSp>
        <p:nvCxnSpPr>
          <p:cNvPr id="1878" name="Google Shape;1878;p87"/>
          <p:cNvCxnSpPr>
            <a:stCxn id="1877" idx="2"/>
          </p:cNvCxnSpPr>
          <p:nvPr/>
        </p:nvCxnSpPr>
        <p:spPr>
          <a:xfrm>
            <a:off x="1605206" y="2180194"/>
            <a:ext cx="10500" cy="3888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76" name="Google Shape;1876;p87"/>
          <p:cNvSpPr/>
          <p:nvPr/>
        </p:nvSpPr>
        <p:spPr>
          <a:xfrm>
            <a:off x="890231" y="2833000"/>
            <a:ext cx="1429800" cy="470700"/>
          </a:xfrm>
          <a:prstGeom prst="rect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9" name="Google Shape;1879;p87"/>
          <p:cNvSpPr txBox="1"/>
          <p:nvPr/>
        </p:nvSpPr>
        <p:spPr>
          <a:xfrm>
            <a:off x="3589738" y="1101956"/>
            <a:ext cx="4987500" cy="8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Aplicando estas funciones, vamos a poder configurar el </a:t>
            </a:r>
            <a:r>
              <a:rPr lang="es-419" sz="1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título, las etiquetas de los ejes (x, y)  y la </a:t>
            </a:r>
            <a:r>
              <a:rPr b="1" lang="es-419" sz="1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visualización del gráfico</a:t>
            </a:r>
            <a:r>
              <a:rPr lang="es-419" sz="1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  </a:t>
            </a:r>
            <a:endParaRPr sz="17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880" name="Google Shape;1880;p87"/>
          <p:cNvSpPr txBox="1"/>
          <p:nvPr/>
        </p:nvSpPr>
        <p:spPr>
          <a:xfrm>
            <a:off x="2288013" y="4306050"/>
            <a:ext cx="44253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Veamos c</a:t>
            </a:r>
            <a:r>
              <a:rPr lang="es-419" sz="15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ó</a:t>
            </a:r>
            <a:r>
              <a:rPr lang="es-419" sz="15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mo se ve el gráfico con estas mejoras →</a:t>
            </a:r>
            <a:endParaRPr sz="700">
              <a:highlight>
                <a:schemeClr val="accent4"/>
              </a:highlight>
            </a:endParaRPr>
          </a:p>
        </p:txBody>
      </p:sp>
      <p:sp>
        <p:nvSpPr>
          <p:cNvPr id="1881" name="Google Shape;1881;p87"/>
          <p:cNvSpPr/>
          <p:nvPr/>
        </p:nvSpPr>
        <p:spPr>
          <a:xfrm>
            <a:off x="2711588" y="3303700"/>
            <a:ext cx="3134400" cy="759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La función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.show()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siempre debe ubicarse por debajo de todas las configuraciones.</a:t>
            </a:r>
            <a:endParaRPr b="1" sz="1500"/>
          </a:p>
        </p:txBody>
      </p:sp>
      <p:cxnSp>
        <p:nvCxnSpPr>
          <p:cNvPr id="1882" name="Google Shape;1882;p87"/>
          <p:cNvCxnSpPr>
            <a:stCxn id="1881" idx="1"/>
          </p:cNvCxnSpPr>
          <p:nvPr/>
        </p:nvCxnSpPr>
        <p:spPr>
          <a:xfrm rot="10800000">
            <a:off x="2038988" y="3677200"/>
            <a:ext cx="672600" cy="6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83" name="Google Shape;1883;p87"/>
          <p:cNvSpPr/>
          <p:nvPr/>
        </p:nvSpPr>
        <p:spPr>
          <a:xfrm>
            <a:off x="127350" y="4577675"/>
            <a:ext cx="2110500" cy="51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87" name="Shape 1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8" name="Google Shape;1888;p88"/>
          <p:cNvSpPr/>
          <p:nvPr/>
        </p:nvSpPr>
        <p:spPr>
          <a:xfrm flipH="1" rot="10800000">
            <a:off x="0" y="174688"/>
            <a:ext cx="91443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9" name="Google Shape;1889;p88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Generando un gráfico de torta</a:t>
            </a:r>
            <a:endParaRPr b="1" sz="200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0" name="Google Shape;1890;p88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91" name="Google Shape;1891;p88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1892" name="Google Shape;1892;p88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88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94" name="Google Shape;1894;p88"/>
          <p:cNvSpPr txBox="1"/>
          <p:nvPr/>
        </p:nvSpPr>
        <p:spPr>
          <a:xfrm>
            <a:off x="1481175" y="858288"/>
            <a:ext cx="61818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De esta forma, podemos generar un gráfico de torta para ver la cantidad de videojuegos por familia de consolas.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895" name="Google Shape;1895;p88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896" name="Google Shape;1896;p88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897" name="Google Shape;1897;p88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8" name="Google Shape;1898;p88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9" name="Google Shape;1899;p88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0" name="Google Shape;1900;p88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1" name="Google Shape;1901;p88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2" name="Google Shape;1902;p88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3" name="Google Shape;1903;p88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4" name="Google Shape;1904;p88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5" name="Google Shape;1905;p88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6" name="Google Shape;1906;p88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7" name="Google Shape;1907;p88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8" name="Google Shape;1908;p88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09" name="Google Shape;1909;p88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910" name="Google Shape;1910;p88"/>
          <p:cNvSpPr/>
          <p:nvPr/>
        </p:nvSpPr>
        <p:spPr>
          <a:xfrm>
            <a:off x="127350" y="4577675"/>
            <a:ext cx="2110500" cy="51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1" name="Google Shape;1911;p88"/>
          <p:cNvSpPr txBox="1"/>
          <p:nvPr/>
        </p:nvSpPr>
        <p:spPr>
          <a:xfrm>
            <a:off x="1666767" y="3658228"/>
            <a:ext cx="2311800" cy="300000"/>
          </a:xfrm>
          <a:prstGeom prst="rect">
            <a:avLst/>
          </a:prstGeom>
          <a:noFill/>
          <a:ln cap="flat" cmpd="sng" w="9525">
            <a:solidFill>
              <a:srgbClr val="FCF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highlight>
                <a:schemeClr val="lt1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pic>
        <p:nvPicPr>
          <p:cNvPr id="1912" name="Google Shape;1912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25" y="1543200"/>
            <a:ext cx="7347576" cy="2939026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6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7" name="Google Shape;1917;p89"/>
          <p:cNvSpPr txBox="1"/>
          <p:nvPr>
            <p:ph idx="2" type="title"/>
          </p:nvPr>
        </p:nvSpPr>
        <p:spPr>
          <a:xfrm>
            <a:off x="1619400" y="2092650"/>
            <a:ext cx="4854300" cy="630600"/>
          </a:xfrm>
          <a:prstGeom prst="rect">
            <a:avLst/>
          </a:prstGeom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Gráfico de barras</a:t>
            </a:r>
            <a:endParaRPr b="1"/>
          </a:p>
        </p:txBody>
      </p:sp>
      <p:pic>
        <p:nvPicPr>
          <p:cNvPr id="1918" name="Google Shape;1918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4650" y="3097900"/>
            <a:ext cx="1694625" cy="169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22" name="Shape 1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3" name="Google Shape;1923;p90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924" name="Google Shape;1924;p90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925" name="Google Shape;1925;p90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6" name="Google Shape;1926;p90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7" name="Google Shape;1927;p90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8" name="Google Shape;1928;p90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9" name="Google Shape;1929;p90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0" name="Google Shape;1930;p90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1" name="Google Shape;1931;p90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2" name="Google Shape;1932;p90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3" name="Google Shape;1933;p90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4" name="Google Shape;1934;p90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5" name="Google Shape;1935;p90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6" name="Google Shape;1936;p90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37" name="Google Shape;1937;p90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1938" name="Google Shape;1938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1706" y="2225163"/>
            <a:ext cx="3624263" cy="1019175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39" name="Google Shape;1939;p90"/>
          <p:cNvSpPr/>
          <p:nvPr/>
        </p:nvSpPr>
        <p:spPr>
          <a:xfrm flipH="1" rot="10800000">
            <a:off x="0" y="174688"/>
            <a:ext cx="91443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0" name="Google Shape;1940;p90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Generando un gráfico de barras</a:t>
            </a:r>
            <a:endParaRPr b="1" sz="200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1" name="Google Shape;1941;p90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42" name="Google Shape;1942;p90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1943" name="Google Shape;1943;p90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90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45" name="Google Shape;1945;p90"/>
          <p:cNvSpPr/>
          <p:nvPr/>
        </p:nvSpPr>
        <p:spPr>
          <a:xfrm>
            <a:off x="5553506" y="3550888"/>
            <a:ext cx="3091800" cy="690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Usamos el método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.plot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para crear visualizaciones gráficas en Python.</a:t>
            </a:r>
            <a:endParaRPr b="1" sz="1500"/>
          </a:p>
        </p:txBody>
      </p:sp>
      <p:cxnSp>
        <p:nvCxnSpPr>
          <p:cNvPr id="1946" name="Google Shape;1946;p90"/>
          <p:cNvCxnSpPr>
            <a:stCxn id="1945" idx="0"/>
          </p:cNvCxnSpPr>
          <p:nvPr/>
        </p:nvCxnSpPr>
        <p:spPr>
          <a:xfrm rot="10800000">
            <a:off x="5508206" y="2840188"/>
            <a:ext cx="1591200" cy="7107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47" name="Google Shape;1947;p90"/>
          <p:cNvSpPr/>
          <p:nvPr/>
        </p:nvSpPr>
        <p:spPr>
          <a:xfrm>
            <a:off x="355213" y="2278594"/>
            <a:ext cx="2415600" cy="954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Es la variable  que contiene los datos que se van a representar en el gráfico.</a:t>
            </a:r>
            <a:endParaRPr b="1" sz="1500"/>
          </a:p>
        </p:txBody>
      </p:sp>
      <p:cxnSp>
        <p:nvCxnSpPr>
          <p:cNvPr id="1948" name="Google Shape;1948;p90"/>
          <p:cNvCxnSpPr>
            <a:stCxn id="1947" idx="3"/>
          </p:cNvCxnSpPr>
          <p:nvPr/>
        </p:nvCxnSpPr>
        <p:spPr>
          <a:xfrm flipH="1" rot="10800000">
            <a:off x="2770813" y="2721544"/>
            <a:ext cx="698700" cy="342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49" name="Google Shape;1949;p90"/>
          <p:cNvSpPr/>
          <p:nvPr/>
        </p:nvSpPr>
        <p:spPr>
          <a:xfrm>
            <a:off x="6619188" y="2278594"/>
            <a:ext cx="2169600" cy="954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.bar()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es el método específico para crear un gráfico de barras.</a:t>
            </a:r>
            <a:endParaRPr b="1" sz="1500"/>
          </a:p>
        </p:txBody>
      </p:sp>
      <p:cxnSp>
        <p:nvCxnSpPr>
          <p:cNvPr id="1950" name="Google Shape;1950;p90"/>
          <p:cNvCxnSpPr>
            <a:stCxn id="1949" idx="1"/>
          </p:cNvCxnSpPr>
          <p:nvPr/>
        </p:nvCxnSpPr>
        <p:spPr>
          <a:xfrm rot="10800000">
            <a:off x="6129588" y="2739844"/>
            <a:ext cx="489600" cy="159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51" name="Google Shape;1951;p90"/>
          <p:cNvSpPr txBox="1"/>
          <p:nvPr/>
        </p:nvSpPr>
        <p:spPr>
          <a:xfrm>
            <a:off x="902613" y="1383600"/>
            <a:ext cx="7542600" cy="5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Volveremos a usar </a:t>
            </a:r>
            <a:r>
              <a:rPr lang="es-419" sz="1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la serie almacenada en la variable </a:t>
            </a:r>
            <a:r>
              <a:rPr b="1" lang="es-419" sz="1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“cantidadPorFamillia”</a:t>
            </a:r>
            <a:r>
              <a:rPr i="1" lang="es-419" sz="1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es-419" sz="1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como datos para nuestro gráfico.</a:t>
            </a:r>
            <a:endParaRPr sz="17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952" name="Google Shape;1952;p90"/>
          <p:cNvSpPr/>
          <p:nvPr/>
        </p:nvSpPr>
        <p:spPr>
          <a:xfrm>
            <a:off x="702369" y="3535150"/>
            <a:ext cx="4576200" cy="69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La función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.show()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muestra el gráfico que se ha creado. Sin esta función, el gráfico no se visualizará.</a:t>
            </a:r>
            <a:endParaRPr b="1" sz="1500"/>
          </a:p>
        </p:txBody>
      </p:sp>
      <p:cxnSp>
        <p:nvCxnSpPr>
          <p:cNvPr id="1953" name="Google Shape;1953;p90"/>
          <p:cNvCxnSpPr>
            <a:stCxn id="1952" idx="0"/>
          </p:cNvCxnSpPr>
          <p:nvPr/>
        </p:nvCxnSpPr>
        <p:spPr>
          <a:xfrm flipH="1" rot="10800000">
            <a:off x="2990469" y="3231250"/>
            <a:ext cx="983400" cy="303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54" name="Google Shape;1954;p90"/>
          <p:cNvSpPr txBox="1"/>
          <p:nvPr/>
        </p:nvSpPr>
        <p:spPr>
          <a:xfrm>
            <a:off x="2558988" y="4421500"/>
            <a:ext cx="42297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Veamos c</a:t>
            </a:r>
            <a:r>
              <a:rPr lang="es-419" sz="15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ó</a:t>
            </a:r>
            <a:r>
              <a:rPr lang="es-419" sz="15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mo se ve el gráfico →</a:t>
            </a:r>
            <a:endParaRPr sz="700">
              <a:highlight>
                <a:schemeClr val="accent4"/>
              </a:highlight>
            </a:endParaRPr>
          </a:p>
        </p:txBody>
      </p:sp>
      <p:sp>
        <p:nvSpPr>
          <p:cNvPr id="1955" name="Google Shape;1955;p90"/>
          <p:cNvSpPr txBox="1"/>
          <p:nvPr/>
        </p:nvSpPr>
        <p:spPr>
          <a:xfrm>
            <a:off x="902613" y="926400"/>
            <a:ext cx="7542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Ahora veremos</a:t>
            </a:r>
            <a:r>
              <a:rPr lang="es-419" sz="1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la </a:t>
            </a:r>
            <a:r>
              <a:rPr b="1" lang="es-419" sz="1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sintaxis para generar un gráfico de barras</a:t>
            </a:r>
            <a:r>
              <a:rPr lang="es-419" sz="1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 </a:t>
            </a:r>
            <a:endParaRPr sz="17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956" name="Google Shape;1956;p90"/>
          <p:cNvSpPr/>
          <p:nvPr/>
        </p:nvSpPr>
        <p:spPr>
          <a:xfrm>
            <a:off x="127350" y="4577675"/>
            <a:ext cx="2110500" cy="51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60" name="Shape 1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1" name="Google Shape;1961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0125" y="1438979"/>
            <a:ext cx="3877021" cy="2979447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962" name="Google Shape;1962;p91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963" name="Google Shape;1963;p91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964" name="Google Shape;1964;p91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5" name="Google Shape;1965;p91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6" name="Google Shape;1966;p91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7" name="Google Shape;1967;p91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8" name="Google Shape;1968;p91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9" name="Google Shape;1969;p91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0" name="Google Shape;1970;p91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1" name="Google Shape;1971;p91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2" name="Google Shape;1972;p91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3" name="Google Shape;1973;p91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4" name="Google Shape;1974;p91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5" name="Google Shape;1975;p91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76" name="Google Shape;1976;p91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977" name="Google Shape;1977;p91"/>
          <p:cNvSpPr/>
          <p:nvPr/>
        </p:nvSpPr>
        <p:spPr>
          <a:xfrm flipH="1" rot="10800000">
            <a:off x="0" y="174688"/>
            <a:ext cx="91443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8" name="Google Shape;1978;p91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Generando un gráfico de barras</a:t>
            </a:r>
            <a:endParaRPr b="1" sz="200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9" name="Google Shape;1979;p91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80" name="Google Shape;1980;p91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1981" name="Google Shape;1981;p91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91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83" name="Google Shape;1983;p91"/>
          <p:cNvSpPr txBox="1"/>
          <p:nvPr/>
        </p:nvSpPr>
        <p:spPr>
          <a:xfrm>
            <a:off x="313175" y="1412350"/>
            <a:ext cx="3382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¿Este gráfico se ve bien? </a:t>
            </a:r>
            <a:endParaRPr sz="22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984" name="Google Shape;1984;p91"/>
          <p:cNvSpPr/>
          <p:nvPr/>
        </p:nvSpPr>
        <p:spPr>
          <a:xfrm>
            <a:off x="127350" y="4577675"/>
            <a:ext cx="2110500" cy="51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5" name="Google Shape;1985;p91"/>
          <p:cNvSpPr/>
          <p:nvPr/>
        </p:nvSpPr>
        <p:spPr>
          <a:xfrm>
            <a:off x="2237838" y="2531213"/>
            <a:ext cx="1722900" cy="622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El gráfico se visualizará en la ventana </a:t>
            </a:r>
            <a:r>
              <a:rPr b="1" lang="es-419" sz="13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Gráficos</a:t>
            </a:r>
            <a:endParaRPr b="1" sz="1300"/>
          </a:p>
        </p:txBody>
      </p:sp>
      <p:sp>
        <p:nvSpPr>
          <p:cNvPr id="1986" name="Google Shape;1986;p91"/>
          <p:cNvSpPr/>
          <p:nvPr/>
        </p:nvSpPr>
        <p:spPr>
          <a:xfrm>
            <a:off x="4300952" y="1438975"/>
            <a:ext cx="597300" cy="2640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87" name="Google Shape;1987;p91"/>
          <p:cNvCxnSpPr>
            <a:stCxn id="1985" idx="0"/>
            <a:endCxn id="1986" idx="2"/>
          </p:cNvCxnSpPr>
          <p:nvPr/>
        </p:nvCxnSpPr>
        <p:spPr>
          <a:xfrm flipH="1" rot="10800000">
            <a:off x="3099288" y="1702913"/>
            <a:ext cx="1500300" cy="828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9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2" name="Google Shape;1992;p92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993" name="Google Shape;1993;p92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994" name="Google Shape;1994;p92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5" name="Google Shape;1995;p92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6" name="Google Shape;1996;p92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7" name="Google Shape;1997;p92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8" name="Google Shape;1998;p92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9" name="Google Shape;1999;p92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0" name="Google Shape;2000;p92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1" name="Google Shape;2001;p92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2" name="Google Shape;2002;p92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3" name="Google Shape;2003;p92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4" name="Google Shape;2004;p92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5" name="Google Shape;2005;p92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06" name="Google Shape;2006;p92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007" name="Google Shape;2007;p92"/>
          <p:cNvSpPr/>
          <p:nvPr/>
        </p:nvSpPr>
        <p:spPr>
          <a:xfrm flipH="1" rot="10800000">
            <a:off x="0" y="174688"/>
            <a:ext cx="91443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8" name="Google Shape;2008;p92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Generando un gráfico de barras</a:t>
            </a:r>
            <a:endParaRPr b="1" sz="200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9" name="Google Shape;2009;p92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10" name="Google Shape;2010;p92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2011" name="Google Shape;2011;p92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92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13" name="Google Shape;2013;p92"/>
          <p:cNvSpPr txBox="1"/>
          <p:nvPr/>
        </p:nvSpPr>
        <p:spPr>
          <a:xfrm>
            <a:off x="313175" y="1412350"/>
            <a:ext cx="3382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¿Este gráfico se ve bien? </a:t>
            </a:r>
            <a:endParaRPr sz="22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014" name="Google Shape;2014;p92"/>
          <p:cNvSpPr txBox="1"/>
          <p:nvPr/>
        </p:nvSpPr>
        <p:spPr>
          <a:xfrm>
            <a:off x="313175" y="2086125"/>
            <a:ext cx="3382200" cy="18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dk1"/>
                </a:solidFill>
                <a:highlight>
                  <a:schemeClr val="accent5"/>
                </a:highlight>
                <a:latin typeface="Archivo"/>
                <a:ea typeface="Archivo"/>
                <a:cs typeface="Archivo"/>
                <a:sym typeface="Archivo"/>
              </a:rPr>
              <a:t>¡No! ¡Se ve horrible!</a:t>
            </a:r>
            <a:endParaRPr sz="2000">
              <a:solidFill>
                <a:schemeClr val="dk1"/>
              </a:solidFill>
              <a:highlight>
                <a:schemeClr val="accent5"/>
              </a:highlight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Faltan las </a:t>
            </a:r>
            <a:r>
              <a:rPr b="1"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etiquetas</a:t>
            </a:r>
            <a:r>
              <a:rPr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de los ejes x e y, y el </a:t>
            </a:r>
            <a:r>
              <a:rPr b="1"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título. </a:t>
            </a:r>
            <a:r>
              <a:rPr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Adem</a:t>
            </a:r>
            <a:r>
              <a:rPr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ás,</a:t>
            </a:r>
            <a:r>
              <a:rPr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los nombres de las barras se ven </a:t>
            </a:r>
            <a:r>
              <a:rPr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cortados.</a:t>
            </a:r>
            <a:endParaRPr sz="1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015" name="Google Shape;2015;p92"/>
          <p:cNvSpPr/>
          <p:nvPr/>
        </p:nvSpPr>
        <p:spPr>
          <a:xfrm>
            <a:off x="127350" y="4577675"/>
            <a:ext cx="2110500" cy="51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6" name="Google Shape;2016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0125" y="1438979"/>
            <a:ext cx="3877021" cy="2979447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0" name="Shape 2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1" name="Google Shape;2021;p93"/>
          <p:cNvSpPr/>
          <p:nvPr/>
        </p:nvSpPr>
        <p:spPr>
          <a:xfrm flipH="1">
            <a:off x="8229600" y="1028700"/>
            <a:ext cx="914700" cy="411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2022" name="Google Shape;2022;p93"/>
          <p:cNvSpPr txBox="1"/>
          <p:nvPr/>
        </p:nvSpPr>
        <p:spPr>
          <a:xfrm>
            <a:off x="425888" y="2162550"/>
            <a:ext cx="37617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¿Cómo podríamos mejorar nuestro gráfico?</a:t>
            </a:r>
            <a:endParaRPr b="1"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023" name="Google Shape;2023;p93"/>
          <p:cNvCxnSpPr>
            <a:stCxn id="2024" idx="0"/>
          </p:cNvCxnSpPr>
          <p:nvPr/>
        </p:nvCxnSpPr>
        <p:spPr>
          <a:xfrm rot="10800000">
            <a:off x="9450" y="1028700"/>
            <a:ext cx="56964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25" name="Google Shape;2025;p93"/>
          <p:cNvCxnSpPr>
            <a:stCxn id="2024" idx="2"/>
          </p:cNvCxnSpPr>
          <p:nvPr/>
        </p:nvCxnSpPr>
        <p:spPr>
          <a:xfrm>
            <a:off x="6839700" y="2162550"/>
            <a:ext cx="0" cy="29625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026" name="Google Shape;2026;p93"/>
          <p:cNvGrpSpPr/>
          <p:nvPr/>
        </p:nvGrpSpPr>
        <p:grpSpPr>
          <a:xfrm>
            <a:off x="456894" y="358813"/>
            <a:ext cx="1978986" cy="268074"/>
            <a:chOff x="913788" y="717625"/>
            <a:chExt cx="3957972" cy="536147"/>
          </a:xfrm>
        </p:grpSpPr>
        <p:grpSp>
          <p:nvGrpSpPr>
            <p:cNvPr id="2027" name="Google Shape;2027;p93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2028" name="Google Shape;2028;p93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9" name="Google Shape;2029;p93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0" name="Google Shape;2030;p93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1" name="Google Shape;2031;p93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2" name="Google Shape;2032;p93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3" name="Google Shape;2033;p93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4" name="Google Shape;2034;p93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5" name="Google Shape;2035;p93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6" name="Google Shape;2036;p93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7" name="Google Shape;2037;p93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8" name="Google Shape;2038;p93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9" name="Google Shape;2039;p93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40" name="Google Shape;2040;p93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041" name="Google Shape;2041;p93"/>
          <p:cNvGrpSpPr/>
          <p:nvPr/>
        </p:nvGrpSpPr>
        <p:grpSpPr>
          <a:xfrm>
            <a:off x="4613082" y="2858638"/>
            <a:ext cx="2161663" cy="2266261"/>
            <a:chOff x="9226164" y="5717275"/>
            <a:chExt cx="4323327" cy="4532522"/>
          </a:xfrm>
        </p:grpSpPr>
        <p:sp>
          <p:nvSpPr>
            <p:cNvPr id="2042" name="Google Shape;2042;p93"/>
            <p:cNvSpPr/>
            <p:nvPr/>
          </p:nvSpPr>
          <p:spPr>
            <a:xfrm>
              <a:off x="12491985" y="7673165"/>
              <a:ext cx="1057506" cy="1237959"/>
            </a:xfrm>
            <a:custGeom>
              <a:rect b="b" l="l" r="r" t="t"/>
              <a:pathLst>
                <a:path extrusionOk="0" h="17528" w="14973">
                  <a:moveTo>
                    <a:pt x="12182" y="1"/>
                  </a:moveTo>
                  <a:cubicBezTo>
                    <a:pt x="11825" y="1"/>
                    <a:pt x="11476" y="239"/>
                    <a:pt x="11192" y="772"/>
                  </a:cubicBezTo>
                  <a:cubicBezTo>
                    <a:pt x="9844" y="3296"/>
                    <a:pt x="5079" y="6885"/>
                    <a:pt x="5079" y="6885"/>
                  </a:cubicBezTo>
                  <a:cubicBezTo>
                    <a:pt x="6041" y="4190"/>
                    <a:pt x="5196" y="1736"/>
                    <a:pt x="4557" y="1736"/>
                  </a:cubicBezTo>
                  <a:cubicBezTo>
                    <a:pt x="4416" y="1736"/>
                    <a:pt x="4285" y="1856"/>
                    <a:pt x="4185" y="2120"/>
                  </a:cubicBezTo>
                  <a:cubicBezTo>
                    <a:pt x="3652" y="3578"/>
                    <a:pt x="0" y="10098"/>
                    <a:pt x="0" y="10098"/>
                  </a:cubicBezTo>
                  <a:lnTo>
                    <a:pt x="3558" y="17528"/>
                  </a:lnTo>
                  <a:cubicBezTo>
                    <a:pt x="10659" y="15161"/>
                    <a:pt x="11960" y="11885"/>
                    <a:pt x="13637" y="7105"/>
                  </a:cubicBezTo>
                  <a:cubicBezTo>
                    <a:pt x="14972" y="3333"/>
                    <a:pt x="13518" y="1"/>
                    <a:pt x="12182" y="1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93"/>
            <p:cNvSpPr/>
            <p:nvPr/>
          </p:nvSpPr>
          <p:spPr>
            <a:xfrm>
              <a:off x="12978122" y="9201122"/>
              <a:ext cx="14479" cy="34396"/>
            </a:xfrm>
            <a:custGeom>
              <a:rect b="b" l="l" r="r" t="t"/>
              <a:pathLst>
                <a:path extrusionOk="0" h="487" w="205">
                  <a:moveTo>
                    <a:pt x="1" y="1"/>
                  </a:moveTo>
                  <a:lnTo>
                    <a:pt x="1" y="487"/>
                  </a:lnTo>
                  <a:lnTo>
                    <a:pt x="205" y="487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4" name="Google Shape;2044;p93"/>
            <p:cNvSpPr/>
            <p:nvPr/>
          </p:nvSpPr>
          <p:spPr>
            <a:xfrm>
              <a:off x="12850851" y="8069738"/>
              <a:ext cx="266831" cy="441775"/>
            </a:xfrm>
            <a:custGeom>
              <a:rect b="b" l="l" r="r" t="t"/>
              <a:pathLst>
                <a:path extrusionOk="0" h="6255" w="3778">
                  <a:moveTo>
                    <a:pt x="517" y="1"/>
                  </a:moveTo>
                  <a:lnTo>
                    <a:pt x="0" y="424"/>
                  </a:lnTo>
                  <a:cubicBezTo>
                    <a:pt x="16" y="455"/>
                    <a:pt x="3010" y="4123"/>
                    <a:pt x="3104" y="6255"/>
                  </a:cubicBezTo>
                  <a:lnTo>
                    <a:pt x="3778" y="6239"/>
                  </a:lnTo>
                  <a:cubicBezTo>
                    <a:pt x="3684" y="3872"/>
                    <a:pt x="643" y="157"/>
                    <a:pt x="51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5" name="Google Shape;2045;p93"/>
            <p:cNvSpPr/>
            <p:nvPr/>
          </p:nvSpPr>
          <p:spPr>
            <a:xfrm>
              <a:off x="12936099" y="7719920"/>
              <a:ext cx="428497" cy="471650"/>
            </a:xfrm>
            <a:custGeom>
              <a:rect b="b" l="l" r="r" t="t"/>
              <a:pathLst>
                <a:path extrusionOk="0" h="6678" w="6067">
                  <a:moveTo>
                    <a:pt x="5470" y="0"/>
                  </a:moveTo>
                  <a:cubicBezTo>
                    <a:pt x="3637" y="3323"/>
                    <a:pt x="31" y="6113"/>
                    <a:pt x="0" y="6145"/>
                  </a:cubicBezTo>
                  <a:lnTo>
                    <a:pt x="408" y="6678"/>
                  </a:lnTo>
                  <a:cubicBezTo>
                    <a:pt x="564" y="6552"/>
                    <a:pt x="4154" y="3762"/>
                    <a:pt x="6066" y="330"/>
                  </a:cubicBezTo>
                  <a:lnTo>
                    <a:pt x="547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6" name="Google Shape;2046;p93"/>
            <p:cNvSpPr/>
            <p:nvPr/>
          </p:nvSpPr>
          <p:spPr>
            <a:xfrm>
              <a:off x="13010258" y="7882646"/>
              <a:ext cx="422917" cy="420728"/>
            </a:xfrm>
            <a:custGeom>
              <a:rect b="b" l="l" r="r" t="t"/>
              <a:pathLst>
                <a:path extrusionOk="0" h="5957" w="5988">
                  <a:moveTo>
                    <a:pt x="5392" y="1"/>
                  </a:moveTo>
                  <a:cubicBezTo>
                    <a:pt x="4765" y="1255"/>
                    <a:pt x="2900" y="3151"/>
                    <a:pt x="141" y="5330"/>
                  </a:cubicBezTo>
                  <a:cubicBezTo>
                    <a:pt x="63" y="5393"/>
                    <a:pt x="16" y="5440"/>
                    <a:pt x="0" y="5440"/>
                  </a:cubicBezTo>
                  <a:lnTo>
                    <a:pt x="439" y="5957"/>
                  </a:lnTo>
                  <a:cubicBezTo>
                    <a:pt x="455" y="5941"/>
                    <a:pt x="486" y="5910"/>
                    <a:pt x="549" y="5863"/>
                  </a:cubicBezTo>
                  <a:cubicBezTo>
                    <a:pt x="2195" y="4562"/>
                    <a:pt x="5079" y="2101"/>
                    <a:pt x="5988" y="298"/>
                  </a:cubicBezTo>
                  <a:lnTo>
                    <a:pt x="539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7" name="Google Shape;2047;p93"/>
            <p:cNvSpPr/>
            <p:nvPr/>
          </p:nvSpPr>
          <p:spPr>
            <a:xfrm>
              <a:off x="13066689" y="8111833"/>
              <a:ext cx="347699" cy="305605"/>
            </a:xfrm>
            <a:custGeom>
              <a:rect b="b" l="l" r="r" t="t"/>
              <a:pathLst>
                <a:path extrusionOk="0" h="4327" w="4923">
                  <a:moveTo>
                    <a:pt x="4358" y="0"/>
                  </a:moveTo>
                  <a:cubicBezTo>
                    <a:pt x="3324" y="1630"/>
                    <a:pt x="32" y="3746"/>
                    <a:pt x="1" y="3762"/>
                  </a:cubicBezTo>
                  <a:lnTo>
                    <a:pt x="361" y="4326"/>
                  </a:lnTo>
                  <a:cubicBezTo>
                    <a:pt x="502" y="4232"/>
                    <a:pt x="3810" y="2132"/>
                    <a:pt x="4922" y="361"/>
                  </a:cubicBezTo>
                  <a:lnTo>
                    <a:pt x="435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8" name="Google Shape;2048;p93"/>
            <p:cNvSpPr/>
            <p:nvPr/>
          </p:nvSpPr>
          <p:spPr>
            <a:xfrm>
              <a:off x="9316991" y="5717275"/>
              <a:ext cx="1291989" cy="1042886"/>
            </a:xfrm>
            <a:custGeom>
              <a:rect b="b" l="l" r="r" t="t"/>
              <a:pathLst>
                <a:path extrusionOk="0" h="14766" w="18293">
                  <a:moveTo>
                    <a:pt x="6192" y="1"/>
                  </a:moveTo>
                  <a:cubicBezTo>
                    <a:pt x="4546" y="1"/>
                    <a:pt x="2978" y="659"/>
                    <a:pt x="1818" y="1819"/>
                  </a:cubicBezTo>
                  <a:cubicBezTo>
                    <a:pt x="643" y="2994"/>
                    <a:pt x="0" y="4562"/>
                    <a:pt x="0" y="6208"/>
                  </a:cubicBezTo>
                  <a:cubicBezTo>
                    <a:pt x="0" y="7853"/>
                    <a:pt x="643" y="9437"/>
                    <a:pt x="1818" y="10596"/>
                  </a:cubicBezTo>
                  <a:cubicBezTo>
                    <a:pt x="2978" y="11756"/>
                    <a:pt x="4546" y="12415"/>
                    <a:pt x="6192" y="12415"/>
                  </a:cubicBezTo>
                  <a:lnTo>
                    <a:pt x="9703" y="12415"/>
                  </a:lnTo>
                  <a:lnTo>
                    <a:pt x="12979" y="14766"/>
                  </a:lnTo>
                  <a:lnTo>
                    <a:pt x="12524" y="12399"/>
                  </a:lnTo>
                  <a:cubicBezTo>
                    <a:pt x="14091" y="12289"/>
                    <a:pt x="15565" y="11584"/>
                    <a:pt x="16631" y="10440"/>
                  </a:cubicBezTo>
                  <a:cubicBezTo>
                    <a:pt x="17697" y="9295"/>
                    <a:pt x="18292" y="7775"/>
                    <a:pt x="18292" y="6208"/>
                  </a:cubicBezTo>
                  <a:cubicBezTo>
                    <a:pt x="18292" y="5393"/>
                    <a:pt x="18135" y="4593"/>
                    <a:pt x="17822" y="3841"/>
                  </a:cubicBezTo>
                  <a:cubicBezTo>
                    <a:pt x="17508" y="3088"/>
                    <a:pt x="17054" y="2399"/>
                    <a:pt x="16474" y="1819"/>
                  </a:cubicBezTo>
                  <a:cubicBezTo>
                    <a:pt x="15910" y="1255"/>
                    <a:pt x="15220" y="784"/>
                    <a:pt x="14468" y="486"/>
                  </a:cubicBezTo>
                  <a:cubicBezTo>
                    <a:pt x="13715" y="173"/>
                    <a:pt x="12916" y="1"/>
                    <a:pt x="121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9" name="Google Shape;2049;p93"/>
            <p:cNvSpPr/>
            <p:nvPr/>
          </p:nvSpPr>
          <p:spPr>
            <a:xfrm>
              <a:off x="9316991" y="5717275"/>
              <a:ext cx="1291989" cy="1042886"/>
            </a:xfrm>
            <a:custGeom>
              <a:rect b="b" l="l" r="r" t="t"/>
              <a:pathLst>
                <a:path extrusionOk="0" h="14766" w="18293">
                  <a:moveTo>
                    <a:pt x="12101" y="392"/>
                  </a:moveTo>
                  <a:cubicBezTo>
                    <a:pt x="12869" y="392"/>
                    <a:pt x="13606" y="549"/>
                    <a:pt x="14327" y="831"/>
                  </a:cubicBezTo>
                  <a:cubicBezTo>
                    <a:pt x="15032" y="1129"/>
                    <a:pt x="15659" y="1552"/>
                    <a:pt x="16208" y="2101"/>
                  </a:cubicBezTo>
                  <a:cubicBezTo>
                    <a:pt x="16740" y="2650"/>
                    <a:pt x="17164" y="3277"/>
                    <a:pt x="17461" y="3982"/>
                  </a:cubicBezTo>
                  <a:cubicBezTo>
                    <a:pt x="17759" y="4687"/>
                    <a:pt x="17900" y="5440"/>
                    <a:pt x="17900" y="6208"/>
                  </a:cubicBezTo>
                  <a:cubicBezTo>
                    <a:pt x="17900" y="7681"/>
                    <a:pt x="17352" y="9092"/>
                    <a:pt x="16349" y="10173"/>
                  </a:cubicBezTo>
                  <a:cubicBezTo>
                    <a:pt x="15330" y="11255"/>
                    <a:pt x="13966" y="11913"/>
                    <a:pt x="12493" y="12007"/>
                  </a:cubicBezTo>
                  <a:lnTo>
                    <a:pt x="12054" y="12038"/>
                  </a:lnTo>
                  <a:lnTo>
                    <a:pt x="12148" y="12477"/>
                  </a:lnTo>
                  <a:lnTo>
                    <a:pt x="12414" y="13872"/>
                  </a:lnTo>
                  <a:lnTo>
                    <a:pt x="9922" y="12101"/>
                  </a:lnTo>
                  <a:lnTo>
                    <a:pt x="9828" y="12023"/>
                  </a:lnTo>
                  <a:lnTo>
                    <a:pt x="6192" y="12023"/>
                  </a:lnTo>
                  <a:cubicBezTo>
                    <a:pt x="4640" y="12023"/>
                    <a:pt x="3182" y="11411"/>
                    <a:pt x="2085" y="10314"/>
                  </a:cubicBezTo>
                  <a:cubicBezTo>
                    <a:pt x="988" y="9217"/>
                    <a:pt x="392" y="7759"/>
                    <a:pt x="392" y="6208"/>
                  </a:cubicBezTo>
                  <a:cubicBezTo>
                    <a:pt x="392" y="4656"/>
                    <a:pt x="988" y="3198"/>
                    <a:pt x="2085" y="2101"/>
                  </a:cubicBezTo>
                  <a:cubicBezTo>
                    <a:pt x="3182" y="1004"/>
                    <a:pt x="4640" y="392"/>
                    <a:pt x="6192" y="392"/>
                  </a:cubicBezTo>
                  <a:close/>
                  <a:moveTo>
                    <a:pt x="6192" y="1"/>
                  </a:moveTo>
                  <a:cubicBezTo>
                    <a:pt x="4546" y="1"/>
                    <a:pt x="2978" y="659"/>
                    <a:pt x="1818" y="1819"/>
                  </a:cubicBezTo>
                  <a:cubicBezTo>
                    <a:pt x="643" y="2994"/>
                    <a:pt x="0" y="4562"/>
                    <a:pt x="0" y="6208"/>
                  </a:cubicBezTo>
                  <a:cubicBezTo>
                    <a:pt x="0" y="7853"/>
                    <a:pt x="643" y="9437"/>
                    <a:pt x="1818" y="10596"/>
                  </a:cubicBezTo>
                  <a:cubicBezTo>
                    <a:pt x="2978" y="11756"/>
                    <a:pt x="4546" y="12415"/>
                    <a:pt x="6192" y="12415"/>
                  </a:cubicBezTo>
                  <a:lnTo>
                    <a:pt x="9703" y="12415"/>
                  </a:lnTo>
                  <a:lnTo>
                    <a:pt x="12979" y="14766"/>
                  </a:lnTo>
                  <a:lnTo>
                    <a:pt x="12524" y="12399"/>
                  </a:lnTo>
                  <a:cubicBezTo>
                    <a:pt x="14091" y="12289"/>
                    <a:pt x="15565" y="11584"/>
                    <a:pt x="16631" y="10440"/>
                  </a:cubicBezTo>
                  <a:cubicBezTo>
                    <a:pt x="17697" y="9295"/>
                    <a:pt x="18292" y="7775"/>
                    <a:pt x="18292" y="6208"/>
                  </a:cubicBezTo>
                  <a:cubicBezTo>
                    <a:pt x="18292" y="5393"/>
                    <a:pt x="18135" y="4593"/>
                    <a:pt x="17822" y="3841"/>
                  </a:cubicBezTo>
                  <a:cubicBezTo>
                    <a:pt x="17508" y="3088"/>
                    <a:pt x="17054" y="2399"/>
                    <a:pt x="16474" y="1819"/>
                  </a:cubicBezTo>
                  <a:cubicBezTo>
                    <a:pt x="15910" y="1255"/>
                    <a:pt x="15220" y="784"/>
                    <a:pt x="14468" y="486"/>
                  </a:cubicBezTo>
                  <a:cubicBezTo>
                    <a:pt x="13715" y="173"/>
                    <a:pt x="12916" y="1"/>
                    <a:pt x="1210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0" name="Google Shape;2050;p93"/>
            <p:cNvSpPr/>
            <p:nvPr/>
          </p:nvSpPr>
          <p:spPr>
            <a:xfrm>
              <a:off x="9637993" y="6022810"/>
              <a:ext cx="707476" cy="27757"/>
            </a:xfrm>
            <a:custGeom>
              <a:rect b="b" l="l" r="r" t="t"/>
              <a:pathLst>
                <a:path extrusionOk="0" h="393" w="10017">
                  <a:moveTo>
                    <a:pt x="1" y="1"/>
                  </a:moveTo>
                  <a:lnTo>
                    <a:pt x="1" y="393"/>
                  </a:lnTo>
                  <a:lnTo>
                    <a:pt x="10017" y="393"/>
                  </a:lnTo>
                  <a:lnTo>
                    <a:pt x="1001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1" name="Google Shape;2051;p93"/>
            <p:cNvSpPr/>
            <p:nvPr/>
          </p:nvSpPr>
          <p:spPr>
            <a:xfrm>
              <a:off x="9637993" y="6147891"/>
              <a:ext cx="707476" cy="27757"/>
            </a:xfrm>
            <a:custGeom>
              <a:rect b="b" l="l" r="r" t="t"/>
              <a:pathLst>
                <a:path extrusionOk="0" h="393" w="10017">
                  <a:moveTo>
                    <a:pt x="1" y="1"/>
                  </a:moveTo>
                  <a:lnTo>
                    <a:pt x="1" y="393"/>
                  </a:lnTo>
                  <a:lnTo>
                    <a:pt x="10017" y="393"/>
                  </a:lnTo>
                  <a:lnTo>
                    <a:pt x="1001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2" name="Google Shape;2052;p93"/>
            <p:cNvSpPr/>
            <p:nvPr/>
          </p:nvSpPr>
          <p:spPr>
            <a:xfrm>
              <a:off x="9637993" y="6273043"/>
              <a:ext cx="420799" cy="27686"/>
            </a:xfrm>
            <a:custGeom>
              <a:rect b="b" l="l" r="r" t="t"/>
              <a:pathLst>
                <a:path extrusionOk="0" h="392" w="5958">
                  <a:moveTo>
                    <a:pt x="1" y="0"/>
                  </a:moveTo>
                  <a:lnTo>
                    <a:pt x="1" y="392"/>
                  </a:lnTo>
                  <a:lnTo>
                    <a:pt x="5957" y="392"/>
                  </a:lnTo>
                  <a:lnTo>
                    <a:pt x="595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3" name="Google Shape;2053;p93"/>
            <p:cNvSpPr/>
            <p:nvPr/>
          </p:nvSpPr>
          <p:spPr>
            <a:xfrm>
              <a:off x="9226164" y="6956083"/>
              <a:ext cx="43295" cy="43224"/>
            </a:xfrm>
            <a:custGeom>
              <a:rect b="b" l="l" r="r" t="t"/>
              <a:pathLst>
                <a:path extrusionOk="0" h="612" w="613">
                  <a:moveTo>
                    <a:pt x="299" y="0"/>
                  </a:moveTo>
                  <a:cubicBezTo>
                    <a:pt x="126" y="0"/>
                    <a:pt x="1" y="126"/>
                    <a:pt x="1" y="298"/>
                  </a:cubicBezTo>
                  <a:cubicBezTo>
                    <a:pt x="1" y="470"/>
                    <a:pt x="126" y="611"/>
                    <a:pt x="299" y="611"/>
                  </a:cubicBezTo>
                  <a:cubicBezTo>
                    <a:pt x="471" y="611"/>
                    <a:pt x="612" y="470"/>
                    <a:pt x="612" y="298"/>
                  </a:cubicBezTo>
                  <a:cubicBezTo>
                    <a:pt x="612" y="126"/>
                    <a:pt x="471" y="0"/>
                    <a:pt x="2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4" name="Google Shape;2054;p93"/>
            <p:cNvSpPr/>
            <p:nvPr/>
          </p:nvSpPr>
          <p:spPr>
            <a:xfrm>
              <a:off x="10177165" y="7446450"/>
              <a:ext cx="95276" cy="95276"/>
            </a:xfrm>
            <a:custGeom>
              <a:rect b="b" l="l" r="r" t="t"/>
              <a:pathLst>
                <a:path extrusionOk="0" h="1349" w="1349">
                  <a:moveTo>
                    <a:pt x="674" y="1"/>
                  </a:moveTo>
                  <a:cubicBezTo>
                    <a:pt x="298" y="1"/>
                    <a:pt x="0" y="299"/>
                    <a:pt x="0" y="675"/>
                  </a:cubicBezTo>
                  <a:cubicBezTo>
                    <a:pt x="0" y="1051"/>
                    <a:pt x="298" y="1349"/>
                    <a:pt x="674" y="1349"/>
                  </a:cubicBezTo>
                  <a:cubicBezTo>
                    <a:pt x="1035" y="1349"/>
                    <a:pt x="1348" y="1051"/>
                    <a:pt x="1348" y="675"/>
                  </a:cubicBezTo>
                  <a:cubicBezTo>
                    <a:pt x="1348" y="299"/>
                    <a:pt x="1035" y="1"/>
                    <a:pt x="6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5" name="Google Shape;2055;p93"/>
            <p:cNvSpPr/>
            <p:nvPr/>
          </p:nvSpPr>
          <p:spPr>
            <a:xfrm>
              <a:off x="10924405" y="7971849"/>
              <a:ext cx="2211912" cy="1631213"/>
            </a:xfrm>
            <a:custGeom>
              <a:rect b="b" l="l" r="r" t="t"/>
              <a:pathLst>
                <a:path extrusionOk="0" h="23096" w="31318">
                  <a:moveTo>
                    <a:pt x="4844" y="0"/>
                  </a:moveTo>
                  <a:cubicBezTo>
                    <a:pt x="4256" y="0"/>
                    <a:pt x="3658" y="124"/>
                    <a:pt x="3088" y="383"/>
                  </a:cubicBezTo>
                  <a:cubicBezTo>
                    <a:pt x="941" y="1355"/>
                    <a:pt x="0" y="3879"/>
                    <a:pt x="972" y="6010"/>
                  </a:cubicBezTo>
                  <a:lnTo>
                    <a:pt x="7618" y="20603"/>
                  </a:lnTo>
                  <a:cubicBezTo>
                    <a:pt x="8135" y="21747"/>
                    <a:pt x="9138" y="22594"/>
                    <a:pt x="10345" y="22939"/>
                  </a:cubicBezTo>
                  <a:cubicBezTo>
                    <a:pt x="10722" y="23033"/>
                    <a:pt x="11113" y="23095"/>
                    <a:pt x="11490" y="23095"/>
                  </a:cubicBezTo>
                  <a:cubicBezTo>
                    <a:pt x="12336" y="23095"/>
                    <a:pt x="13182" y="22829"/>
                    <a:pt x="13888" y="22343"/>
                  </a:cubicBezTo>
                  <a:lnTo>
                    <a:pt x="28888" y="12045"/>
                  </a:lnTo>
                  <a:cubicBezTo>
                    <a:pt x="30816" y="10728"/>
                    <a:pt x="31318" y="8079"/>
                    <a:pt x="29985" y="6152"/>
                  </a:cubicBezTo>
                  <a:cubicBezTo>
                    <a:pt x="29158" y="4944"/>
                    <a:pt x="27823" y="4300"/>
                    <a:pt x="26468" y="4300"/>
                  </a:cubicBezTo>
                  <a:cubicBezTo>
                    <a:pt x="25641" y="4300"/>
                    <a:pt x="24807" y="4540"/>
                    <a:pt x="24076" y="5039"/>
                  </a:cubicBezTo>
                  <a:lnTo>
                    <a:pt x="13261" y="12468"/>
                  </a:lnTo>
                  <a:lnTo>
                    <a:pt x="8715" y="2499"/>
                  </a:lnTo>
                  <a:cubicBezTo>
                    <a:pt x="8003" y="926"/>
                    <a:pt x="6458" y="0"/>
                    <a:pt x="4844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6" name="Google Shape;2056;p93"/>
            <p:cNvSpPr/>
            <p:nvPr/>
          </p:nvSpPr>
          <p:spPr>
            <a:xfrm>
              <a:off x="12810798" y="8147217"/>
              <a:ext cx="181583" cy="375385"/>
            </a:xfrm>
            <a:custGeom>
              <a:rect b="b" l="l" r="r" t="t"/>
              <a:pathLst>
                <a:path extrusionOk="0" h="5315" w="2571">
                  <a:moveTo>
                    <a:pt x="847" y="1"/>
                  </a:moveTo>
                  <a:lnTo>
                    <a:pt x="283" y="346"/>
                  </a:lnTo>
                  <a:cubicBezTo>
                    <a:pt x="345" y="455"/>
                    <a:pt x="1740" y="2775"/>
                    <a:pt x="0" y="4891"/>
                  </a:cubicBezTo>
                  <a:lnTo>
                    <a:pt x="518" y="5314"/>
                  </a:lnTo>
                  <a:cubicBezTo>
                    <a:pt x="2571" y="2822"/>
                    <a:pt x="862" y="32"/>
                    <a:pt x="84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7" name="Google Shape;2057;p93"/>
            <p:cNvSpPr/>
            <p:nvPr/>
          </p:nvSpPr>
          <p:spPr>
            <a:xfrm>
              <a:off x="10969818" y="7948612"/>
              <a:ext cx="811510" cy="927127"/>
            </a:xfrm>
            <a:custGeom>
              <a:rect b="b" l="l" r="r" t="t"/>
              <a:pathLst>
                <a:path extrusionOk="0" h="13127" w="11490">
                  <a:moveTo>
                    <a:pt x="4919" y="0"/>
                  </a:moveTo>
                  <a:cubicBezTo>
                    <a:pt x="4473" y="0"/>
                    <a:pt x="4020" y="68"/>
                    <a:pt x="3574" y="211"/>
                  </a:cubicBezTo>
                  <a:cubicBezTo>
                    <a:pt x="1254" y="963"/>
                    <a:pt x="0" y="3440"/>
                    <a:pt x="737" y="5759"/>
                  </a:cubicBezTo>
                  <a:lnTo>
                    <a:pt x="3135" y="13126"/>
                  </a:lnTo>
                  <a:lnTo>
                    <a:pt x="11489" y="10415"/>
                  </a:lnTo>
                  <a:lnTo>
                    <a:pt x="9107" y="3048"/>
                  </a:lnTo>
                  <a:cubicBezTo>
                    <a:pt x="8500" y="1178"/>
                    <a:pt x="6773" y="0"/>
                    <a:pt x="4919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8" name="Google Shape;2058;p93"/>
            <p:cNvSpPr/>
            <p:nvPr/>
          </p:nvSpPr>
          <p:spPr>
            <a:xfrm>
              <a:off x="9910333" y="7952426"/>
              <a:ext cx="1411561" cy="1307456"/>
            </a:xfrm>
            <a:custGeom>
              <a:rect b="b" l="l" r="r" t="t"/>
              <a:pathLst>
                <a:path extrusionOk="0" h="18512" w="19986">
                  <a:moveTo>
                    <a:pt x="1" y="0"/>
                  </a:moveTo>
                  <a:lnTo>
                    <a:pt x="1" y="14875"/>
                  </a:lnTo>
                  <a:cubicBezTo>
                    <a:pt x="1" y="16881"/>
                    <a:pt x="1631" y="18511"/>
                    <a:pt x="3637" y="18511"/>
                  </a:cubicBezTo>
                  <a:lnTo>
                    <a:pt x="16333" y="18511"/>
                  </a:lnTo>
                  <a:cubicBezTo>
                    <a:pt x="18355" y="18511"/>
                    <a:pt x="19985" y="16881"/>
                    <a:pt x="19985" y="14875"/>
                  </a:cubicBezTo>
                  <a:lnTo>
                    <a:pt x="19985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93"/>
            <p:cNvSpPr/>
            <p:nvPr/>
          </p:nvSpPr>
          <p:spPr>
            <a:xfrm>
              <a:off x="11274223" y="8376403"/>
              <a:ext cx="48804" cy="517064"/>
            </a:xfrm>
            <a:custGeom>
              <a:rect b="b" l="l" r="r" t="t"/>
              <a:pathLst>
                <a:path extrusionOk="0" h="7321" w="691">
                  <a:moveTo>
                    <a:pt x="659" y="0"/>
                  </a:moveTo>
                  <a:lnTo>
                    <a:pt x="0" y="16"/>
                  </a:lnTo>
                  <a:lnTo>
                    <a:pt x="16" y="7320"/>
                  </a:lnTo>
                  <a:lnTo>
                    <a:pt x="690" y="7320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0" name="Google Shape;2060;p93"/>
            <p:cNvSpPr/>
            <p:nvPr/>
          </p:nvSpPr>
          <p:spPr>
            <a:xfrm>
              <a:off x="10224768" y="7516230"/>
              <a:ext cx="96336" cy="95276"/>
            </a:xfrm>
            <a:custGeom>
              <a:rect b="b" l="l" r="r" t="t"/>
              <a:pathLst>
                <a:path extrusionOk="0" h="1349" w="1364">
                  <a:moveTo>
                    <a:pt x="690" y="0"/>
                  </a:moveTo>
                  <a:cubicBezTo>
                    <a:pt x="314" y="0"/>
                    <a:pt x="0" y="314"/>
                    <a:pt x="0" y="674"/>
                  </a:cubicBezTo>
                  <a:cubicBezTo>
                    <a:pt x="0" y="1051"/>
                    <a:pt x="314" y="1348"/>
                    <a:pt x="690" y="1348"/>
                  </a:cubicBezTo>
                  <a:cubicBezTo>
                    <a:pt x="1050" y="1348"/>
                    <a:pt x="1364" y="1051"/>
                    <a:pt x="1364" y="674"/>
                  </a:cubicBezTo>
                  <a:cubicBezTo>
                    <a:pt x="1364" y="314"/>
                    <a:pt x="1050" y="0"/>
                    <a:pt x="6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1" name="Google Shape;2061;p93"/>
            <p:cNvSpPr/>
            <p:nvPr/>
          </p:nvSpPr>
          <p:spPr>
            <a:xfrm>
              <a:off x="10842477" y="8674169"/>
              <a:ext cx="1688280" cy="1180186"/>
            </a:xfrm>
            <a:custGeom>
              <a:rect b="b" l="l" r="r" t="t"/>
              <a:pathLst>
                <a:path extrusionOk="0" h="16710" w="23904">
                  <a:moveTo>
                    <a:pt x="1019" y="1"/>
                  </a:moveTo>
                  <a:cubicBezTo>
                    <a:pt x="455" y="1"/>
                    <a:pt x="0" y="455"/>
                    <a:pt x="0" y="1020"/>
                  </a:cubicBezTo>
                  <a:lnTo>
                    <a:pt x="0" y="15706"/>
                  </a:lnTo>
                  <a:cubicBezTo>
                    <a:pt x="0" y="16255"/>
                    <a:pt x="455" y="16710"/>
                    <a:pt x="1019" y="16710"/>
                  </a:cubicBezTo>
                  <a:lnTo>
                    <a:pt x="22885" y="16710"/>
                  </a:lnTo>
                  <a:cubicBezTo>
                    <a:pt x="23449" y="16710"/>
                    <a:pt x="23904" y="16255"/>
                    <a:pt x="23904" y="15706"/>
                  </a:cubicBezTo>
                  <a:lnTo>
                    <a:pt x="23904" y="1020"/>
                  </a:lnTo>
                  <a:cubicBezTo>
                    <a:pt x="23904" y="455"/>
                    <a:pt x="23449" y="1"/>
                    <a:pt x="22885" y="1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93"/>
            <p:cNvSpPr/>
            <p:nvPr/>
          </p:nvSpPr>
          <p:spPr>
            <a:xfrm>
              <a:off x="10842477" y="9940663"/>
              <a:ext cx="1688280" cy="146199"/>
            </a:xfrm>
            <a:custGeom>
              <a:rect b="b" l="l" r="r" t="t"/>
              <a:pathLst>
                <a:path extrusionOk="0" h="2070" w="23904">
                  <a:moveTo>
                    <a:pt x="0" y="0"/>
                  </a:moveTo>
                  <a:lnTo>
                    <a:pt x="0" y="1176"/>
                  </a:lnTo>
                  <a:cubicBezTo>
                    <a:pt x="0" y="1662"/>
                    <a:pt x="392" y="2069"/>
                    <a:pt x="894" y="2069"/>
                  </a:cubicBezTo>
                  <a:lnTo>
                    <a:pt x="23010" y="2069"/>
                  </a:lnTo>
                  <a:cubicBezTo>
                    <a:pt x="23512" y="2069"/>
                    <a:pt x="23904" y="1662"/>
                    <a:pt x="23904" y="1176"/>
                  </a:cubicBezTo>
                  <a:lnTo>
                    <a:pt x="23904" y="0"/>
                  </a:ln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93"/>
            <p:cNvSpPr/>
            <p:nvPr/>
          </p:nvSpPr>
          <p:spPr>
            <a:xfrm>
              <a:off x="11581948" y="9159098"/>
              <a:ext cx="209340" cy="210399"/>
            </a:xfrm>
            <a:custGeom>
              <a:rect b="b" l="l" r="r" t="t"/>
              <a:pathLst>
                <a:path extrusionOk="0" h="2979" w="2964">
                  <a:moveTo>
                    <a:pt x="1490" y="0"/>
                  </a:moveTo>
                  <a:cubicBezTo>
                    <a:pt x="659" y="0"/>
                    <a:pt x="1" y="674"/>
                    <a:pt x="1" y="1489"/>
                  </a:cubicBezTo>
                  <a:cubicBezTo>
                    <a:pt x="1" y="2320"/>
                    <a:pt x="659" y="2978"/>
                    <a:pt x="1490" y="2978"/>
                  </a:cubicBezTo>
                  <a:cubicBezTo>
                    <a:pt x="2305" y="2978"/>
                    <a:pt x="2963" y="2320"/>
                    <a:pt x="2963" y="1489"/>
                  </a:cubicBezTo>
                  <a:cubicBezTo>
                    <a:pt x="2963" y="674"/>
                    <a:pt x="2305" y="0"/>
                    <a:pt x="1490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93"/>
            <p:cNvSpPr/>
            <p:nvPr/>
          </p:nvSpPr>
          <p:spPr>
            <a:xfrm>
              <a:off x="9463119" y="7957370"/>
              <a:ext cx="1545471" cy="2292427"/>
            </a:xfrm>
            <a:custGeom>
              <a:rect b="b" l="l" r="r" t="t"/>
              <a:pathLst>
                <a:path extrusionOk="0" h="32458" w="21882">
                  <a:moveTo>
                    <a:pt x="5758" y="0"/>
                  </a:moveTo>
                  <a:cubicBezTo>
                    <a:pt x="3629" y="0"/>
                    <a:pt x="1829" y="1648"/>
                    <a:pt x="1693" y="3802"/>
                  </a:cubicBezTo>
                  <a:lnTo>
                    <a:pt x="79" y="28128"/>
                  </a:lnTo>
                  <a:cubicBezTo>
                    <a:pt x="0" y="29335"/>
                    <a:pt x="471" y="30526"/>
                    <a:pt x="1364" y="31373"/>
                  </a:cubicBezTo>
                  <a:cubicBezTo>
                    <a:pt x="2125" y="32080"/>
                    <a:pt x="3124" y="32458"/>
                    <a:pt x="4158" y="32458"/>
                  </a:cubicBezTo>
                  <a:cubicBezTo>
                    <a:pt x="4339" y="32458"/>
                    <a:pt x="4521" y="32446"/>
                    <a:pt x="4703" y="32423"/>
                  </a:cubicBezTo>
                  <a:lnTo>
                    <a:pt x="18245" y="30526"/>
                  </a:lnTo>
                  <a:cubicBezTo>
                    <a:pt x="19233" y="30401"/>
                    <a:pt x="20079" y="29915"/>
                    <a:pt x="20690" y="29241"/>
                  </a:cubicBezTo>
                  <a:cubicBezTo>
                    <a:pt x="21474" y="28379"/>
                    <a:pt x="21882" y="27188"/>
                    <a:pt x="21709" y="25949"/>
                  </a:cubicBezTo>
                  <a:cubicBezTo>
                    <a:pt x="21436" y="23908"/>
                    <a:pt x="19686" y="22433"/>
                    <a:pt x="17680" y="22433"/>
                  </a:cubicBezTo>
                  <a:cubicBezTo>
                    <a:pt x="17499" y="22433"/>
                    <a:pt x="17316" y="22445"/>
                    <a:pt x="17132" y="22470"/>
                  </a:cubicBezTo>
                  <a:lnTo>
                    <a:pt x="8527" y="23677"/>
                  </a:lnTo>
                  <a:lnTo>
                    <a:pt x="9797" y="4335"/>
                  </a:lnTo>
                  <a:cubicBezTo>
                    <a:pt x="9953" y="2093"/>
                    <a:pt x="8261" y="165"/>
                    <a:pt x="6019" y="8"/>
                  </a:cubicBezTo>
                  <a:cubicBezTo>
                    <a:pt x="5932" y="3"/>
                    <a:pt x="5845" y="0"/>
                    <a:pt x="5758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93"/>
            <p:cNvSpPr/>
            <p:nvPr/>
          </p:nvSpPr>
          <p:spPr>
            <a:xfrm>
              <a:off x="10499297" y="9314408"/>
              <a:ext cx="1093455" cy="810945"/>
            </a:xfrm>
            <a:custGeom>
              <a:rect b="b" l="l" r="r" t="t"/>
              <a:pathLst>
                <a:path extrusionOk="0" h="11482" w="15482">
                  <a:moveTo>
                    <a:pt x="10848" y="0"/>
                  </a:moveTo>
                  <a:cubicBezTo>
                    <a:pt x="10663" y="0"/>
                    <a:pt x="10271" y="128"/>
                    <a:pt x="9593" y="434"/>
                  </a:cubicBezTo>
                  <a:cubicBezTo>
                    <a:pt x="5659" y="2221"/>
                    <a:pt x="0" y="3522"/>
                    <a:pt x="0" y="3522"/>
                  </a:cubicBezTo>
                  <a:lnTo>
                    <a:pt x="1098" y="11438"/>
                  </a:lnTo>
                  <a:cubicBezTo>
                    <a:pt x="1359" y="11467"/>
                    <a:pt x="1648" y="11482"/>
                    <a:pt x="1960" y="11482"/>
                  </a:cubicBezTo>
                  <a:cubicBezTo>
                    <a:pt x="5097" y="11482"/>
                    <a:pt x="10521" y="10041"/>
                    <a:pt x="12289" y="8444"/>
                  </a:cubicBezTo>
                  <a:cubicBezTo>
                    <a:pt x="14123" y="6803"/>
                    <a:pt x="15482" y="1535"/>
                    <a:pt x="14077" y="1535"/>
                  </a:cubicBezTo>
                  <a:cubicBezTo>
                    <a:pt x="13993" y="1535"/>
                    <a:pt x="13899" y="1554"/>
                    <a:pt x="13794" y="1594"/>
                  </a:cubicBezTo>
                  <a:cubicBezTo>
                    <a:pt x="11929" y="2315"/>
                    <a:pt x="7791" y="2958"/>
                    <a:pt x="7791" y="2958"/>
                  </a:cubicBezTo>
                  <a:cubicBezTo>
                    <a:pt x="7791" y="2958"/>
                    <a:pt x="11737" y="0"/>
                    <a:pt x="10848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93"/>
            <p:cNvSpPr/>
            <p:nvPr/>
          </p:nvSpPr>
          <p:spPr>
            <a:xfrm>
              <a:off x="11084941" y="9529893"/>
              <a:ext cx="456112" cy="201571"/>
            </a:xfrm>
            <a:custGeom>
              <a:rect b="b" l="l" r="r" t="t"/>
              <a:pathLst>
                <a:path extrusionOk="0" h="2854" w="6458">
                  <a:moveTo>
                    <a:pt x="6176" y="1"/>
                  </a:moveTo>
                  <a:cubicBezTo>
                    <a:pt x="6129" y="17"/>
                    <a:pt x="2304" y="1882"/>
                    <a:pt x="0" y="2211"/>
                  </a:cubicBezTo>
                  <a:lnTo>
                    <a:pt x="94" y="2854"/>
                  </a:lnTo>
                  <a:cubicBezTo>
                    <a:pt x="2492" y="2525"/>
                    <a:pt x="6301" y="659"/>
                    <a:pt x="6458" y="581"/>
                  </a:cubicBezTo>
                  <a:lnTo>
                    <a:pt x="617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7" name="Google Shape;2067;p93"/>
            <p:cNvSpPr/>
            <p:nvPr/>
          </p:nvSpPr>
          <p:spPr>
            <a:xfrm>
              <a:off x="11039528" y="9657235"/>
              <a:ext cx="483869" cy="246914"/>
            </a:xfrm>
            <a:custGeom>
              <a:rect b="b" l="l" r="r" t="t"/>
              <a:pathLst>
                <a:path extrusionOk="0" h="3496" w="6851">
                  <a:moveTo>
                    <a:pt x="6317" y="0"/>
                  </a:moveTo>
                  <a:cubicBezTo>
                    <a:pt x="5972" y="298"/>
                    <a:pt x="2712" y="2508"/>
                    <a:pt x="0" y="2853"/>
                  </a:cubicBezTo>
                  <a:lnTo>
                    <a:pt x="79" y="3496"/>
                  </a:lnTo>
                  <a:cubicBezTo>
                    <a:pt x="2759" y="3151"/>
                    <a:pt x="6302" y="957"/>
                    <a:pt x="6787" y="424"/>
                  </a:cubicBezTo>
                  <a:cubicBezTo>
                    <a:pt x="6819" y="392"/>
                    <a:pt x="6834" y="361"/>
                    <a:pt x="6850" y="345"/>
                  </a:cubicBezTo>
                  <a:lnTo>
                    <a:pt x="6537" y="251"/>
                  </a:lnTo>
                  <a:lnTo>
                    <a:pt x="631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93"/>
            <p:cNvSpPr/>
            <p:nvPr/>
          </p:nvSpPr>
          <p:spPr>
            <a:xfrm>
              <a:off x="11038398" y="9784576"/>
              <a:ext cx="431817" cy="236955"/>
            </a:xfrm>
            <a:custGeom>
              <a:rect b="b" l="l" r="r" t="t"/>
              <a:pathLst>
                <a:path extrusionOk="0" h="3355" w="6114">
                  <a:moveTo>
                    <a:pt x="5550" y="0"/>
                  </a:moveTo>
                  <a:cubicBezTo>
                    <a:pt x="5299" y="345"/>
                    <a:pt x="2650" y="2477"/>
                    <a:pt x="1" y="2712"/>
                  </a:cubicBezTo>
                  <a:lnTo>
                    <a:pt x="64" y="3354"/>
                  </a:lnTo>
                  <a:cubicBezTo>
                    <a:pt x="2885" y="3104"/>
                    <a:pt x="5581" y="941"/>
                    <a:pt x="6051" y="423"/>
                  </a:cubicBezTo>
                  <a:cubicBezTo>
                    <a:pt x="6082" y="392"/>
                    <a:pt x="6098" y="361"/>
                    <a:pt x="6114" y="345"/>
                  </a:cubicBezTo>
                  <a:lnTo>
                    <a:pt x="5790" y="170"/>
                  </a:lnTo>
                  <a:lnTo>
                    <a:pt x="5790" y="170"/>
                  </a:lnTo>
                  <a:lnTo>
                    <a:pt x="555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93"/>
            <p:cNvSpPr/>
            <p:nvPr/>
          </p:nvSpPr>
          <p:spPr>
            <a:xfrm>
              <a:off x="9535089" y="7933498"/>
              <a:ext cx="633246" cy="860314"/>
            </a:xfrm>
            <a:custGeom>
              <a:rect b="b" l="l" r="r" t="t"/>
              <a:pathLst>
                <a:path extrusionOk="0" h="12181" w="8966">
                  <a:moveTo>
                    <a:pt x="4525" y="0"/>
                  </a:moveTo>
                  <a:cubicBezTo>
                    <a:pt x="2148" y="0"/>
                    <a:pt x="219" y="1905"/>
                    <a:pt x="173" y="4281"/>
                  </a:cubicBezTo>
                  <a:lnTo>
                    <a:pt x="0" y="11992"/>
                  </a:lnTo>
                  <a:lnTo>
                    <a:pt x="8746" y="12181"/>
                  </a:lnTo>
                  <a:lnTo>
                    <a:pt x="8919" y="4469"/>
                  </a:lnTo>
                  <a:cubicBezTo>
                    <a:pt x="8966" y="2055"/>
                    <a:pt x="7054" y="49"/>
                    <a:pt x="4640" y="2"/>
                  </a:cubicBezTo>
                  <a:cubicBezTo>
                    <a:pt x="4601" y="1"/>
                    <a:pt x="4563" y="0"/>
                    <a:pt x="4525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93"/>
            <p:cNvSpPr/>
            <p:nvPr/>
          </p:nvSpPr>
          <p:spPr>
            <a:xfrm>
              <a:off x="10072000" y="8420687"/>
              <a:ext cx="68650" cy="517064"/>
            </a:xfrm>
            <a:custGeom>
              <a:rect b="b" l="l" r="r" t="t"/>
              <a:pathLst>
                <a:path extrusionOk="0" h="7321" w="972">
                  <a:moveTo>
                    <a:pt x="298" y="0"/>
                  </a:moveTo>
                  <a:lnTo>
                    <a:pt x="0" y="7289"/>
                  </a:lnTo>
                  <a:lnTo>
                    <a:pt x="658" y="7320"/>
                  </a:lnTo>
                  <a:lnTo>
                    <a:pt x="972" y="16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93"/>
            <p:cNvSpPr/>
            <p:nvPr/>
          </p:nvSpPr>
          <p:spPr>
            <a:xfrm>
              <a:off x="10259093" y="7045709"/>
              <a:ext cx="832557" cy="832557"/>
            </a:xfrm>
            <a:custGeom>
              <a:rect b="b" l="l" r="r" t="t"/>
              <a:pathLst>
                <a:path extrusionOk="0" h="11788" w="11788">
                  <a:moveTo>
                    <a:pt x="5894" y="1"/>
                  </a:moveTo>
                  <a:cubicBezTo>
                    <a:pt x="2633" y="1"/>
                    <a:pt x="0" y="2634"/>
                    <a:pt x="0" y="5894"/>
                  </a:cubicBezTo>
                  <a:cubicBezTo>
                    <a:pt x="0" y="9155"/>
                    <a:pt x="2633" y="11788"/>
                    <a:pt x="5894" y="11788"/>
                  </a:cubicBezTo>
                  <a:cubicBezTo>
                    <a:pt x="9154" y="11788"/>
                    <a:pt x="11787" y="9155"/>
                    <a:pt x="11787" y="5894"/>
                  </a:cubicBezTo>
                  <a:cubicBezTo>
                    <a:pt x="11787" y="2634"/>
                    <a:pt x="9154" y="1"/>
                    <a:pt x="5894" y="1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93"/>
            <p:cNvSpPr/>
            <p:nvPr/>
          </p:nvSpPr>
          <p:spPr>
            <a:xfrm>
              <a:off x="10792684" y="7534523"/>
              <a:ext cx="189352" cy="102410"/>
            </a:xfrm>
            <a:custGeom>
              <a:rect b="b" l="l" r="r" t="t"/>
              <a:pathLst>
                <a:path extrusionOk="0" h="1450" w="2681">
                  <a:moveTo>
                    <a:pt x="449" y="0"/>
                  </a:moveTo>
                  <a:cubicBezTo>
                    <a:pt x="317" y="0"/>
                    <a:pt x="182" y="66"/>
                    <a:pt x="110" y="180"/>
                  </a:cubicBezTo>
                  <a:cubicBezTo>
                    <a:pt x="0" y="368"/>
                    <a:pt x="63" y="603"/>
                    <a:pt x="251" y="713"/>
                  </a:cubicBezTo>
                  <a:cubicBezTo>
                    <a:pt x="282" y="745"/>
                    <a:pt x="1223" y="1324"/>
                    <a:pt x="2226" y="1450"/>
                  </a:cubicBezTo>
                  <a:lnTo>
                    <a:pt x="2273" y="1450"/>
                  </a:lnTo>
                  <a:cubicBezTo>
                    <a:pt x="2461" y="1450"/>
                    <a:pt x="2633" y="1309"/>
                    <a:pt x="2665" y="1105"/>
                  </a:cubicBezTo>
                  <a:cubicBezTo>
                    <a:pt x="2680" y="901"/>
                    <a:pt x="2539" y="697"/>
                    <a:pt x="2320" y="666"/>
                  </a:cubicBezTo>
                  <a:cubicBezTo>
                    <a:pt x="1489" y="572"/>
                    <a:pt x="658" y="71"/>
                    <a:pt x="643" y="55"/>
                  </a:cubicBezTo>
                  <a:cubicBezTo>
                    <a:pt x="584" y="18"/>
                    <a:pt x="517" y="0"/>
                    <a:pt x="4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93"/>
            <p:cNvSpPr/>
            <p:nvPr/>
          </p:nvSpPr>
          <p:spPr>
            <a:xfrm>
              <a:off x="10671982" y="7364734"/>
              <a:ext cx="188293" cy="79597"/>
            </a:xfrm>
            <a:custGeom>
              <a:rect b="b" l="l" r="r" t="t"/>
              <a:pathLst>
                <a:path extrusionOk="0" h="1127" w="2666">
                  <a:moveTo>
                    <a:pt x="1392" y="1"/>
                  </a:moveTo>
                  <a:cubicBezTo>
                    <a:pt x="889" y="1"/>
                    <a:pt x="435" y="230"/>
                    <a:pt x="189" y="421"/>
                  </a:cubicBezTo>
                  <a:cubicBezTo>
                    <a:pt x="32" y="562"/>
                    <a:pt x="1" y="797"/>
                    <a:pt x="126" y="970"/>
                  </a:cubicBezTo>
                  <a:cubicBezTo>
                    <a:pt x="204" y="1064"/>
                    <a:pt x="314" y="1127"/>
                    <a:pt x="440" y="1127"/>
                  </a:cubicBezTo>
                  <a:cubicBezTo>
                    <a:pt x="518" y="1127"/>
                    <a:pt x="596" y="1095"/>
                    <a:pt x="675" y="1032"/>
                  </a:cubicBezTo>
                  <a:cubicBezTo>
                    <a:pt x="696" y="1022"/>
                    <a:pt x="1011" y="781"/>
                    <a:pt x="1386" y="781"/>
                  </a:cubicBezTo>
                  <a:cubicBezTo>
                    <a:pt x="1572" y="781"/>
                    <a:pt x="1773" y="840"/>
                    <a:pt x="1960" y="1017"/>
                  </a:cubicBezTo>
                  <a:cubicBezTo>
                    <a:pt x="2036" y="1085"/>
                    <a:pt x="2135" y="1121"/>
                    <a:pt x="2232" y="1121"/>
                  </a:cubicBezTo>
                  <a:cubicBezTo>
                    <a:pt x="2335" y="1121"/>
                    <a:pt x="2436" y="1082"/>
                    <a:pt x="2509" y="1001"/>
                  </a:cubicBezTo>
                  <a:cubicBezTo>
                    <a:pt x="2665" y="844"/>
                    <a:pt x="2650" y="594"/>
                    <a:pt x="2493" y="453"/>
                  </a:cubicBezTo>
                  <a:cubicBezTo>
                    <a:pt x="2139" y="119"/>
                    <a:pt x="1753" y="1"/>
                    <a:pt x="139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93"/>
            <p:cNvSpPr/>
            <p:nvPr/>
          </p:nvSpPr>
          <p:spPr>
            <a:xfrm>
              <a:off x="10949831" y="7363251"/>
              <a:ext cx="171695" cy="79032"/>
            </a:xfrm>
            <a:custGeom>
              <a:rect b="b" l="l" r="r" t="t"/>
              <a:pathLst>
                <a:path extrusionOk="0" h="1119" w="2431">
                  <a:moveTo>
                    <a:pt x="1275" y="1"/>
                  </a:moveTo>
                  <a:cubicBezTo>
                    <a:pt x="839" y="1"/>
                    <a:pt x="431" y="211"/>
                    <a:pt x="173" y="442"/>
                  </a:cubicBezTo>
                  <a:cubicBezTo>
                    <a:pt x="17" y="583"/>
                    <a:pt x="1" y="834"/>
                    <a:pt x="142" y="991"/>
                  </a:cubicBezTo>
                  <a:cubicBezTo>
                    <a:pt x="218" y="1075"/>
                    <a:pt x="321" y="1119"/>
                    <a:pt x="428" y="1119"/>
                  </a:cubicBezTo>
                  <a:cubicBezTo>
                    <a:pt x="518" y="1119"/>
                    <a:pt x="611" y="1087"/>
                    <a:pt x="691" y="1022"/>
                  </a:cubicBezTo>
                  <a:cubicBezTo>
                    <a:pt x="751" y="961"/>
                    <a:pt x="983" y="775"/>
                    <a:pt x="1254" y="775"/>
                  </a:cubicBezTo>
                  <a:cubicBezTo>
                    <a:pt x="1401" y="775"/>
                    <a:pt x="1560" y="831"/>
                    <a:pt x="1709" y="991"/>
                  </a:cubicBezTo>
                  <a:cubicBezTo>
                    <a:pt x="1788" y="1069"/>
                    <a:pt x="1897" y="1116"/>
                    <a:pt x="1992" y="1116"/>
                  </a:cubicBezTo>
                  <a:cubicBezTo>
                    <a:pt x="2086" y="1116"/>
                    <a:pt x="2195" y="1085"/>
                    <a:pt x="2258" y="1006"/>
                  </a:cubicBezTo>
                  <a:cubicBezTo>
                    <a:pt x="2415" y="865"/>
                    <a:pt x="2430" y="615"/>
                    <a:pt x="2274" y="458"/>
                  </a:cubicBezTo>
                  <a:cubicBezTo>
                    <a:pt x="1961" y="125"/>
                    <a:pt x="1610" y="1"/>
                    <a:pt x="127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5" name="Google Shape;2075;p93"/>
            <p:cNvSpPr/>
            <p:nvPr/>
          </p:nvSpPr>
          <p:spPr>
            <a:xfrm>
              <a:off x="10153928" y="7335777"/>
              <a:ext cx="209269" cy="209269"/>
            </a:xfrm>
            <a:custGeom>
              <a:rect b="b" l="l" r="r" t="t"/>
              <a:pathLst>
                <a:path extrusionOk="0" h="2963" w="2963">
                  <a:moveTo>
                    <a:pt x="1489" y="0"/>
                  </a:moveTo>
                  <a:cubicBezTo>
                    <a:pt x="658" y="0"/>
                    <a:pt x="0" y="659"/>
                    <a:pt x="0" y="1474"/>
                  </a:cubicBezTo>
                  <a:cubicBezTo>
                    <a:pt x="0" y="2289"/>
                    <a:pt x="658" y="2963"/>
                    <a:pt x="1489" y="2963"/>
                  </a:cubicBezTo>
                  <a:cubicBezTo>
                    <a:pt x="2304" y="2963"/>
                    <a:pt x="2962" y="2289"/>
                    <a:pt x="2962" y="1474"/>
                  </a:cubicBezTo>
                  <a:cubicBezTo>
                    <a:pt x="2962" y="659"/>
                    <a:pt x="2304" y="0"/>
                    <a:pt x="1489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6" name="Google Shape;2076;p93"/>
            <p:cNvSpPr/>
            <p:nvPr/>
          </p:nvSpPr>
          <p:spPr>
            <a:xfrm>
              <a:off x="10812508" y="6674773"/>
              <a:ext cx="323262" cy="341131"/>
            </a:xfrm>
            <a:custGeom>
              <a:rect b="b" l="l" r="r" t="t"/>
              <a:pathLst>
                <a:path extrusionOk="0" h="4830" w="4577">
                  <a:moveTo>
                    <a:pt x="1847" y="1"/>
                  </a:moveTo>
                  <a:cubicBezTo>
                    <a:pt x="1675" y="1"/>
                    <a:pt x="1502" y="21"/>
                    <a:pt x="1332" y="65"/>
                  </a:cubicBezTo>
                  <a:cubicBezTo>
                    <a:pt x="846" y="206"/>
                    <a:pt x="423" y="503"/>
                    <a:pt x="0" y="801"/>
                  </a:cubicBezTo>
                  <a:cubicBezTo>
                    <a:pt x="2038" y="1334"/>
                    <a:pt x="3636" y="2870"/>
                    <a:pt x="4232" y="4830"/>
                  </a:cubicBezTo>
                  <a:cubicBezTo>
                    <a:pt x="4467" y="4281"/>
                    <a:pt x="4577" y="3670"/>
                    <a:pt x="4546" y="3074"/>
                  </a:cubicBezTo>
                  <a:cubicBezTo>
                    <a:pt x="4499" y="2212"/>
                    <a:pt x="4185" y="1350"/>
                    <a:pt x="3589" y="754"/>
                  </a:cubicBezTo>
                  <a:cubicBezTo>
                    <a:pt x="3120" y="285"/>
                    <a:pt x="2486" y="1"/>
                    <a:pt x="1847" y="1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7" name="Google Shape;2077;p93"/>
            <p:cNvSpPr/>
            <p:nvPr/>
          </p:nvSpPr>
          <p:spPr>
            <a:xfrm>
              <a:off x="10143899" y="6950503"/>
              <a:ext cx="184973" cy="382024"/>
            </a:xfrm>
            <a:custGeom>
              <a:rect b="b" l="l" r="r" t="t"/>
              <a:pathLst>
                <a:path extrusionOk="0" h="5409" w="2619">
                  <a:moveTo>
                    <a:pt x="2619" y="1"/>
                  </a:moveTo>
                  <a:lnTo>
                    <a:pt x="2619" y="1"/>
                  </a:lnTo>
                  <a:cubicBezTo>
                    <a:pt x="1600" y="832"/>
                    <a:pt x="894" y="2038"/>
                    <a:pt x="487" y="3308"/>
                  </a:cubicBezTo>
                  <a:cubicBezTo>
                    <a:pt x="267" y="3966"/>
                    <a:pt x="79" y="4687"/>
                    <a:pt x="1" y="5408"/>
                  </a:cubicBezTo>
                  <a:cubicBezTo>
                    <a:pt x="456" y="4766"/>
                    <a:pt x="1177" y="4327"/>
                    <a:pt x="2007" y="4249"/>
                  </a:cubicBezTo>
                  <a:lnTo>
                    <a:pt x="2007" y="2979"/>
                  </a:lnTo>
                  <a:lnTo>
                    <a:pt x="2007" y="2493"/>
                  </a:lnTo>
                  <a:cubicBezTo>
                    <a:pt x="2023" y="1600"/>
                    <a:pt x="2242" y="753"/>
                    <a:pt x="2619" y="1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8" name="Google Shape;2078;p93"/>
            <p:cNvSpPr/>
            <p:nvPr/>
          </p:nvSpPr>
          <p:spPr>
            <a:xfrm>
              <a:off x="10305566" y="6746813"/>
              <a:ext cx="803741" cy="745120"/>
            </a:xfrm>
            <a:custGeom>
              <a:rect b="b" l="l" r="r" t="t"/>
              <a:pathLst>
                <a:path extrusionOk="0" h="10550" w="11380">
                  <a:moveTo>
                    <a:pt x="7038" y="1"/>
                  </a:moveTo>
                  <a:cubicBezTo>
                    <a:pt x="6976" y="48"/>
                    <a:pt x="6897" y="95"/>
                    <a:pt x="6834" y="157"/>
                  </a:cubicBezTo>
                  <a:cubicBezTo>
                    <a:pt x="5001" y="1349"/>
                    <a:pt x="2712" y="1364"/>
                    <a:pt x="878" y="2509"/>
                  </a:cubicBezTo>
                  <a:cubicBezTo>
                    <a:pt x="314" y="3371"/>
                    <a:pt x="0" y="4390"/>
                    <a:pt x="0" y="5487"/>
                  </a:cubicBezTo>
                  <a:lnTo>
                    <a:pt x="0" y="5863"/>
                  </a:lnTo>
                  <a:lnTo>
                    <a:pt x="0" y="7916"/>
                  </a:lnTo>
                  <a:lnTo>
                    <a:pt x="0" y="9217"/>
                  </a:lnTo>
                  <a:cubicBezTo>
                    <a:pt x="0" y="9703"/>
                    <a:pt x="63" y="10142"/>
                    <a:pt x="189" y="10550"/>
                  </a:cubicBezTo>
                  <a:cubicBezTo>
                    <a:pt x="377" y="10408"/>
                    <a:pt x="549" y="10252"/>
                    <a:pt x="690" y="10064"/>
                  </a:cubicBezTo>
                  <a:cubicBezTo>
                    <a:pt x="1082" y="9578"/>
                    <a:pt x="1348" y="8982"/>
                    <a:pt x="1584" y="8386"/>
                  </a:cubicBezTo>
                  <a:cubicBezTo>
                    <a:pt x="1787" y="7885"/>
                    <a:pt x="1975" y="7368"/>
                    <a:pt x="2320" y="6960"/>
                  </a:cubicBezTo>
                  <a:cubicBezTo>
                    <a:pt x="2712" y="6506"/>
                    <a:pt x="3292" y="6239"/>
                    <a:pt x="3872" y="6098"/>
                  </a:cubicBezTo>
                  <a:cubicBezTo>
                    <a:pt x="4451" y="5961"/>
                    <a:pt x="5040" y="5927"/>
                    <a:pt x="5632" y="5927"/>
                  </a:cubicBezTo>
                  <a:cubicBezTo>
                    <a:pt x="6198" y="5927"/>
                    <a:pt x="6766" y="5958"/>
                    <a:pt x="7328" y="5958"/>
                  </a:cubicBezTo>
                  <a:cubicBezTo>
                    <a:pt x="7388" y="5958"/>
                    <a:pt x="7448" y="5958"/>
                    <a:pt x="7508" y="5957"/>
                  </a:cubicBezTo>
                  <a:cubicBezTo>
                    <a:pt x="8731" y="5941"/>
                    <a:pt x="10032" y="5706"/>
                    <a:pt x="10910" y="4813"/>
                  </a:cubicBezTo>
                  <a:cubicBezTo>
                    <a:pt x="11098" y="4625"/>
                    <a:pt x="11255" y="4421"/>
                    <a:pt x="11380" y="4186"/>
                  </a:cubicBezTo>
                  <a:cubicBezTo>
                    <a:pt x="10878" y="2117"/>
                    <a:pt x="9186" y="471"/>
                    <a:pt x="7038" y="1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93"/>
            <p:cNvSpPr/>
            <p:nvPr/>
          </p:nvSpPr>
          <p:spPr>
            <a:xfrm>
              <a:off x="11109237" y="7015834"/>
              <a:ext cx="209340" cy="627737"/>
            </a:xfrm>
            <a:custGeom>
              <a:rect b="b" l="l" r="r" t="t"/>
              <a:pathLst>
                <a:path extrusionOk="0" h="8888" w="2964">
                  <a:moveTo>
                    <a:pt x="189" y="1"/>
                  </a:moveTo>
                  <a:cubicBezTo>
                    <a:pt x="142" y="126"/>
                    <a:pt x="79" y="251"/>
                    <a:pt x="1" y="377"/>
                  </a:cubicBezTo>
                  <a:cubicBezTo>
                    <a:pt x="111" y="800"/>
                    <a:pt x="158" y="1223"/>
                    <a:pt x="158" y="1678"/>
                  </a:cubicBezTo>
                  <a:lnTo>
                    <a:pt x="158" y="4060"/>
                  </a:lnTo>
                  <a:lnTo>
                    <a:pt x="173" y="4060"/>
                  </a:lnTo>
                  <a:lnTo>
                    <a:pt x="173" y="8888"/>
                  </a:lnTo>
                  <a:cubicBezTo>
                    <a:pt x="1709" y="8888"/>
                    <a:pt x="2963" y="7634"/>
                    <a:pt x="2963" y="6098"/>
                  </a:cubicBezTo>
                  <a:cubicBezTo>
                    <a:pt x="2963" y="4640"/>
                    <a:pt x="1851" y="3449"/>
                    <a:pt x="440" y="3324"/>
                  </a:cubicBezTo>
                  <a:lnTo>
                    <a:pt x="440" y="1709"/>
                  </a:lnTo>
                  <a:lnTo>
                    <a:pt x="440" y="1678"/>
                  </a:lnTo>
                  <a:cubicBezTo>
                    <a:pt x="440" y="1646"/>
                    <a:pt x="440" y="1615"/>
                    <a:pt x="440" y="1584"/>
                  </a:cubicBezTo>
                  <a:lnTo>
                    <a:pt x="440" y="1568"/>
                  </a:lnTo>
                  <a:cubicBezTo>
                    <a:pt x="424" y="1019"/>
                    <a:pt x="346" y="502"/>
                    <a:pt x="18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93"/>
            <p:cNvSpPr/>
            <p:nvPr/>
          </p:nvSpPr>
          <p:spPr>
            <a:xfrm>
              <a:off x="10328802" y="6716938"/>
              <a:ext cx="494958" cy="233636"/>
            </a:xfrm>
            <a:custGeom>
              <a:rect b="b" l="l" r="r" t="t"/>
              <a:pathLst>
                <a:path extrusionOk="0" h="3308" w="7008">
                  <a:moveTo>
                    <a:pt x="5440" y="0"/>
                  </a:moveTo>
                  <a:cubicBezTo>
                    <a:pt x="3057" y="0"/>
                    <a:pt x="988" y="1348"/>
                    <a:pt x="1" y="3308"/>
                  </a:cubicBezTo>
                  <a:cubicBezTo>
                    <a:pt x="63" y="3261"/>
                    <a:pt x="110" y="3214"/>
                    <a:pt x="173" y="3182"/>
                  </a:cubicBezTo>
                  <a:cubicBezTo>
                    <a:pt x="298" y="3088"/>
                    <a:pt x="424" y="3010"/>
                    <a:pt x="549" y="2932"/>
                  </a:cubicBezTo>
                  <a:cubicBezTo>
                    <a:pt x="1568" y="1348"/>
                    <a:pt x="3371" y="283"/>
                    <a:pt x="5440" y="283"/>
                  </a:cubicBezTo>
                  <a:cubicBezTo>
                    <a:pt x="5878" y="283"/>
                    <a:pt x="6302" y="330"/>
                    <a:pt x="6709" y="424"/>
                  </a:cubicBezTo>
                  <a:cubicBezTo>
                    <a:pt x="6819" y="361"/>
                    <a:pt x="6913" y="283"/>
                    <a:pt x="7007" y="204"/>
                  </a:cubicBezTo>
                  <a:cubicBezTo>
                    <a:pt x="6505" y="79"/>
                    <a:pt x="5988" y="0"/>
                    <a:pt x="544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1" name="Google Shape;2081;p93"/>
            <p:cNvSpPr/>
            <p:nvPr/>
          </p:nvSpPr>
          <p:spPr>
            <a:xfrm>
              <a:off x="10119603" y="7294813"/>
              <a:ext cx="500396" cy="415219"/>
            </a:xfrm>
            <a:custGeom>
              <a:rect b="b" l="l" r="r" t="t"/>
              <a:pathLst>
                <a:path extrusionOk="0" h="5879" w="7085">
                  <a:moveTo>
                    <a:pt x="517" y="0"/>
                  </a:moveTo>
                  <a:cubicBezTo>
                    <a:pt x="188" y="455"/>
                    <a:pt x="0" y="1019"/>
                    <a:pt x="0" y="1631"/>
                  </a:cubicBezTo>
                  <a:cubicBezTo>
                    <a:pt x="0" y="3167"/>
                    <a:pt x="1254" y="4421"/>
                    <a:pt x="2790" y="4421"/>
                  </a:cubicBezTo>
                  <a:lnTo>
                    <a:pt x="2790" y="2555"/>
                  </a:lnTo>
                  <a:cubicBezTo>
                    <a:pt x="3245" y="3762"/>
                    <a:pt x="4201" y="4499"/>
                    <a:pt x="5235" y="5016"/>
                  </a:cubicBezTo>
                  <a:cubicBezTo>
                    <a:pt x="5267" y="5204"/>
                    <a:pt x="5408" y="5345"/>
                    <a:pt x="5580" y="5424"/>
                  </a:cubicBezTo>
                  <a:cubicBezTo>
                    <a:pt x="5800" y="5518"/>
                    <a:pt x="6380" y="5847"/>
                    <a:pt x="6442" y="5863"/>
                  </a:cubicBezTo>
                  <a:cubicBezTo>
                    <a:pt x="6442" y="5863"/>
                    <a:pt x="6536" y="5878"/>
                    <a:pt x="6583" y="5878"/>
                  </a:cubicBezTo>
                  <a:cubicBezTo>
                    <a:pt x="6865" y="5878"/>
                    <a:pt x="7085" y="5659"/>
                    <a:pt x="7085" y="5377"/>
                  </a:cubicBezTo>
                  <a:cubicBezTo>
                    <a:pt x="7085" y="5220"/>
                    <a:pt x="7007" y="5079"/>
                    <a:pt x="6881" y="4985"/>
                  </a:cubicBezTo>
                  <a:lnTo>
                    <a:pt x="6019" y="4546"/>
                  </a:lnTo>
                  <a:cubicBezTo>
                    <a:pt x="5941" y="4483"/>
                    <a:pt x="5847" y="4452"/>
                    <a:pt x="5737" y="4452"/>
                  </a:cubicBezTo>
                  <a:cubicBezTo>
                    <a:pt x="5533" y="4452"/>
                    <a:pt x="5376" y="4562"/>
                    <a:pt x="5298" y="4718"/>
                  </a:cubicBezTo>
                  <a:cubicBezTo>
                    <a:pt x="4060" y="4091"/>
                    <a:pt x="3307" y="3292"/>
                    <a:pt x="2994" y="2258"/>
                  </a:cubicBezTo>
                  <a:cubicBezTo>
                    <a:pt x="2665" y="2493"/>
                    <a:pt x="2304" y="2634"/>
                    <a:pt x="1944" y="2634"/>
                  </a:cubicBezTo>
                  <a:cubicBezTo>
                    <a:pt x="1035" y="2634"/>
                    <a:pt x="580" y="1819"/>
                    <a:pt x="502" y="957"/>
                  </a:cubicBezTo>
                  <a:cubicBezTo>
                    <a:pt x="470" y="643"/>
                    <a:pt x="486" y="330"/>
                    <a:pt x="51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2" name="Google Shape;2082;p93"/>
            <p:cNvSpPr/>
            <p:nvPr/>
          </p:nvSpPr>
          <p:spPr>
            <a:xfrm>
              <a:off x="10797052" y="6731346"/>
              <a:ext cx="320013" cy="311114"/>
            </a:xfrm>
            <a:custGeom>
              <a:rect b="b" l="l" r="r" t="t"/>
              <a:pathLst>
                <a:path extrusionOk="0" h="4405" w="4531">
                  <a:moveTo>
                    <a:pt x="298" y="0"/>
                  </a:moveTo>
                  <a:cubicBezTo>
                    <a:pt x="204" y="79"/>
                    <a:pt x="110" y="157"/>
                    <a:pt x="0" y="220"/>
                  </a:cubicBezTo>
                  <a:cubicBezTo>
                    <a:pt x="2148" y="690"/>
                    <a:pt x="3840" y="2336"/>
                    <a:pt x="4342" y="4405"/>
                  </a:cubicBezTo>
                  <a:cubicBezTo>
                    <a:pt x="4420" y="4279"/>
                    <a:pt x="4483" y="4154"/>
                    <a:pt x="4530" y="4029"/>
                  </a:cubicBezTo>
                  <a:cubicBezTo>
                    <a:pt x="3934" y="2069"/>
                    <a:pt x="2336" y="533"/>
                    <a:pt x="298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93"/>
            <p:cNvSpPr/>
            <p:nvPr/>
          </p:nvSpPr>
          <p:spPr>
            <a:xfrm>
              <a:off x="10141710" y="6923947"/>
              <a:ext cx="225937" cy="567986"/>
            </a:xfrm>
            <a:custGeom>
              <a:rect b="b" l="l" r="r" t="t"/>
              <a:pathLst>
                <a:path extrusionOk="0" h="8042" w="3199">
                  <a:moveTo>
                    <a:pt x="3198" y="1"/>
                  </a:moveTo>
                  <a:lnTo>
                    <a:pt x="3198" y="1"/>
                  </a:lnTo>
                  <a:cubicBezTo>
                    <a:pt x="3073" y="63"/>
                    <a:pt x="2947" y="142"/>
                    <a:pt x="2822" y="236"/>
                  </a:cubicBezTo>
                  <a:cubicBezTo>
                    <a:pt x="2759" y="283"/>
                    <a:pt x="2712" y="314"/>
                    <a:pt x="2650" y="361"/>
                  </a:cubicBezTo>
                  <a:cubicBezTo>
                    <a:pt x="2273" y="1082"/>
                    <a:pt x="2054" y="1882"/>
                    <a:pt x="2038" y="2744"/>
                  </a:cubicBezTo>
                  <a:lnTo>
                    <a:pt x="2038" y="3198"/>
                  </a:lnTo>
                  <a:lnTo>
                    <a:pt x="2038" y="4405"/>
                  </a:lnTo>
                  <a:cubicBezTo>
                    <a:pt x="1208" y="4483"/>
                    <a:pt x="487" y="4907"/>
                    <a:pt x="32" y="5518"/>
                  </a:cubicBezTo>
                  <a:cubicBezTo>
                    <a:pt x="1" y="5831"/>
                    <a:pt x="1" y="6129"/>
                    <a:pt x="16" y="6427"/>
                  </a:cubicBezTo>
                  <a:cubicBezTo>
                    <a:pt x="95" y="7258"/>
                    <a:pt x="549" y="8042"/>
                    <a:pt x="1458" y="8042"/>
                  </a:cubicBezTo>
                  <a:cubicBezTo>
                    <a:pt x="1819" y="8042"/>
                    <a:pt x="2195" y="7900"/>
                    <a:pt x="2509" y="7681"/>
                  </a:cubicBezTo>
                  <a:cubicBezTo>
                    <a:pt x="2383" y="7289"/>
                    <a:pt x="2320" y="6866"/>
                    <a:pt x="2320" y="6411"/>
                  </a:cubicBezTo>
                  <a:lnTo>
                    <a:pt x="2320" y="5173"/>
                  </a:lnTo>
                  <a:lnTo>
                    <a:pt x="2320" y="3198"/>
                  </a:lnTo>
                  <a:lnTo>
                    <a:pt x="2320" y="2838"/>
                  </a:lnTo>
                  <a:cubicBezTo>
                    <a:pt x="2320" y="1787"/>
                    <a:pt x="2634" y="816"/>
                    <a:pt x="319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84" name="Google Shape;2084;p93"/>
          <p:cNvSpPr/>
          <p:nvPr/>
        </p:nvSpPr>
        <p:spPr>
          <a:xfrm>
            <a:off x="4572000" y="1028700"/>
            <a:ext cx="2267700" cy="2267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88" name="Shape 2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9" name="Google Shape;2089;p94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2090" name="Google Shape;2090;p94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2091" name="Google Shape;2091;p94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2" name="Google Shape;2092;p94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3" name="Google Shape;2093;p94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4" name="Google Shape;2094;p94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5" name="Google Shape;2095;p94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6" name="Google Shape;2096;p94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7" name="Google Shape;2097;p94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8" name="Google Shape;2098;p94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9" name="Google Shape;2099;p94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0" name="Google Shape;2100;p94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1" name="Google Shape;2101;p94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2" name="Google Shape;2102;p94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103" name="Google Shape;2103;p94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2104" name="Google Shape;2104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788" y="2495600"/>
            <a:ext cx="5478152" cy="1584588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05" name="Google Shape;2105;p94"/>
          <p:cNvSpPr/>
          <p:nvPr/>
        </p:nvSpPr>
        <p:spPr>
          <a:xfrm flipH="1" rot="10800000">
            <a:off x="0" y="174688"/>
            <a:ext cx="91443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6" name="Google Shape;2106;p94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Generando un gráfico de barras</a:t>
            </a:r>
            <a:endParaRPr b="1" sz="200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07" name="Google Shape;2107;p94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08" name="Google Shape;2108;p94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2109" name="Google Shape;2109;p94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94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11" name="Google Shape;2111;p94"/>
          <p:cNvSpPr/>
          <p:nvPr/>
        </p:nvSpPr>
        <p:spPr>
          <a:xfrm>
            <a:off x="6025013" y="2251650"/>
            <a:ext cx="2809200" cy="887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Las funciones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.ylabel()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o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.xlabel()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establecen las etiquetas de los ejes del gráfico.</a:t>
            </a:r>
            <a:endParaRPr b="1" sz="1500"/>
          </a:p>
        </p:txBody>
      </p:sp>
      <p:cxnSp>
        <p:nvCxnSpPr>
          <p:cNvPr id="2112" name="Google Shape;2112;p94"/>
          <p:cNvCxnSpPr>
            <a:stCxn id="2111" idx="1"/>
            <a:endCxn id="2113" idx="3"/>
          </p:cNvCxnSpPr>
          <p:nvPr/>
        </p:nvCxnSpPr>
        <p:spPr>
          <a:xfrm flipH="1">
            <a:off x="1844213" y="2695200"/>
            <a:ext cx="4180800" cy="4902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14" name="Google Shape;2114;p94"/>
          <p:cNvSpPr/>
          <p:nvPr/>
        </p:nvSpPr>
        <p:spPr>
          <a:xfrm>
            <a:off x="309781" y="1152644"/>
            <a:ext cx="2590800" cy="954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La función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.title()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se utiliza para establecer el título del gráfico.</a:t>
            </a:r>
            <a:endParaRPr b="1" sz="1500"/>
          </a:p>
        </p:txBody>
      </p:sp>
      <p:cxnSp>
        <p:nvCxnSpPr>
          <p:cNvPr id="2115" name="Google Shape;2115;p94"/>
          <p:cNvCxnSpPr>
            <a:stCxn id="2114" idx="2"/>
          </p:cNvCxnSpPr>
          <p:nvPr/>
        </p:nvCxnSpPr>
        <p:spPr>
          <a:xfrm>
            <a:off x="1605181" y="2106944"/>
            <a:ext cx="10500" cy="3888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13" name="Google Shape;2113;p94"/>
          <p:cNvSpPr/>
          <p:nvPr/>
        </p:nvSpPr>
        <p:spPr>
          <a:xfrm>
            <a:off x="890213" y="2954700"/>
            <a:ext cx="954000" cy="461400"/>
          </a:xfrm>
          <a:prstGeom prst="rect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6" name="Google Shape;2116;p94"/>
          <p:cNvSpPr txBox="1"/>
          <p:nvPr/>
        </p:nvSpPr>
        <p:spPr>
          <a:xfrm>
            <a:off x="3589713" y="1028706"/>
            <a:ext cx="4987500" cy="8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Aplicando estas funciones, vamos a poder configurar el título, las etiquetas de los ejes (x, y) y mejorar la visualización del gráfico.  </a:t>
            </a:r>
            <a:endParaRPr sz="17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117" name="Google Shape;2117;p94"/>
          <p:cNvSpPr txBox="1"/>
          <p:nvPr/>
        </p:nvSpPr>
        <p:spPr>
          <a:xfrm>
            <a:off x="2385788" y="4260800"/>
            <a:ext cx="42297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Veamos c</a:t>
            </a:r>
            <a:r>
              <a:rPr lang="es-419" sz="15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ó</a:t>
            </a:r>
            <a:r>
              <a:rPr lang="es-419" sz="15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mo se ve el gráfico con las mejoras →</a:t>
            </a:r>
            <a:endParaRPr sz="700">
              <a:highlight>
                <a:schemeClr val="accent4"/>
              </a:highlight>
            </a:endParaRPr>
          </a:p>
        </p:txBody>
      </p:sp>
      <p:sp>
        <p:nvSpPr>
          <p:cNvPr id="2118" name="Google Shape;2118;p94"/>
          <p:cNvSpPr/>
          <p:nvPr/>
        </p:nvSpPr>
        <p:spPr>
          <a:xfrm>
            <a:off x="4500638" y="3365800"/>
            <a:ext cx="4333500" cy="714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La función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.xticks()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define la inclinación de las etiquetas del eje x (por default es “rotation=90”).</a:t>
            </a:r>
            <a:endParaRPr b="1" sz="1500"/>
          </a:p>
        </p:txBody>
      </p:sp>
      <p:cxnSp>
        <p:nvCxnSpPr>
          <p:cNvPr id="2119" name="Google Shape;2119;p94"/>
          <p:cNvCxnSpPr>
            <a:stCxn id="2118" idx="1"/>
          </p:cNvCxnSpPr>
          <p:nvPr/>
        </p:nvCxnSpPr>
        <p:spPr>
          <a:xfrm rot="10800000">
            <a:off x="1765538" y="3664000"/>
            <a:ext cx="2735100" cy="59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20" name="Google Shape;2120;p94"/>
          <p:cNvSpPr/>
          <p:nvPr/>
        </p:nvSpPr>
        <p:spPr>
          <a:xfrm>
            <a:off x="127350" y="4577675"/>
            <a:ext cx="2110500" cy="51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24" name="Shape 2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5" name="Google Shape;2125;p95"/>
          <p:cNvSpPr/>
          <p:nvPr/>
        </p:nvSpPr>
        <p:spPr>
          <a:xfrm flipH="1" rot="10800000">
            <a:off x="0" y="174688"/>
            <a:ext cx="91443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6" name="Google Shape;2126;p95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Generando un gráfico de barras</a:t>
            </a:r>
            <a:endParaRPr b="1" sz="200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27" name="Google Shape;2127;p95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28" name="Google Shape;2128;p95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2129" name="Google Shape;2129;p95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95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31" name="Google Shape;2131;p95"/>
          <p:cNvSpPr txBox="1"/>
          <p:nvPr/>
        </p:nvSpPr>
        <p:spPr>
          <a:xfrm>
            <a:off x="1481175" y="858288"/>
            <a:ext cx="61818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De esta forma, podemos generar un gráfico de barras para ver la cantidad de videojuegos por familia de 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consolas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2132" name="Google Shape;2132;p95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2133" name="Google Shape;2133;p95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2134" name="Google Shape;2134;p95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5" name="Google Shape;2135;p95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6" name="Google Shape;2136;p95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7" name="Google Shape;2137;p95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8" name="Google Shape;2138;p95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9" name="Google Shape;2139;p95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0" name="Google Shape;2140;p95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1" name="Google Shape;2141;p95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2" name="Google Shape;2142;p95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3" name="Google Shape;2143;p95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4" name="Google Shape;2144;p95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5" name="Google Shape;2145;p95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146" name="Google Shape;2146;p95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147" name="Google Shape;2147;p95"/>
          <p:cNvSpPr/>
          <p:nvPr/>
        </p:nvSpPr>
        <p:spPr>
          <a:xfrm>
            <a:off x="127350" y="4577675"/>
            <a:ext cx="2110500" cy="51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48" name="Google Shape;2148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8125" y="1459962"/>
            <a:ext cx="7207750" cy="300085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2" name="Shape 2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3" name="Google Shape;2153;p96"/>
          <p:cNvSpPr txBox="1"/>
          <p:nvPr/>
        </p:nvSpPr>
        <p:spPr>
          <a:xfrm>
            <a:off x="456913" y="1243538"/>
            <a:ext cx="4661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5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Actividades</a:t>
            </a:r>
            <a:endParaRPr b="1" sz="250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154" name="Google Shape;2154;p96"/>
          <p:cNvGrpSpPr/>
          <p:nvPr/>
        </p:nvGrpSpPr>
        <p:grpSpPr>
          <a:xfrm>
            <a:off x="12121177" y="514650"/>
            <a:ext cx="775773" cy="5829224"/>
            <a:chOff x="-3766725" y="2744225"/>
            <a:chExt cx="3492900" cy="1362000"/>
          </a:xfrm>
        </p:grpSpPr>
        <p:cxnSp>
          <p:nvCxnSpPr>
            <p:cNvPr id="2155" name="Google Shape;2155;p96"/>
            <p:cNvCxnSpPr/>
            <p:nvPr/>
          </p:nvCxnSpPr>
          <p:spPr>
            <a:xfrm>
              <a:off x="-3766725" y="27442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56" name="Google Shape;2156;p96"/>
            <p:cNvCxnSpPr/>
            <p:nvPr/>
          </p:nvCxnSpPr>
          <p:spPr>
            <a:xfrm>
              <a:off x="-3766725" y="41062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57" name="Google Shape;2157;p96"/>
            <p:cNvCxnSpPr/>
            <p:nvPr/>
          </p:nvCxnSpPr>
          <p:spPr>
            <a:xfrm>
              <a:off x="-3766725" y="38338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58" name="Google Shape;2158;p96"/>
            <p:cNvCxnSpPr/>
            <p:nvPr/>
          </p:nvCxnSpPr>
          <p:spPr>
            <a:xfrm>
              <a:off x="-3766725" y="35614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59" name="Google Shape;2159;p96"/>
            <p:cNvCxnSpPr/>
            <p:nvPr/>
          </p:nvCxnSpPr>
          <p:spPr>
            <a:xfrm>
              <a:off x="-3766725" y="32890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60" name="Google Shape;2160;p96"/>
            <p:cNvCxnSpPr/>
            <p:nvPr/>
          </p:nvCxnSpPr>
          <p:spPr>
            <a:xfrm>
              <a:off x="-3766725" y="30166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161" name="Google Shape;2161;p96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2162" name="Google Shape;2162;p96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3" name="Google Shape;2163;p96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64" name="Google Shape;2164;p96"/>
          <p:cNvSpPr/>
          <p:nvPr/>
        </p:nvSpPr>
        <p:spPr>
          <a:xfrm flipH="1" rot="10800000">
            <a:off x="0" y="1038138"/>
            <a:ext cx="66600" cy="4106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8A6DF1"/>
              </a:solidFill>
            </a:endParaRPr>
          </a:p>
        </p:txBody>
      </p:sp>
      <p:sp>
        <p:nvSpPr>
          <p:cNvPr id="2165" name="Google Shape;2165;p96"/>
          <p:cNvSpPr/>
          <p:nvPr/>
        </p:nvSpPr>
        <p:spPr>
          <a:xfrm rot="5400000">
            <a:off x="2376950" y="-22319"/>
            <a:ext cx="1473000" cy="5313000"/>
          </a:xfrm>
          <a:prstGeom prst="round2SameRect">
            <a:avLst>
              <a:gd fmla="val 35491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FFFFFF"/>
              </a:solidFill>
            </a:endParaRPr>
          </a:p>
        </p:txBody>
      </p:sp>
      <p:sp>
        <p:nvSpPr>
          <p:cNvPr id="2166" name="Google Shape;2166;p96"/>
          <p:cNvSpPr txBox="1"/>
          <p:nvPr/>
        </p:nvSpPr>
        <p:spPr>
          <a:xfrm>
            <a:off x="776150" y="2052331"/>
            <a:ext cx="46746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 </a:t>
            </a:r>
            <a:r>
              <a:rPr b="1" lang="es-419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Playground</a:t>
            </a:r>
            <a:r>
              <a:rPr lang="es-419" sz="2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encontrarás dos </a:t>
            </a:r>
            <a:r>
              <a:rPr b="1" lang="es-419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cuestionarios</a:t>
            </a:r>
            <a:r>
              <a:rPr lang="es-419" sz="2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con preguntas relacionadas con esta presentación.</a:t>
            </a:r>
            <a:endParaRPr sz="2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2167" name="Google Shape;2167;p96"/>
          <p:cNvGrpSpPr/>
          <p:nvPr/>
        </p:nvGrpSpPr>
        <p:grpSpPr>
          <a:xfrm>
            <a:off x="6401331" y="602534"/>
            <a:ext cx="2182847" cy="2309007"/>
            <a:chOff x="1438525" y="7648472"/>
            <a:chExt cx="1671911" cy="1768541"/>
          </a:xfrm>
        </p:grpSpPr>
        <p:sp>
          <p:nvSpPr>
            <p:cNvPr id="2168" name="Google Shape;2168;p96"/>
            <p:cNvSpPr/>
            <p:nvPr/>
          </p:nvSpPr>
          <p:spPr>
            <a:xfrm>
              <a:off x="2977581" y="9379342"/>
              <a:ext cx="35408" cy="37671"/>
            </a:xfrm>
            <a:custGeom>
              <a:rect b="b" l="l" r="r" t="t"/>
              <a:pathLst>
                <a:path extrusionOk="0" fill="none" h="749" w="704">
                  <a:moveTo>
                    <a:pt x="1" y="749"/>
                  </a:moveTo>
                  <a:lnTo>
                    <a:pt x="704" y="1"/>
                  </a:lnTo>
                </a:path>
              </a:pathLst>
            </a:custGeom>
            <a:noFill/>
            <a:ln cap="flat" cmpd="sng" w="2825">
              <a:solidFill>
                <a:srgbClr val="000000"/>
              </a:solidFill>
              <a:prstDash val="solid"/>
              <a:miter lim="4535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9" name="Google Shape;2169;p96"/>
            <p:cNvSpPr/>
            <p:nvPr/>
          </p:nvSpPr>
          <p:spPr>
            <a:xfrm>
              <a:off x="2304885" y="9379342"/>
              <a:ext cx="35206" cy="37671"/>
            </a:xfrm>
            <a:custGeom>
              <a:rect b="b" l="l" r="r" t="t"/>
              <a:pathLst>
                <a:path extrusionOk="0" fill="none" h="749" w="700">
                  <a:moveTo>
                    <a:pt x="1" y="749"/>
                  </a:moveTo>
                  <a:lnTo>
                    <a:pt x="699" y="1"/>
                  </a:lnTo>
                </a:path>
              </a:pathLst>
            </a:custGeom>
            <a:noFill/>
            <a:ln cap="flat" cmpd="sng" w="2825">
              <a:solidFill>
                <a:srgbClr val="000000"/>
              </a:solidFill>
              <a:prstDash val="solid"/>
              <a:miter lim="4535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0" name="Google Shape;2170;p96"/>
            <p:cNvSpPr/>
            <p:nvPr/>
          </p:nvSpPr>
          <p:spPr>
            <a:xfrm>
              <a:off x="1632189" y="9379342"/>
              <a:ext cx="35207" cy="37671"/>
            </a:xfrm>
            <a:custGeom>
              <a:rect b="b" l="l" r="r" t="t"/>
              <a:pathLst>
                <a:path extrusionOk="0" fill="none" h="749" w="700">
                  <a:moveTo>
                    <a:pt x="1" y="749"/>
                  </a:moveTo>
                  <a:lnTo>
                    <a:pt x="699" y="1"/>
                  </a:lnTo>
                </a:path>
              </a:pathLst>
            </a:custGeom>
            <a:noFill/>
            <a:ln cap="flat" cmpd="sng" w="2825">
              <a:solidFill>
                <a:srgbClr val="8A6DF1"/>
              </a:solidFill>
              <a:prstDash val="solid"/>
              <a:miter lim="4535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1" name="Google Shape;2171;p96"/>
            <p:cNvSpPr/>
            <p:nvPr/>
          </p:nvSpPr>
          <p:spPr>
            <a:xfrm>
              <a:off x="1635029" y="8044953"/>
              <a:ext cx="377211" cy="421497"/>
            </a:xfrm>
            <a:custGeom>
              <a:rect b="b" l="l" r="r" t="t"/>
              <a:pathLst>
                <a:path extrusionOk="0" h="4854" w="4344">
                  <a:moveTo>
                    <a:pt x="4344" y="1"/>
                  </a:moveTo>
                  <a:lnTo>
                    <a:pt x="2877" y="112"/>
                  </a:lnTo>
                  <a:cubicBezTo>
                    <a:pt x="2471" y="144"/>
                    <a:pt x="2104" y="359"/>
                    <a:pt x="1881" y="694"/>
                  </a:cubicBezTo>
                  <a:lnTo>
                    <a:pt x="192" y="3252"/>
                  </a:lnTo>
                  <a:cubicBezTo>
                    <a:pt x="24" y="3507"/>
                    <a:pt x="1" y="3834"/>
                    <a:pt x="120" y="4113"/>
                  </a:cubicBezTo>
                  <a:cubicBezTo>
                    <a:pt x="248" y="4400"/>
                    <a:pt x="503" y="4599"/>
                    <a:pt x="813" y="4639"/>
                  </a:cubicBezTo>
                  <a:lnTo>
                    <a:pt x="2152" y="4854"/>
                  </a:lnTo>
                  <a:cubicBezTo>
                    <a:pt x="2463" y="3188"/>
                    <a:pt x="3212" y="1523"/>
                    <a:pt x="4344" y="1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2" name="Google Shape;2172;p96"/>
            <p:cNvSpPr/>
            <p:nvPr/>
          </p:nvSpPr>
          <p:spPr>
            <a:xfrm>
              <a:off x="2288276" y="8742484"/>
              <a:ext cx="421497" cy="373043"/>
            </a:xfrm>
            <a:custGeom>
              <a:rect b="b" l="l" r="r" t="t"/>
              <a:pathLst>
                <a:path extrusionOk="0" h="4296" w="4854">
                  <a:moveTo>
                    <a:pt x="4853" y="1"/>
                  </a:moveTo>
                  <a:lnTo>
                    <a:pt x="4853" y="1"/>
                  </a:lnTo>
                  <a:cubicBezTo>
                    <a:pt x="3323" y="1124"/>
                    <a:pt x="1666" y="1873"/>
                    <a:pt x="0" y="2192"/>
                  </a:cubicBezTo>
                  <a:lnTo>
                    <a:pt x="207" y="3531"/>
                  </a:lnTo>
                  <a:cubicBezTo>
                    <a:pt x="255" y="3834"/>
                    <a:pt x="454" y="4097"/>
                    <a:pt x="733" y="4216"/>
                  </a:cubicBezTo>
                  <a:cubicBezTo>
                    <a:pt x="853" y="4272"/>
                    <a:pt x="980" y="4296"/>
                    <a:pt x="1100" y="4296"/>
                  </a:cubicBezTo>
                  <a:cubicBezTo>
                    <a:pt x="1275" y="4296"/>
                    <a:pt x="1451" y="4248"/>
                    <a:pt x="1602" y="4144"/>
                  </a:cubicBezTo>
                  <a:lnTo>
                    <a:pt x="4152" y="2455"/>
                  </a:lnTo>
                  <a:cubicBezTo>
                    <a:pt x="4495" y="2232"/>
                    <a:pt x="4710" y="1873"/>
                    <a:pt x="4742" y="1467"/>
                  </a:cubicBezTo>
                  <a:lnTo>
                    <a:pt x="4853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3" name="Google Shape;2173;p96"/>
            <p:cNvSpPr/>
            <p:nvPr/>
          </p:nvSpPr>
          <p:spPr>
            <a:xfrm>
              <a:off x="1899350" y="8323166"/>
              <a:ext cx="532212" cy="528738"/>
            </a:xfrm>
            <a:custGeom>
              <a:rect b="b" l="l" r="r" t="t"/>
              <a:pathLst>
                <a:path extrusionOk="0" h="6089" w="6129">
                  <a:moveTo>
                    <a:pt x="614" y="0"/>
                  </a:moveTo>
                  <a:cubicBezTo>
                    <a:pt x="359" y="638"/>
                    <a:pt x="168" y="1315"/>
                    <a:pt x="49" y="2009"/>
                  </a:cubicBezTo>
                  <a:cubicBezTo>
                    <a:pt x="1" y="2287"/>
                    <a:pt x="96" y="2566"/>
                    <a:pt x="288" y="2766"/>
                  </a:cubicBezTo>
                  <a:lnTo>
                    <a:pt x="3364" y="5834"/>
                  </a:lnTo>
                  <a:cubicBezTo>
                    <a:pt x="3531" y="6001"/>
                    <a:pt x="3746" y="6089"/>
                    <a:pt x="3977" y="6089"/>
                  </a:cubicBezTo>
                  <a:cubicBezTo>
                    <a:pt x="4025" y="6089"/>
                    <a:pt x="4073" y="6089"/>
                    <a:pt x="4113" y="6081"/>
                  </a:cubicBezTo>
                  <a:cubicBezTo>
                    <a:pt x="4814" y="5961"/>
                    <a:pt x="5483" y="5770"/>
                    <a:pt x="6129" y="5507"/>
                  </a:cubicBezTo>
                  <a:lnTo>
                    <a:pt x="614" y="0"/>
                  </a:ln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4" name="Google Shape;2174;p96"/>
            <p:cNvSpPr/>
            <p:nvPr/>
          </p:nvSpPr>
          <p:spPr>
            <a:xfrm>
              <a:off x="1990698" y="7648472"/>
              <a:ext cx="1119737" cy="1114875"/>
            </a:xfrm>
            <a:custGeom>
              <a:rect b="b" l="l" r="r" t="t"/>
              <a:pathLst>
                <a:path extrusionOk="0" h="12839" w="12895">
                  <a:moveTo>
                    <a:pt x="7519" y="2848"/>
                  </a:moveTo>
                  <a:cubicBezTo>
                    <a:pt x="8153" y="2848"/>
                    <a:pt x="8786" y="3089"/>
                    <a:pt x="9268" y="3571"/>
                  </a:cubicBezTo>
                  <a:cubicBezTo>
                    <a:pt x="9739" y="4041"/>
                    <a:pt x="9994" y="4663"/>
                    <a:pt x="9994" y="5324"/>
                  </a:cubicBezTo>
                  <a:cubicBezTo>
                    <a:pt x="9994" y="5985"/>
                    <a:pt x="9739" y="6607"/>
                    <a:pt x="9268" y="7069"/>
                  </a:cubicBezTo>
                  <a:cubicBezTo>
                    <a:pt x="8790" y="7555"/>
                    <a:pt x="8153" y="7794"/>
                    <a:pt x="7523" y="7794"/>
                  </a:cubicBezTo>
                  <a:cubicBezTo>
                    <a:pt x="6886" y="7794"/>
                    <a:pt x="6256" y="7555"/>
                    <a:pt x="5770" y="7069"/>
                  </a:cubicBezTo>
                  <a:cubicBezTo>
                    <a:pt x="5308" y="6607"/>
                    <a:pt x="5045" y="5985"/>
                    <a:pt x="5045" y="5324"/>
                  </a:cubicBezTo>
                  <a:cubicBezTo>
                    <a:pt x="5045" y="4663"/>
                    <a:pt x="5308" y="4041"/>
                    <a:pt x="5770" y="3571"/>
                  </a:cubicBezTo>
                  <a:cubicBezTo>
                    <a:pt x="6252" y="3089"/>
                    <a:pt x="6886" y="2848"/>
                    <a:pt x="7519" y="2848"/>
                  </a:cubicBezTo>
                  <a:close/>
                  <a:moveTo>
                    <a:pt x="11261" y="1"/>
                  </a:moveTo>
                  <a:cubicBezTo>
                    <a:pt x="9818" y="1"/>
                    <a:pt x="7531" y="216"/>
                    <a:pt x="5356" y="1347"/>
                  </a:cubicBezTo>
                  <a:cubicBezTo>
                    <a:pt x="3619" y="2248"/>
                    <a:pt x="1347" y="4216"/>
                    <a:pt x="1" y="6814"/>
                  </a:cubicBezTo>
                  <a:cubicBezTo>
                    <a:pt x="17" y="6830"/>
                    <a:pt x="32" y="6838"/>
                    <a:pt x="48" y="6854"/>
                  </a:cubicBezTo>
                  <a:lnTo>
                    <a:pt x="5993" y="12791"/>
                  </a:lnTo>
                  <a:cubicBezTo>
                    <a:pt x="6001" y="12807"/>
                    <a:pt x="6017" y="12823"/>
                    <a:pt x="6033" y="12839"/>
                  </a:cubicBezTo>
                  <a:cubicBezTo>
                    <a:pt x="8623" y="11500"/>
                    <a:pt x="10599" y="9229"/>
                    <a:pt x="11500" y="7491"/>
                  </a:cubicBezTo>
                  <a:cubicBezTo>
                    <a:pt x="12847" y="4886"/>
                    <a:pt x="12894" y="2128"/>
                    <a:pt x="12823" y="837"/>
                  </a:cubicBezTo>
                  <a:cubicBezTo>
                    <a:pt x="12799" y="399"/>
                    <a:pt x="12448" y="49"/>
                    <a:pt x="12002" y="17"/>
                  </a:cubicBezTo>
                  <a:cubicBezTo>
                    <a:pt x="11795" y="9"/>
                    <a:pt x="11548" y="1"/>
                    <a:pt x="112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5" name="Google Shape;2175;p96"/>
            <p:cNvSpPr/>
            <p:nvPr/>
          </p:nvSpPr>
          <p:spPr>
            <a:xfrm>
              <a:off x="1990698" y="7648472"/>
              <a:ext cx="1119737" cy="1114875"/>
            </a:xfrm>
            <a:custGeom>
              <a:rect b="b" l="l" r="r" t="t"/>
              <a:pathLst>
                <a:path extrusionOk="0" fill="none" h="12839" w="12895">
                  <a:moveTo>
                    <a:pt x="5770" y="3571"/>
                  </a:moveTo>
                  <a:cubicBezTo>
                    <a:pt x="6734" y="2607"/>
                    <a:pt x="8304" y="2607"/>
                    <a:pt x="9268" y="3571"/>
                  </a:cubicBezTo>
                  <a:cubicBezTo>
                    <a:pt x="9739" y="4041"/>
                    <a:pt x="9994" y="4663"/>
                    <a:pt x="9994" y="5324"/>
                  </a:cubicBezTo>
                  <a:cubicBezTo>
                    <a:pt x="9994" y="5985"/>
                    <a:pt x="9739" y="6607"/>
                    <a:pt x="9268" y="7069"/>
                  </a:cubicBezTo>
                  <a:cubicBezTo>
                    <a:pt x="8790" y="7555"/>
                    <a:pt x="8153" y="7794"/>
                    <a:pt x="7523" y="7794"/>
                  </a:cubicBezTo>
                  <a:cubicBezTo>
                    <a:pt x="6886" y="7794"/>
                    <a:pt x="6256" y="7555"/>
                    <a:pt x="5770" y="7069"/>
                  </a:cubicBezTo>
                  <a:cubicBezTo>
                    <a:pt x="5308" y="6607"/>
                    <a:pt x="5045" y="5985"/>
                    <a:pt x="5045" y="5324"/>
                  </a:cubicBezTo>
                  <a:cubicBezTo>
                    <a:pt x="5045" y="4663"/>
                    <a:pt x="5308" y="4041"/>
                    <a:pt x="5770" y="3571"/>
                  </a:cubicBezTo>
                  <a:close/>
                  <a:moveTo>
                    <a:pt x="11500" y="7491"/>
                  </a:moveTo>
                  <a:cubicBezTo>
                    <a:pt x="12847" y="4886"/>
                    <a:pt x="12894" y="2128"/>
                    <a:pt x="12823" y="837"/>
                  </a:cubicBezTo>
                  <a:cubicBezTo>
                    <a:pt x="12799" y="399"/>
                    <a:pt x="12448" y="49"/>
                    <a:pt x="12002" y="17"/>
                  </a:cubicBezTo>
                  <a:cubicBezTo>
                    <a:pt x="11795" y="9"/>
                    <a:pt x="11548" y="1"/>
                    <a:pt x="11261" y="1"/>
                  </a:cubicBezTo>
                  <a:cubicBezTo>
                    <a:pt x="9818" y="1"/>
                    <a:pt x="7531" y="216"/>
                    <a:pt x="5356" y="1347"/>
                  </a:cubicBezTo>
                  <a:cubicBezTo>
                    <a:pt x="3619" y="2248"/>
                    <a:pt x="1347" y="4216"/>
                    <a:pt x="1" y="6814"/>
                  </a:cubicBezTo>
                  <a:cubicBezTo>
                    <a:pt x="17" y="6830"/>
                    <a:pt x="32" y="6838"/>
                    <a:pt x="48" y="6854"/>
                  </a:cubicBezTo>
                  <a:lnTo>
                    <a:pt x="5993" y="12791"/>
                  </a:lnTo>
                  <a:cubicBezTo>
                    <a:pt x="6001" y="12807"/>
                    <a:pt x="6017" y="12823"/>
                    <a:pt x="6033" y="12839"/>
                  </a:cubicBezTo>
                  <a:cubicBezTo>
                    <a:pt x="8623" y="11500"/>
                    <a:pt x="10599" y="9229"/>
                    <a:pt x="11500" y="7491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263238"/>
              </a:solidFill>
              <a:prstDash val="solid"/>
              <a:miter lim="7968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6" name="Google Shape;2176;p96"/>
            <p:cNvSpPr/>
            <p:nvPr/>
          </p:nvSpPr>
          <p:spPr>
            <a:xfrm>
              <a:off x="2515259" y="7981999"/>
              <a:ext cx="257466" cy="257553"/>
            </a:xfrm>
            <a:custGeom>
              <a:rect b="b" l="l" r="r" t="t"/>
              <a:pathLst>
                <a:path extrusionOk="0" h="2966" w="2965">
                  <a:moveTo>
                    <a:pt x="1482" y="1"/>
                  </a:moveTo>
                  <a:cubicBezTo>
                    <a:pt x="1100" y="1"/>
                    <a:pt x="717" y="144"/>
                    <a:pt x="430" y="431"/>
                  </a:cubicBezTo>
                  <a:cubicBezTo>
                    <a:pt x="151" y="710"/>
                    <a:pt x="0" y="1084"/>
                    <a:pt x="0" y="1483"/>
                  </a:cubicBezTo>
                  <a:cubicBezTo>
                    <a:pt x="0" y="1881"/>
                    <a:pt x="151" y="2248"/>
                    <a:pt x="430" y="2535"/>
                  </a:cubicBezTo>
                  <a:cubicBezTo>
                    <a:pt x="721" y="2822"/>
                    <a:pt x="1102" y="2965"/>
                    <a:pt x="1482" y="2965"/>
                  </a:cubicBezTo>
                  <a:cubicBezTo>
                    <a:pt x="1863" y="2965"/>
                    <a:pt x="2243" y="2822"/>
                    <a:pt x="2534" y="2535"/>
                  </a:cubicBezTo>
                  <a:cubicBezTo>
                    <a:pt x="2813" y="2248"/>
                    <a:pt x="2965" y="1881"/>
                    <a:pt x="2965" y="1483"/>
                  </a:cubicBezTo>
                  <a:cubicBezTo>
                    <a:pt x="2965" y="1084"/>
                    <a:pt x="2813" y="710"/>
                    <a:pt x="2534" y="431"/>
                  </a:cubicBezTo>
                  <a:cubicBezTo>
                    <a:pt x="2239" y="144"/>
                    <a:pt x="1865" y="1"/>
                    <a:pt x="1482" y="1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7" name="Google Shape;2177;p96"/>
            <p:cNvSpPr/>
            <p:nvPr/>
          </p:nvSpPr>
          <p:spPr>
            <a:xfrm>
              <a:off x="1438525" y="8548065"/>
              <a:ext cx="359236" cy="358542"/>
            </a:xfrm>
            <a:custGeom>
              <a:rect b="b" l="l" r="r" t="t"/>
              <a:pathLst>
                <a:path extrusionOk="0" h="4129" w="4137">
                  <a:moveTo>
                    <a:pt x="4136" y="0"/>
                  </a:moveTo>
                  <a:lnTo>
                    <a:pt x="0" y="4128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8" name="Google Shape;2178;p96"/>
            <p:cNvSpPr/>
            <p:nvPr/>
          </p:nvSpPr>
          <p:spPr>
            <a:xfrm>
              <a:off x="1438525" y="8548065"/>
              <a:ext cx="359236" cy="358542"/>
            </a:xfrm>
            <a:custGeom>
              <a:rect b="b" l="l" r="r" t="t"/>
              <a:pathLst>
                <a:path extrusionOk="0" fill="none" h="4129" w="4137">
                  <a:moveTo>
                    <a:pt x="4136" y="0"/>
                  </a:moveTo>
                  <a:lnTo>
                    <a:pt x="0" y="4128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7968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9" name="Google Shape;2179;p96"/>
            <p:cNvSpPr/>
            <p:nvPr/>
          </p:nvSpPr>
          <p:spPr>
            <a:xfrm>
              <a:off x="1808696" y="8927265"/>
              <a:ext cx="359236" cy="359236"/>
            </a:xfrm>
            <a:custGeom>
              <a:rect b="b" l="l" r="r" t="t"/>
              <a:pathLst>
                <a:path extrusionOk="0" h="4137" w="4137">
                  <a:moveTo>
                    <a:pt x="4137" y="0"/>
                  </a:moveTo>
                  <a:lnTo>
                    <a:pt x="1" y="413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0" name="Google Shape;2180;p96"/>
            <p:cNvSpPr/>
            <p:nvPr/>
          </p:nvSpPr>
          <p:spPr>
            <a:xfrm>
              <a:off x="1808696" y="8927265"/>
              <a:ext cx="359236" cy="359236"/>
            </a:xfrm>
            <a:custGeom>
              <a:rect b="b" l="l" r="r" t="t"/>
              <a:pathLst>
                <a:path extrusionOk="0" fill="none" h="4137" w="4137">
                  <a:moveTo>
                    <a:pt x="4137" y="0"/>
                  </a:moveTo>
                  <a:lnTo>
                    <a:pt x="1" y="4136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7968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1" name="Google Shape;2181;p96"/>
            <p:cNvSpPr/>
            <p:nvPr/>
          </p:nvSpPr>
          <p:spPr>
            <a:xfrm>
              <a:off x="1728462" y="8743874"/>
              <a:ext cx="230547" cy="231242"/>
            </a:xfrm>
            <a:custGeom>
              <a:rect b="b" l="l" r="r" t="t"/>
              <a:pathLst>
                <a:path extrusionOk="0" h="2663" w="2655">
                  <a:moveTo>
                    <a:pt x="2654" y="0"/>
                  </a:moveTo>
                  <a:lnTo>
                    <a:pt x="0" y="266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2" name="Google Shape;2182;p96"/>
            <p:cNvSpPr/>
            <p:nvPr/>
          </p:nvSpPr>
          <p:spPr>
            <a:xfrm>
              <a:off x="1728462" y="8743874"/>
              <a:ext cx="230547" cy="231242"/>
            </a:xfrm>
            <a:custGeom>
              <a:rect b="b" l="l" r="r" t="t"/>
              <a:pathLst>
                <a:path extrusionOk="0" fill="none" h="2663" w="2655">
                  <a:moveTo>
                    <a:pt x="2654" y="0"/>
                  </a:moveTo>
                  <a:lnTo>
                    <a:pt x="0" y="2662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7968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83" name="Google Shape;2183;p96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2184" name="Google Shape;2184;p96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2185" name="Google Shape;2185;p96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6" name="Google Shape;2186;p96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7" name="Google Shape;2187;p96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8" name="Google Shape;2188;p96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9" name="Google Shape;2189;p96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0" name="Google Shape;2190;p96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1" name="Google Shape;2191;p96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2" name="Google Shape;2192;p96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3" name="Google Shape;2193;p96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4" name="Google Shape;2194;p96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5" name="Google Shape;2195;p96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6" name="Google Shape;2196;p96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197" name="Google Shape;2197;p96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01" name="Shape 2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2" name="Google Shape;2202;p97"/>
          <p:cNvSpPr txBox="1"/>
          <p:nvPr/>
        </p:nvSpPr>
        <p:spPr>
          <a:xfrm>
            <a:off x="2162475" y="490813"/>
            <a:ext cx="4819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¿Preguntas?</a:t>
            </a:r>
            <a:endParaRPr sz="50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2203" name="Google Shape;2203;p97"/>
          <p:cNvGrpSpPr/>
          <p:nvPr/>
        </p:nvGrpSpPr>
        <p:grpSpPr>
          <a:xfrm>
            <a:off x="2902468" y="1494478"/>
            <a:ext cx="3339315" cy="3158340"/>
            <a:chOff x="2078675" y="1829575"/>
            <a:chExt cx="852475" cy="806275"/>
          </a:xfrm>
        </p:grpSpPr>
        <p:sp>
          <p:nvSpPr>
            <p:cNvPr id="2204" name="Google Shape;2204;p97"/>
            <p:cNvSpPr/>
            <p:nvPr/>
          </p:nvSpPr>
          <p:spPr>
            <a:xfrm>
              <a:off x="2135175" y="1869400"/>
              <a:ext cx="724425" cy="765825"/>
            </a:xfrm>
            <a:custGeom>
              <a:rect b="b" l="l" r="r" t="t"/>
              <a:pathLst>
                <a:path extrusionOk="0" h="30633" w="28977">
                  <a:moveTo>
                    <a:pt x="28795" y="183"/>
                  </a:moveTo>
                  <a:lnTo>
                    <a:pt x="28795" y="30450"/>
                  </a:lnTo>
                  <a:lnTo>
                    <a:pt x="2976" y="30450"/>
                  </a:lnTo>
                  <a:cubicBezTo>
                    <a:pt x="1437" y="30450"/>
                    <a:pt x="183" y="29196"/>
                    <a:pt x="183" y="27657"/>
                  </a:cubicBezTo>
                  <a:lnTo>
                    <a:pt x="183" y="2972"/>
                  </a:lnTo>
                  <a:cubicBezTo>
                    <a:pt x="183" y="1434"/>
                    <a:pt x="1437" y="183"/>
                    <a:pt x="2976" y="183"/>
                  </a:cubicBezTo>
                  <a:close/>
                  <a:moveTo>
                    <a:pt x="2976" y="1"/>
                  </a:moveTo>
                  <a:cubicBezTo>
                    <a:pt x="1335" y="1"/>
                    <a:pt x="1" y="1335"/>
                    <a:pt x="1" y="2972"/>
                  </a:cubicBezTo>
                  <a:lnTo>
                    <a:pt x="1" y="27657"/>
                  </a:lnTo>
                  <a:cubicBezTo>
                    <a:pt x="1" y="29298"/>
                    <a:pt x="1335" y="30632"/>
                    <a:pt x="2976" y="30632"/>
                  </a:cubicBezTo>
                  <a:lnTo>
                    <a:pt x="28977" y="30632"/>
                  </a:lnTo>
                  <a:lnTo>
                    <a:pt x="28977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5" name="Google Shape;2205;p97"/>
            <p:cNvSpPr/>
            <p:nvPr/>
          </p:nvSpPr>
          <p:spPr>
            <a:xfrm>
              <a:off x="2078675" y="1991175"/>
              <a:ext cx="448625" cy="643050"/>
            </a:xfrm>
            <a:custGeom>
              <a:rect b="b" l="l" r="r" t="t"/>
              <a:pathLst>
                <a:path extrusionOk="0" h="25722" w="17945">
                  <a:moveTo>
                    <a:pt x="9322" y="1"/>
                  </a:moveTo>
                  <a:cubicBezTo>
                    <a:pt x="8119" y="1"/>
                    <a:pt x="7026" y="124"/>
                    <a:pt x="6041" y="372"/>
                  </a:cubicBezTo>
                  <a:cubicBezTo>
                    <a:pt x="5061" y="617"/>
                    <a:pt x="4189" y="967"/>
                    <a:pt x="3427" y="1422"/>
                  </a:cubicBezTo>
                  <a:cubicBezTo>
                    <a:pt x="2665" y="1874"/>
                    <a:pt x="2031" y="2414"/>
                    <a:pt x="1528" y="3041"/>
                  </a:cubicBezTo>
                  <a:cubicBezTo>
                    <a:pt x="1025" y="3668"/>
                    <a:pt x="646" y="4361"/>
                    <a:pt x="387" y="5123"/>
                  </a:cubicBezTo>
                  <a:cubicBezTo>
                    <a:pt x="128" y="5885"/>
                    <a:pt x="0" y="6694"/>
                    <a:pt x="0" y="7554"/>
                  </a:cubicBezTo>
                  <a:cubicBezTo>
                    <a:pt x="0" y="7850"/>
                    <a:pt x="18" y="8109"/>
                    <a:pt x="55" y="8327"/>
                  </a:cubicBezTo>
                  <a:cubicBezTo>
                    <a:pt x="91" y="8550"/>
                    <a:pt x="124" y="8736"/>
                    <a:pt x="146" y="8881"/>
                  </a:cubicBezTo>
                  <a:lnTo>
                    <a:pt x="5195" y="8881"/>
                  </a:lnTo>
                  <a:cubicBezTo>
                    <a:pt x="5170" y="8710"/>
                    <a:pt x="5159" y="8546"/>
                    <a:pt x="5159" y="8386"/>
                  </a:cubicBezTo>
                  <a:lnTo>
                    <a:pt x="5159" y="7886"/>
                  </a:lnTo>
                  <a:cubicBezTo>
                    <a:pt x="5159" y="7518"/>
                    <a:pt x="5203" y="7124"/>
                    <a:pt x="5287" y="6709"/>
                  </a:cubicBezTo>
                  <a:cubicBezTo>
                    <a:pt x="5374" y="6289"/>
                    <a:pt x="5545" y="5892"/>
                    <a:pt x="5804" y="5509"/>
                  </a:cubicBezTo>
                  <a:cubicBezTo>
                    <a:pt x="6059" y="5130"/>
                    <a:pt x="6442" y="4817"/>
                    <a:pt x="6945" y="4572"/>
                  </a:cubicBezTo>
                  <a:cubicBezTo>
                    <a:pt x="7448" y="4324"/>
                    <a:pt x="8119" y="4204"/>
                    <a:pt x="8954" y="4204"/>
                  </a:cubicBezTo>
                  <a:cubicBezTo>
                    <a:pt x="9716" y="4204"/>
                    <a:pt x="10329" y="4306"/>
                    <a:pt x="10795" y="4514"/>
                  </a:cubicBezTo>
                  <a:cubicBezTo>
                    <a:pt x="11262" y="4725"/>
                    <a:pt x="11612" y="4995"/>
                    <a:pt x="11845" y="5327"/>
                  </a:cubicBezTo>
                  <a:cubicBezTo>
                    <a:pt x="12079" y="5659"/>
                    <a:pt x="12232" y="5994"/>
                    <a:pt x="12305" y="6340"/>
                  </a:cubicBezTo>
                  <a:cubicBezTo>
                    <a:pt x="12381" y="6683"/>
                    <a:pt x="12418" y="6989"/>
                    <a:pt x="12418" y="7259"/>
                  </a:cubicBezTo>
                  <a:cubicBezTo>
                    <a:pt x="12418" y="7850"/>
                    <a:pt x="12275" y="8378"/>
                    <a:pt x="11995" y="8845"/>
                  </a:cubicBezTo>
                  <a:cubicBezTo>
                    <a:pt x="11710" y="9312"/>
                    <a:pt x="11353" y="9735"/>
                    <a:pt x="10923" y="10117"/>
                  </a:cubicBezTo>
                  <a:cubicBezTo>
                    <a:pt x="10493" y="10497"/>
                    <a:pt x="10033" y="10879"/>
                    <a:pt x="9541" y="11258"/>
                  </a:cubicBezTo>
                  <a:cubicBezTo>
                    <a:pt x="9053" y="11638"/>
                    <a:pt x="8590" y="12068"/>
                    <a:pt x="8159" y="12549"/>
                  </a:cubicBezTo>
                  <a:cubicBezTo>
                    <a:pt x="7733" y="13027"/>
                    <a:pt x="7376" y="13581"/>
                    <a:pt x="7091" y="14204"/>
                  </a:cubicBezTo>
                  <a:cubicBezTo>
                    <a:pt x="6810" y="14831"/>
                    <a:pt x="6668" y="15586"/>
                    <a:pt x="6668" y="16472"/>
                  </a:cubicBezTo>
                  <a:lnTo>
                    <a:pt x="6668" y="18204"/>
                  </a:lnTo>
                  <a:lnTo>
                    <a:pt x="11313" y="18204"/>
                  </a:lnTo>
                  <a:lnTo>
                    <a:pt x="11313" y="17135"/>
                  </a:lnTo>
                  <a:cubicBezTo>
                    <a:pt x="11313" y="16472"/>
                    <a:pt x="11470" y="15907"/>
                    <a:pt x="11791" y="15440"/>
                  </a:cubicBezTo>
                  <a:cubicBezTo>
                    <a:pt x="12108" y="14973"/>
                    <a:pt x="12520" y="14536"/>
                    <a:pt x="13026" y="14131"/>
                  </a:cubicBezTo>
                  <a:cubicBezTo>
                    <a:pt x="13530" y="13727"/>
                    <a:pt x="14062" y="13315"/>
                    <a:pt x="14627" y="12899"/>
                  </a:cubicBezTo>
                  <a:cubicBezTo>
                    <a:pt x="15192" y="12480"/>
                    <a:pt x="15728" y="11995"/>
                    <a:pt x="16231" y="11441"/>
                  </a:cubicBezTo>
                  <a:cubicBezTo>
                    <a:pt x="16734" y="10890"/>
                    <a:pt x="17146" y="10238"/>
                    <a:pt x="17463" y="9490"/>
                  </a:cubicBezTo>
                  <a:cubicBezTo>
                    <a:pt x="17784" y="8739"/>
                    <a:pt x="17945" y="7824"/>
                    <a:pt x="17945" y="6745"/>
                  </a:cubicBezTo>
                  <a:cubicBezTo>
                    <a:pt x="17945" y="5885"/>
                    <a:pt x="17810" y="5101"/>
                    <a:pt x="17540" y="4386"/>
                  </a:cubicBezTo>
                  <a:cubicBezTo>
                    <a:pt x="17266" y="3675"/>
                    <a:pt x="16887" y="3048"/>
                    <a:pt x="16395" y="2509"/>
                  </a:cubicBezTo>
                  <a:cubicBezTo>
                    <a:pt x="15903" y="1969"/>
                    <a:pt x="15309" y="1506"/>
                    <a:pt x="14609" y="1127"/>
                  </a:cubicBezTo>
                  <a:cubicBezTo>
                    <a:pt x="13909" y="744"/>
                    <a:pt x="13110" y="464"/>
                    <a:pt x="12213" y="278"/>
                  </a:cubicBezTo>
                  <a:cubicBezTo>
                    <a:pt x="11317" y="95"/>
                    <a:pt x="10354" y="1"/>
                    <a:pt x="9322" y="1"/>
                  </a:cubicBezTo>
                  <a:close/>
                  <a:moveTo>
                    <a:pt x="6373" y="20562"/>
                  </a:moveTo>
                  <a:lnTo>
                    <a:pt x="6373" y="25721"/>
                  </a:lnTo>
                  <a:lnTo>
                    <a:pt x="11605" y="25721"/>
                  </a:lnTo>
                  <a:lnTo>
                    <a:pt x="11605" y="20562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6" name="Google Shape;2206;p97"/>
            <p:cNvSpPr/>
            <p:nvPr/>
          </p:nvSpPr>
          <p:spPr>
            <a:xfrm>
              <a:off x="2495825" y="1992000"/>
              <a:ext cx="23000" cy="23000"/>
            </a:xfrm>
            <a:custGeom>
              <a:rect b="b" l="l" r="r" t="t"/>
              <a:pathLst>
                <a:path extrusionOk="0" h="920" w="920">
                  <a:moveTo>
                    <a:pt x="460" y="0"/>
                  </a:moveTo>
                  <a:cubicBezTo>
                    <a:pt x="205" y="0"/>
                    <a:pt x="1" y="204"/>
                    <a:pt x="1" y="460"/>
                  </a:cubicBezTo>
                  <a:cubicBezTo>
                    <a:pt x="1" y="711"/>
                    <a:pt x="205" y="919"/>
                    <a:pt x="460" y="919"/>
                  </a:cubicBezTo>
                  <a:cubicBezTo>
                    <a:pt x="712" y="919"/>
                    <a:pt x="920" y="711"/>
                    <a:pt x="920" y="460"/>
                  </a:cubicBezTo>
                  <a:cubicBezTo>
                    <a:pt x="920" y="204"/>
                    <a:pt x="712" y="0"/>
                    <a:pt x="46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7" name="Google Shape;2207;p97"/>
            <p:cNvSpPr/>
            <p:nvPr/>
          </p:nvSpPr>
          <p:spPr>
            <a:xfrm>
              <a:off x="2492450" y="2006775"/>
              <a:ext cx="66850" cy="61900"/>
            </a:xfrm>
            <a:custGeom>
              <a:rect b="b" l="l" r="r" t="t"/>
              <a:pathLst>
                <a:path extrusionOk="0" h="2476" w="2674">
                  <a:moveTo>
                    <a:pt x="1301" y="0"/>
                  </a:moveTo>
                  <a:cubicBezTo>
                    <a:pt x="749" y="0"/>
                    <a:pt x="247" y="370"/>
                    <a:pt x="103" y="930"/>
                  </a:cubicBezTo>
                  <a:cubicBezTo>
                    <a:pt x="1" y="1331"/>
                    <a:pt x="107" y="1735"/>
                    <a:pt x="351" y="2031"/>
                  </a:cubicBezTo>
                  <a:cubicBezTo>
                    <a:pt x="511" y="2224"/>
                    <a:pt x="734" y="2370"/>
                    <a:pt x="996" y="2435"/>
                  </a:cubicBezTo>
                  <a:cubicBezTo>
                    <a:pt x="1100" y="2463"/>
                    <a:pt x="1204" y="2476"/>
                    <a:pt x="1307" y="2476"/>
                  </a:cubicBezTo>
                  <a:cubicBezTo>
                    <a:pt x="1464" y="2476"/>
                    <a:pt x="1617" y="2445"/>
                    <a:pt x="1758" y="2388"/>
                  </a:cubicBezTo>
                  <a:cubicBezTo>
                    <a:pt x="2115" y="2249"/>
                    <a:pt x="2400" y="1947"/>
                    <a:pt x="2502" y="1546"/>
                  </a:cubicBezTo>
                  <a:cubicBezTo>
                    <a:pt x="2673" y="886"/>
                    <a:pt x="2276" y="208"/>
                    <a:pt x="1612" y="40"/>
                  </a:cubicBezTo>
                  <a:cubicBezTo>
                    <a:pt x="1508" y="13"/>
                    <a:pt x="1403" y="0"/>
                    <a:pt x="1301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8" name="Google Shape;2208;p97"/>
            <p:cNvSpPr/>
            <p:nvPr/>
          </p:nvSpPr>
          <p:spPr>
            <a:xfrm>
              <a:off x="2519800" y="1978875"/>
              <a:ext cx="57450" cy="57450"/>
            </a:xfrm>
            <a:custGeom>
              <a:rect b="b" l="l" r="r" t="t"/>
              <a:pathLst>
                <a:path extrusionOk="0" h="2298" w="2298">
                  <a:moveTo>
                    <a:pt x="1149" y="0"/>
                  </a:moveTo>
                  <a:cubicBezTo>
                    <a:pt x="515" y="0"/>
                    <a:pt x="1" y="514"/>
                    <a:pt x="1" y="1149"/>
                  </a:cubicBezTo>
                  <a:cubicBezTo>
                    <a:pt x="1" y="1783"/>
                    <a:pt x="515" y="2297"/>
                    <a:pt x="1149" y="2297"/>
                  </a:cubicBezTo>
                  <a:cubicBezTo>
                    <a:pt x="1783" y="2297"/>
                    <a:pt x="2297" y="1783"/>
                    <a:pt x="2297" y="1149"/>
                  </a:cubicBezTo>
                  <a:cubicBezTo>
                    <a:pt x="2297" y="514"/>
                    <a:pt x="1783" y="0"/>
                    <a:pt x="114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9" name="Google Shape;2209;p97"/>
            <p:cNvSpPr/>
            <p:nvPr/>
          </p:nvSpPr>
          <p:spPr>
            <a:xfrm>
              <a:off x="2489100" y="1987525"/>
              <a:ext cx="35200" cy="38950"/>
            </a:xfrm>
            <a:custGeom>
              <a:rect b="b" l="l" r="r" t="t"/>
              <a:pathLst>
                <a:path extrusionOk="0" h="1558" w="1408">
                  <a:moveTo>
                    <a:pt x="0" y="1"/>
                  </a:moveTo>
                  <a:lnTo>
                    <a:pt x="0" y="1557"/>
                  </a:lnTo>
                  <a:lnTo>
                    <a:pt x="1407" y="87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0" name="Google Shape;2210;p97"/>
            <p:cNvSpPr/>
            <p:nvPr/>
          </p:nvSpPr>
          <p:spPr>
            <a:xfrm>
              <a:off x="2522550" y="2032475"/>
              <a:ext cx="10050" cy="5475"/>
            </a:xfrm>
            <a:custGeom>
              <a:rect b="b" l="l" r="r" t="t"/>
              <a:pathLst>
                <a:path extrusionOk="0" h="219" w="402">
                  <a:moveTo>
                    <a:pt x="70" y="0"/>
                  </a:moveTo>
                  <a:cubicBezTo>
                    <a:pt x="45" y="0"/>
                    <a:pt x="22" y="15"/>
                    <a:pt x="11" y="40"/>
                  </a:cubicBezTo>
                  <a:cubicBezTo>
                    <a:pt x="0" y="73"/>
                    <a:pt x="18" y="106"/>
                    <a:pt x="47" y="120"/>
                  </a:cubicBezTo>
                  <a:lnTo>
                    <a:pt x="310" y="215"/>
                  </a:lnTo>
                  <a:cubicBezTo>
                    <a:pt x="317" y="219"/>
                    <a:pt x="324" y="219"/>
                    <a:pt x="332" y="219"/>
                  </a:cubicBezTo>
                  <a:cubicBezTo>
                    <a:pt x="354" y="219"/>
                    <a:pt x="379" y="204"/>
                    <a:pt x="386" y="179"/>
                  </a:cubicBezTo>
                  <a:cubicBezTo>
                    <a:pt x="401" y="150"/>
                    <a:pt x="383" y="113"/>
                    <a:pt x="350" y="102"/>
                  </a:cubicBezTo>
                  <a:lnTo>
                    <a:pt x="91" y="4"/>
                  </a:lnTo>
                  <a:cubicBezTo>
                    <a:pt x="84" y="1"/>
                    <a:pt x="77" y="0"/>
                    <a:pt x="7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1" name="Google Shape;2211;p97"/>
            <p:cNvSpPr/>
            <p:nvPr/>
          </p:nvSpPr>
          <p:spPr>
            <a:xfrm>
              <a:off x="2499475" y="2027900"/>
              <a:ext cx="9050" cy="3225"/>
            </a:xfrm>
            <a:custGeom>
              <a:rect b="b" l="l" r="r" t="t"/>
              <a:pathLst>
                <a:path extrusionOk="0" h="129" w="362">
                  <a:moveTo>
                    <a:pt x="66" y="1"/>
                  </a:moveTo>
                  <a:cubicBezTo>
                    <a:pt x="30" y="1"/>
                    <a:pt x="4" y="26"/>
                    <a:pt x="1" y="59"/>
                  </a:cubicBezTo>
                  <a:cubicBezTo>
                    <a:pt x="1" y="96"/>
                    <a:pt x="26" y="121"/>
                    <a:pt x="63" y="125"/>
                  </a:cubicBezTo>
                  <a:lnTo>
                    <a:pt x="300" y="128"/>
                  </a:lnTo>
                  <a:cubicBezTo>
                    <a:pt x="332" y="128"/>
                    <a:pt x="362" y="103"/>
                    <a:pt x="362" y="70"/>
                  </a:cubicBezTo>
                  <a:cubicBezTo>
                    <a:pt x="362" y="37"/>
                    <a:pt x="336" y="8"/>
                    <a:pt x="300" y="8"/>
                  </a:cubicBezTo>
                  <a:lnTo>
                    <a:pt x="6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2" name="Google Shape;2212;p97"/>
            <p:cNvSpPr/>
            <p:nvPr/>
          </p:nvSpPr>
          <p:spPr>
            <a:xfrm>
              <a:off x="2505575" y="2041450"/>
              <a:ext cx="12975" cy="5900"/>
            </a:xfrm>
            <a:custGeom>
              <a:rect b="b" l="l" r="r" t="t"/>
              <a:pathLst>
                <a:path extrusionOk="0" h="236" w="519">
                  <a:moveTo>
                    <a:pt x="70" y="1"/>
                  </a:moveTo>
                  <a:cubicBezTo>
                    <a:pt x="54" y="1"/>
                    <a:pt x="39" y="6"/>
                    <a:pt x="26" y="17"/>
                  </a:cubicBezTo>
                  <a:cubicBezTo>
                    <a:pt x="1" y="42"/>
                    <a:pt x="1" y="79"/>
                    <a:pt x="26" y="104"/>
                  </a:cubicBezTo>
                  <a:cubicBezTo>
                    <a:pt x="128" y="210"/>
                    <a:pt x="249" y="235"/>
                    <a:pt x="340" y="235"/>
                  </a:cubicBezTo>
                  <a:cubicBezTo>
                    <a:pt x="413" y="235"/>
                    <a:pt x="460" y="221"/>
                    <a:pt x="468" y="217"/>
                  </a:cubicBezTo>
                  <a:cubicBezTo>
                    <a:pt x="500" y="210"/>
                    <a:pt x="519" y="173"/>
                    <a:pt x="508" y="140"/>
                  </a:cubicBezTo>
                  <a:cubicBezTo>
                    <a:pt x="499" y="114"/>
                    <a:pt x="476" y="97"/>
                    <a:pt x="450" y="97"/>
                  </a:cubicBezTo>
                  <a:cubicBezTo>
                    <a:pt x="444" y="97"/>
                    <a:pt x="438" y="98"/>
                    <a:pt x="431" y="100"/>
                  </a:cubicBezTo>
                  <a:cubicBezTo>
                    <a:pt x="428" y="102"/>
                    <a:pt x="391" y="113"/>
                    <a:pt x="340" y="113"/>
                  </a:cubicBezTo>
                  <a:cubicBezTo>
                    <a:pt x="275" y="113"/>
                    <a:pt x="187" y="96"/>
                    <a:pt x="114" y="20"/>
                  </a:cubicBezTo>
                  <a:cubicBezTo>
                    <a:pt x="103" y="7"/>
                    <a:pt x="86" y="1"/>
                    <a:pt x="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3" name="Google Shape;2213;p97"/>
            <p:cNvSpPr/>
            <p:nvPr/>
          </p:nvSpPr>
          <p:spPr>
            <a:xfrm>
              <a:off x="2548150" y="2035900"/>
              <a:ext cx="15700" cy="14150"/>
            </a:xfrm>
            <a:custGeom>
              <a:rect b="b" l="l" r="r" t="t"/>
              <a:pathLst>
                <a:path extrusionOk="0" h="566" w="628">
                  <a:moveTo>
                    <a:pt x="317" y="1"/>
                  </a:moveTo>
                  <a:cubicBezTo>
                    <a:pt x="191" y="1"/>
                    <a:pt x="75" y="86"/>
                    <a:pt x="41" y="213"/>
                  </a:cubicBezTo>
                  <a:cubicBezTo>
                    <a:pt x="0" y="362"/>
                    <a:pt x="92" y="519"/>
                    <a:pt x="245" y="556"/>
                  </a:cubicBezTo>
                  <a:cubicBezTo>
                    <a:pt x="269" y="562"/>
                    <a:pt x="293" y="565"/>
                    <a:pt x="316" y="565"/>
                  </a:cubicBezTo>
                  <a:cubicBezTo>
                    <a:pt x="440" y="565"/>
                    <a:pt x="554" y="481"/>
                    <a:pt x="587" y="355"/>
                  </a:cubicBezTo>
                  <a:cubicBezTo>
                    <a:pt x="628" y="202"/>
                    <a:pt x="536" y="49"/>
                    <a:pt x="383" y="9"/>
                  </a:cubicBezTo>
                  <a:cubicBezTo>
                    <a:pt x="361" y="3"/>
                    <a:pt x="339" y="1"/>
                    <a:pt x="317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4" name="Google Shape;2214;p97"/>
            <p:cNvSpPr/>
            <p:nvPr/>
          </p:nvSpPr>
          <p:spPr>
            <a:xfrm>
              <a:off x="2352000" y="2084500"/>
              <a:ext cx="119525" cy="196525"/>
            </a:xfrm>
            <a:custGeom>
              <a:rect b="b" l="l" r="r" t="t"/>
              <a:pathLst>
                <a:path extrusionOk="0" h="7861" w="4781">
                  <a:moveTo>
                    <a:pt x="3944" y="1"/>
                  </a:moveTo>
                  <a:cubicBezTo>
                    <a:pt x="3729" y="1"/>
                    <a:pt x="3517" y="93"/>
                    <a:pt x="3369" y="271"/>
                  </a:cubicBezTo>
                  <a:lnTo>
                    <a:pt x="252" y="4033"/>
                  </a:lnTo>
                  <a:cubicBezTo>
                    <a:pt x="1" y="4335"/>
                    <a:pt x="30" y="4780"/>
                    <a:pt x="318" y="5050"/>
                  </a:cubicBezTo>
                  <a:lnTo>
                    <a:pt x="3103" y="7660"/>
                  </a:lnTo>
                  <a:cubicBezTo>
                    <a:pt x="3246" y="7795"/>
                    <a:pt x="3428" y="7861"/>
                    <a:pt x="3610" y="7861"/>
                  </a:cubicBezTo>
                  <a:cubicBezTo>
                    <a:pt x="3811" y="7861"/>
                    <a:pt x="4007" y="7784"/>
                    <a:pt x="4153" y="7628"/>
                  </a:cubicBezTo>
                  <a:cubicBezTo>
                    <a:pt x="4434" y="7329"/>
                    <a:pt x="4419" y="6855"/>
                    <a:pt x="4121" y="6574"/>
                  </a:cubicBezTo>
                  <a:lnTo>
                    <a:pt x="1846" y="4441"/>
                  </a:lnTo>
                  <a:lnTo>
                    <a:pt x="4518" y="1222"/>
                  </a:lnTo>
                  <a:cubicBezTo>
                    <a:pt x="4780" y="905"/>
                    <a:pt x="4737" y="435"/>
                    <a:pt x="4419" y="172"/>
                  </a:cubicBezTo>
                  <a:cubicBezTo>
                    <a:pt x="4280" y="57"/>
                    <a:pt x="4112" y="1"/>
                    <a:pt x="3944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5" name="Google Shape;2215;p97"/>
            <p:cNvSpPr/>
            <p:nvPr/>
          </p:nvSpPr>
          <p:spPr>
            <a:xfrm>
              <a:off x="2392025" y="2211100"/>
              <a:ext cx="244550" cy="382275"/>
            </a:xfrm>
            <a:custGeom>
              <a:rect b="b" l="l" r="r" t="t"/>
              <a:pathLst>
                <a:path extrusionOk="0" h="15291" w="9782">
                  <a:moveTo>
                    <a:pt x="4025" y="1"/>
                  </a:moveTo>
                  <a:cubicBezTo>
                    <a:pt x="3329" y="1"/>
                    <a:pt x="2724" y="486"/>
                    <a:pt x="2571" y="1164"/>
                  </a:cubicBezTo>
                  <a:lnTo>
                    <a:pt x="1203" y="7241"/>
                  </a:lnTo>
                  <a:cubicBezTo>
                    <a:pt x="1200" y="7267"/>
                    <a:pt x="1192" y="7292"/>
                    <a:pt x="1189" y="7318"/>
                  </a:cubicBezTo>
                  <a:lnTo>
                    <a:pt x="135" y="13552"/>
                  </a:lnTo>
                  <a:cubicBezTo>
                    <a:pt x="0" y="14365"/>
                    <a:pt x="544" y="15134"/>
                    <a:pt x="1357" y="15269"/>
                  </a:cubicBezTo>
                  <a:cubicBezTo>
                    <a:pt x="1440" y="15283"/>
                    <a:pt x="1524" y="15291"/>
                    <a:pt x="1604" y="15291"/>
                  </a:cubicBezTo>
                  <a:cubicBezTo>
                    <a:pt x="2319" y="15291"/>
                    <a:pt x="2950" y="14777"/>
                    <a:pt x="3070" y="14048"/>
                  </a:cubicBezTo>
                  <a:lnTo>
                    <a:pt x="4116" y="7853"/>
                  </a:lnTo>
                  <a:lnTo>
                    <a:pt x="5214" y="2979"/>
                  </a:lnTo>
                  <a:lnTo>
                    <a:pt x="5932" y="2979"/>
                  </a:lnTo>
                  <a:lnTo>
                    <a:pt x="6315" y="7518"/>
                  </a:lnTo>
                  <a:lnTo>
                    <a:pt x="6752" y="13267"/>
                  </a:lnTo>
                  <a:cubicBezTo>
                    <a:pt x="6811" y="14046"/>
                    <a:pt x="7464" y="14642"/>
                    <a:pt x="8235" y="14642"/>
                  </a:cubicBezTo>
                  <a:cubicBezTo>
                    <a:pt x="8273" y="14642"/>
                    <a:pt x="8311" y="14641"/>
                    <a:pt x="8349" y="14638"/>
                  </a:cubicBezTo>
                  <a:cubicBezTo>
                    <a:pt x="9166" y="14576"/>
                    <a:pt x="9782" y="13862"/>
                    <a:pt x="9720" y="13041"/>
                  </a:cubicBezTo>
                  <a:lnTo>
                    <a:pt x="9282" y="7285"/>
                  </a:lnTo>
                  <a:cubicBezTo>
                    <a:pt x="9282" y="7281"/>
                    <a:pt x="9282" y="7277"/>
                    <a:pt x="9282" y="7274"/>
                  </a:cubicBezTo>
                  <a:lnTo>
                    <a:pt x="8787" y="1364"/>
                  </a:lnTo>
                  <a:cubicBezTo>
                    <a:pt x="8721" y="595"/>
                    <a:pt x="8076" y="1"/>
                    <a:pt x="7303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6" name="Google Shape;2216;p97"/>
            <p:cNvSpPr/>
            <p:nvPr/>
          </p:nvSpPr>
          <p:spPr>
            <a:xfrm>
              <a:off x="2449975" y="2079775"/>
              <a:ext cx="160825" cy="110750"/>
            </a:xfrm>
            <a:custGeom>
              <a:rect b="b" l="l" r="r" t="t"/>
              <a:pathLst>
                <a:path extrusionOk="0" h="4430" w="6433">
                  <a:moveTo>
                    <a:pt x="1" y="0"/>
                  </a:moveTo>
                  <a:lnTo>
                    <a:pt x="1" y="3832"/>
                  </a:lnTo>
                  <a:cubicBezTo>
                    <a:pt x="1" y="4164"/>
                    <a:pt x="267" y="4430"/>
                    <a:pt x="595" y="4430"/>
                  </a:cubicBezTo>
                  <a:lnTo>
                    <a:pt x="5838" y="4430"/>
                  </a:lnTo>
                  <a:cubicBezTo>
                    <a:pt x="6166" y="4430"/>
                    <a:pt x="6432" y="4164"/>
                    <a:pt x="6432" y="3832"/>
                  </a:cubicBezTo>
                  <a:lnTo>
                    <a:pt x="6432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7" name="Google Shape;2217;p97"/>
            <p:cNvSpPr/>
            <p:nvPr/>
          </p:nvSpPr>
          <p:spPr>
            <a:xfrm>
              <a:off x="2418075" y="2201625"/>
              <a:ext cx="212300" cy="152325"/>
            </a:xfrm>
            <a:custGeom>
              <a:rect b="b" l="l" r="r" t="t"/>
              <a:pathLst>
                <a:path extrusionOk="0" h="6093" w="8492">
                  <a:moveTo>
                    <a:pt x="2648" y="0"/>
                  </a:moveTo>
                  <a:cubicBezTo>
                    <a:pt x="1766" y="0"/>
                    <a:pt x="1014" y="500"/>
                    <a:pt x="894" y="1167"/>
                  </a:cubicBezTo>
                  <a:lnTo>
                    <a:pt x="1" y="6092"/>
                  </a:lnTo>
                  <a:lnTo>
                    <a:pt x="8492" y="6092"/>
                  </a:lnTo>
                  <a:lnTo>
                    <a:pt x="8255" y="1539"/>
                  </a:lnTo>
                  <a:cubicBezTo>
                    <a:pt x="8149" y="547"/>
                    <a:pt x="7573" y="0"/>
                    <a:pt x="6501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8" name="Google Shape;2218;p97"/>
            <p:cNvSpPr/>
            <p:nvPr/>
          </p:nvSpPr>
          <p:spPr>
            <a:xfrm>
              <a:off x="2586075" y="2083525"/>
              <a:ext cx="143850" cy="208725"/>
            </a:xfrm>
            <a:custGeom>
              <a:rect b="b" l="l" r="r" t="t"/>
              <a:pathLst>
                <a:path extrusionOk="0" h="8349" w="5754">
                  <a:moveTo>
                    <a:pt x="820" y="1"/>
                  </a:moveTo>
                  <a:cubicBezTo>
                    <a:pt x="632" y="1"/>
                    <a:pt x="443" y="72"/>
                    <a:pt x="299" y="215"/>
                  </a:cubicBezTo>
                  <a:cubicBezTo>
                    <a:pt x="4" y="503"/>
                    <a:pt x="0" y="973"/>
                    <a:pt x="288" y="1265"/>
                  </a:cubicBezTo>
                  <a:lnTo>
                    <a:pt x="3912" y="4947"/>
                  </a:lnTo>
                  <a:lnTo>
                    <a:pt x="1703" y="6854"/>
                  </a:lnTo>
                  <a:lnTo>
                    <a:pt x="1214" y="6861"/>
                  </a:lnTo>
                  <a:cubicBezTo>
                    <a:pt x="802" y="6865"/>
                    <a:pt x="474" y="7204"/>
                    <a:pt x="481" y="7616"/>
                  </a:cubicBezTo>
                  <a:cubicBezTo>
                    <a:pt x="485" y="8020"/>
                    <a:pt x="817" y="8348"/>
                    <a:pt x="1225" y="8348"/>
                  </a:cubicBezTo>
                  <a:lnTo>
                    <a:pt x="1236" y="8348"/>
                  </a:lnTo>
                  <a:lnTo>
                    <a:pt x="1994" y="8337"/>
                  </a:lnTo>
                  <a:cubicBezTo>
                    <a:pt x="2166" y="8334"/>
                    <a:pt x="2337" y="8268"/>
                    <a:pt x="2468" y="8155"/>
                  </a:cubicBezTo>
                  <a:lnTo>
                    <a:pt x="5487" y="5556"/>
                  </a:lnTo>
                  <a:cubicBezTo>
                    <a:pt x="5644" y="5421"/>
                    <a:pt x="5735" y="5228"/>
                    <a:pt x="5746" y="5023"/>
                  </a:cubicBezTo>
                  <a:cubicBezTo>
                    <a:pt x="5753" y="4816"/>
                    <a:pt x="5677" y="4615"/>
                    <a:pt x="5531" y="4469"/>
                  </a:cubicBezTo>
                  <a:lnTo>
                    <a:pt x="1349" y="222"/>
                  </a:lnTo>
                  <a:cubicBezTo>
                    <a:pt x="1204" y="75"/>
                    <a:pt x="1012" y="1"/>
                    <a:pt x="82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9" name="Google Shape;2219;p97"/>
            <p:cNvSpPr/>
            <p:nvPr/>
          </p:nvSpPr>
          <p:spPr>
            <a:xfrm>
              <a:off x="2299975" y="2534025"/>
              <a:ext cx="184950" cy="100200"/>
            </a:xfrm>
            <a:custGeom>
              <a:rect b="b" l="l" r="r" t="t"/>
              <a:pathLst>
                <a:path extrusionOk="0" h="4008" w="7398">
                  <a:moveTo>
                    <a:pt x="3544" y="0"/>
                  </a:moveTo>
                  <a:cubicBezTo>
                    <a:pt x="2775" y="2261"/>
                    <a:pt x="0" y="4007"/>
                    <a:pt x="0" y="4007"/>
                  </a:cubicBezTo>
                  <a:lnTo>
                    <a:pt x="4550" y="4007"/>
                  </a:lnTo>
                  <a:cubicBezTo>
                    <a:pt x="4550" y="4007"/>
                    <a:pt x="5432" y="3719"/>
                    <a:pt x="5895" y="2964"/>
                  </a:cubicBezTo>
                  <a:lnTo>
                    <a:pt x="5895" y="4007"/>
                  </a:lnTo>
                  <a:lnTo>
                    <a:pt x="7036" y="4007"/>
                  </a:lnTo>
                  <a:lnTo>
                    <a:pt x="73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0" name="Google Shape;2220;p97"/>
            <p:cNvSpPr/>
            <p:nvPr/>
          </p:nvSpPr>
          <p:spPr>
            <a:xfrm>
              <a:off x="2298150" y="2532300"/>
              <a:ext cx="188400" cy="103550"/>
            </a:xfrm>
            <a:custGeom>
              <a:rect b="b" l="l" r="r" t="t"/>
              <a:pathLst>
                <a:path extrusionOk="0" h="4142" w="7536">
                  <a:moveTo>
                    <a:pt x="7397" y="135"/>
                  </a:moveTo>
                  <a:lnTo>
                    <a:pt x="7051" y="4010"/>
                  </a:lnTo>
                  <a:lnTo>
                    <a:pt x="6034" y="4010"/>
                  </a:lnTo>
                  <a:lnTo>
                    <a:pt x="6034" y="3033"/>
                  </a:lnTo>
                  <a:cubicBezTo>
                    <a:pt x="6034" y="3004"/>
                    <a:pt x="6016" y="2979"/>
                    <a:pt x="5986" y="2968"/>
                  </a:cubicBezTo>
                  <a:cubicBezTo>
                    <a:pt x="5981" y="2966"/>
                    <a:pt x="5976" y="2966"/>
                    <a:pt x="5971" y="2966"/>
                  </a:cubicBezTo>
                  <a:cubicBezTo>
                    <a:pt x="5947" y="2966"/>
                    <a:pt x="5925" y="2979"/>
                    <a:pt x="5910" y="2997"/>
                  </a:cubicBezTo>
                  <a:cubicBezTo>
                    <a:pt x="5494" y="3682"/>
                    <a:pt x="4707" y="3974"/>
                    <a:pt x="4612" y="4010"/>
                  </a:cubicBezTo>
                  <a:lnTo>
                    <a:pt x="292" y="4010"/>
                  </a:lnTo>
                  <a:cubicBezTo>
                    <a:pt x="551" y="3832"/>
                    <a:pt x="1054" y="3464"/>
                    <a:pt x="1601" y="2968"/>
                  </a:cubicBezTo>
                  <a:cubicBezTo>
                    <a:pt x="2319" y="2315"/>
                    <a:pt x="3252" y="1298"/>
                    <a:pt x="3664" y="135"/>
                  </a:cubicBezTo>
                  <a:close/>
                  <a:moveTo>
                    <a:pt x="3617" y="0"/>
                  </a:moveTo>
                  <a:cubicBezTo>
                    <a:pt x="3588" y="0"/>
                    <a:pt x="3562" y="18"/>
                    <a:pt x="3555" y="48"/>
                  </a:cubicBezTo>
                  <a:cubicBezTo>
                    <a:pt x="3161" y="1200"/>
                    <a:pt x="2228" y="2217"/>
                    <a:pt x="1513" y="2869"/>
                  </a:cubicBezTo>
                  <a:cubicBezTo>
                    <a:pt x="737" y="3577"/>
                    <a:pt x="44" y="4014"/>
                    <a:pt x="37" y="4018"/>
                  </a:cubicBezTo>
                  <a:cubicBezTo>
                    <a:pt x="11" y="4036"/>
                    <a:pt x="0" y="4065"/>
                    <a:pt x="7" y="4094"/>
                  </a:cubicBezTo>
                  <a:cubicBezTo>
                    <a:pt x="18" y="4120"/>
                    <a:pt x="44" y="4142"/>
                    <a:pt x="73" y="4142"/>
                  </a:cubicBezTo>
                  <a:lnTo>
                    <a:pt x="4623" y="4142"/>
                  </a:lnTo>
                  <a:cubicBezTo>
                    <a:pt x="4630" y="4142"/>
                    <a:pt x="4638" y="4142"/>
                    <a:pt x="4645" y="4138"/>
                  </a:cubicBezTo>
                  <a:cubicBezTo>
                    <a:pt x="4678" y="4127"/>
                    <a:pt x="5418" y="3883"/>
                    <a:pt x="5903" y="3248"/>
                  </a:cubicBezTo>
                  <a:lnTo>
                    <a:pt x="5903" y="4076"/>
                  </a:lnTo>
                  <a:cubicBezTo>
                    <a:pt x="5903" y="4112"/>
                    <a:pt x="5932" y="4142"/>
                    <a:pt x="5968" y="4142"/>
                  </a:cubicBezTo>
                  <a:lnTo>
                    <a:pt x="7109" y="4142"/>
                  </a:lnTo>
                  <a:cubicBezTo>
                    <a:pt x="7146" y="4142"/>
                    <a:pt x="7175" y="4116"/>
                    <a:pt x="7175" y="4080"/>
                  </a:cubicBezTo>
                  <a:lnTo>
                    <a:pt x="7536" y="73"/>
                  </a:lnTo>
                  <a:cubicBezTo>
                    <a:pt x="7536" y="55"/>
                    <a:pt x="7532" y="37"/>
                    <a:pt x="7518" y="22"/>
                  </a:cubicBezTo>
                  <a:cubicBezTo>
                    <a:pt x="7507" y="11"/>
                    <a:pt x="7489" y="0"/>
                    <a:pt x="7470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1" name="Google Shape;2221;p97"/>
            <p:cNvSpPr/>
            <p:nvPr/>
          </p:nvSpPr>
          <p:spPr>
            <a:xfrm>
              <a:off x="2463100" y="2534025"/>
              <a:ext cx="180500" cy="100200"/>
            </a:xfrm>
            <a:custGeom>
              <a:rect b="b" l="l" r="r" t="t"/>
              <a:pathLst>
                <a:path extrusionOk="0" h="4008" w="7220">
                  <a:moveTo>
                    <a:pt x="3461" y="0"/>
                  </a:moveTo>
                  <a:cubicBezTo>
                    <a:pt x="2706" y="2261"/>
                    <a:pt x="1" y="4007"/>
                    <a:pt x="1" y="4007"/>
                  </a:cubicBezTo>
                  <a:lnTo>
                    <a:pt x="4441" y="4007"/>
                  </a:lnTo>
                  <a:cubicBezTo>
                    <a:pt x="4441" y="4007"/>
                    <a:pt x="5302" y="3719"/>
                    <a:pt x="5754" y="2964"/>
                  </a:cubicBezTo>
                  <a:lnTo>
                    <a:pt x="5754" y="4007"/>
                  </a:lnTo>
                  <a:lnTo>
                    <a:pt x="6866" y="4007"/>
                  </a:lnTo>
                  <a:lnTo>
                    <a:pt x="72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2" name="Google Shape;2222;p97"/>
            <p:cNvSpPr/>
            <p:nvPr/>
          </p:nvSpPr>
          <p:spPr>
            <a:xfrm>
              <a:off x="2461300" y="2532300"/>
              <a:ext cx="183950" cy="103550"/>
            </a:xfrm>
            <a:custGeom>
              <a:rect b="b" l="l" r="r" t="t"/>
              <a:pathLst>
                <a:path extrusionOk="0" h="4142" w="7358">
                  <a:moveTo>
                    <a:pt x="7219" y="135"/>
                  </a:moveTo>
                  <a:lnTo>
                    <a:pt x="6880" y="4010"/>
                  </a:lnTo>
                  <a:lnTo>
                    <a:pt x="5892" y="4010"/>
                  </a:lnTo>
                  <a:lnTo>
                    <a:pt x="5892" y="3033"/>
                  </a:lnTo>
                  <a:cubicBezTo>
                    <a:pt x="5892" y="3004"/>
                    <a:pt x="5870" y="2979"/>
                    <a:pt x="5844" y="2968"/>
                  </a:cubicBezTo>
                  <a:cubicBezTo>
                    <a:pt x="5839" y="2966"/>
                    <a:pt x="5834" y="2966"/>
                    <a:pt x="5829" y="2966"/>
                  </a:cubicBezTo>
                  <a:cubicBezTo>
                    <a:pt x="5804" y="2966"/>
                    <a:pt x="5780" y="2979"/>
                    <a:pt x="5768" y="3001"/>
                  </a:cubicBezTo>
                  <a:cubicBezTo>
                    <a:pt x="5359" y="3682"/>
                    <a:pt x="4597" y="3974"/>
                    <a:pt x="4503" y="4010"/>
                  </a:cubicBezTo>
                  <a:lnTo>
                    <a:pt x="288" y="4010"/>
                  </a:lnTo>
                  <a:cubicBezTo>
                    <a:pt x="540" y="3832"/>
                    <a:pt x="1032" y="3464"/>
                    <a:pt x="1564" y="2968"/>
                  </a:cubicBezTo>
                  <a:cubicBezTo>
                    <a:pt x="2264" y="2315"/>
                    <a:pt x="3179" y="1298"/>
                    <a:pt x="3580" y="135"/>
                  </a:cubicBezTo>
                  <a:close/>
                  <a:moveTo>
                    <a:pt x="3533" y="0"/>
                  </a:moveTo>
                  <a:cubicBezTo>
                    <a:pt x="3504" y="0"/>
                    <a:pt x="3478" y="18"/>
                    <a:pt x="3467" y="48"/>
                  </a:cubicBezTo>
                  <a:cubicBezTo>
                    <a:pt x="3084" y="1200"/>
                    <a:pt x="2173" y="2217"/>
                    <a:pt x="1477" y="2869"/>
                  </a:cubicBezTo>
                  <a:cubicBezTo>
                    <a:pt x="718" y="3577"/>
                    <a:pt x="44" y="4014"/>
                    <a:pt x="37" y="4018"/>
                  </a:cubicBezTo>
                  <a:cubicBezTo>
                    <a:pt x="11" y="4036"/>
                    <a:pt x="0" y="4065"/>
                    <a:pt x="11" y="4094"/>
                  </a:cubicBezTo>
                  <a:cubicBezTo>
                    <a:pt x="18" y="4123"/>
                    <a:pt x="44" y="4142"/>
                    <a:pt x="73" y="4142"/>
                  </a:cubicBezTo>
                  <a:lnTo>
                    <a:pt x="4513" y="4142"/>
                  </a:lnTo>
                  <a:cubicBezTo>
                    <a:pt x="4521" y="4142"/>
                    <a:pt x="4528" y="4142"/>
                    <a:pt x="4535" y="4138"/>
                  </a:cubicBezTo>
                  <a:cubicBezTo>
                    <a:pt x="4568" y="4127"/>
                    <a:pt x="5286" y="3883"/>
                    <a:pt x="5760" y="3252"/>
                  </a:cubicBezTo>
                  <a:lnTo>
                    <a:pt x="5760" y="4076"/>
                  </a:lnTo>
                  <a:cubicBezTo>
                    <a:pt x="5760" y="4112"/>
                    <a:pt x="5790" y="4142"/>
                    <a:pt x="5826" y="4142"/>
                  </a:cubicBezTo>
                  <a:lnTo>
                    <a:pt x="6938" y="4142"/>
                  </a:lnTo>
                  <a:cubicBezTo>
                    <a:pt x="6974" y="4142"/>
                    <a:pt x="7004" y="4116"/>
                    <a:pt x="7007" y="4080"/>
                  </a:cubicBezTo>
                  <a:lnTo>
                    <a:pt x="7357" y="73"/>
                  </a:lnTo>
                  <a:cubicBezTo>
                    <a:pt x="7357" y="55"/>
                    <a:pt x="7354" y="37"/>
                    <a:pt x="7339" y="22"/>
                  </a:cubicBezTo>
                  <a:cubicBezTo>
                    <a:pt x="7328" y="11"/>
                    <a:pt x="7310" y="0"/>
                    <a:pt x="7292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3" name="Google Shape;2223;p97"/>
            <p:cNvSpPr/>
            <p:nvPr/>
          </p:nvSpPr>
          <p:spPr>
            <a:xfrm>
              <a:off x="2539375" y="2248375"/>
              <a:ext cx="100125" cy="51825"/>
            </a:xfrm>
            <a:custGeom>
              <a:rect b="b" l="l" r="r" t="t"/>
              <a:pathLst>
                <a:path extrusionOk="0" h="2073" w="4005">
                  <a:moveTo>
                    <a:pt x="3587" y="0"/>
                  </a:moveTo>
                  <a:cubicBezTo>
                    <a:pt x="2965" y="0"/>
                    <a:pt x="1759" y="149"/>
                    <a:pt x="745" y="1160"/>
                  </a:cubicBezTo>
                  <a:cubicBezTo>
                    <a:pt x="1" y="1899"/>
                    <a:pt x="260" y="2073"/>
                    <a:pt x="896" y="2073"/>
                  </a:cubicBezTo>
                  <a:cubicBezTo>
                    <a:pt x="1460" y="2073"/>
                    <a:pt x="2323" y="1935"/>
                    <a:pt x="3043" y="1935"/>
                  </a:cubicBezTo>
                  <a:cubicBezTo>
                    <a:pt x="3081" y="1935"/>
                    <a:pt x="3118" y="1936"/>
                    <a:pt x="3155" y="1937"/>
                  </a:cubicBezTo>
                  <a:lnTo>
                    <a:pt x="4004" y="26"/>
                  </a:lnTo>
                  <a:cubicBezTo>
                    <a:pt x="4004" y="26"/>
                    <a:pt x="3846" y="0"/>
                    <a:pt x="358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4" name="Google Shape;2224;p97"/>
            <p:cNvSpPr/>
            <p:nvPr/>
          </p:nvSpPr>
          <p:spPr>
            <a:xfrm>
              <a:off x="2539200" y="2252300"/>
              <a:ext cx="61650" cy="20300"/>
            </a:xfrm>
            <a:custGeom>
              <a:rect b="b" l="l" r="r" t="t"/>
              <a:pathLst>
                <a:path extrusionOk="0" h="812" w="2466">
                  <a:moveTo>
                    <a:pt x="2466" y="0"/>
                  </a:moveTo>
                  <a:lnTo>
                    <a:pt x="2466" y="0"/>
                  </a:lnTo>
                  <a:cubicBezTo>
                    <a:pt x="2466" y="1"/>
                    <a:pt x="1066" y="336"/>
                    <a:pt x="501" y="361"/>
                  </a:cubicBezTo>
                  <a:cubicBezTo>
                    <a:pt x="1" y="383"/>
                    <a:pt x="128" y="812"/>
                    <a:pt x="935" y="812"/>
                  </a:cubicBezTo>
                  <a:cubicBezTo>
                    <a:pt x="1210" y="812"/>
                    <a:pt x="1566" y="761"/>
                    <a:pt x="2003" y="628"/>
                  </a:cubicBezTo>
                  <a:lnTo>
                    <a:pt x="2466" y="0"/>
                  </a:ln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5" name="Google Shape;2225;p97"/>
            <p:cNvSpPr/>
            <p:nvPr/>
          </p:nvSpPr>
          <p:spPr>
            <a:xfrm>
              <a:off x="2545875" y="2271525"/>
              <a:ext cx="49425" cy="22350"/>
            </a:xfrm>
            <a:custGeom>
              <a:rect b="b" l="l" r="r" t="t"/>
              <a:pathLst>
                <a:path extrusionOk="0" h="894" w="1977">
                  <a:moveTo>
                    <a:pt x="1951" y="1"/>
                  </a:moveTo>
                  <a:cubicBezTo>
                    <a:pt x="897" y="252"/>
                    <a:pt x="8" y="792"/>
                    <a:pt x="0" y="795"/>
                  </a:cubicBezTo>
                  <a:lnTo>
                    <a:pt x="59" y="894"/>
                  </a:lnTo>
                  <a:cubicBezTo>
                    <a:pt x="70" y="890"/>
                    <a:pt x="941" y="358"/>
                    <a:pt x="1976" y="114"/>
                  </a:cubicBezTo>
                  <a:lnTo>
                    <a:pt x="195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6" name="Google Shape;2226;p97"/>
            <p:cNvSpPr/>
            <p:nvPr/>
          </p:nvSpPr>
          <p:spPr>
            <a:xfrm>
              <a:off x="2552525" y="2259400"/>
              <a:ext cx="38675" cy="19450"/>
            </a:xfrm>
            <a:custGeom>
              <a:rect b="b" l="l" r="r" t="t"/>
              <a:pathLst>
                <a:path extrusionOk="0" h="778" w="1547">
                  <a:moveTo>
                    <a:pt x="1513" y="1"/>
                  </a:moveTo>
                  <a:cubicBezTo>
                    <a:pt x="737" y="256"/>
                    <a:pt x="8" y="675"/>
                    <a:pt x="0" y="679"/>
                  </a:cubicBezTo>
                  <a:lnTo>
                    <a:pt x="59" y="777"/>
                  </a:lnTo>
                  <a:cubicBezTo>
                    <a:pt x="66" y="774"/>
                    <a:pt x="784" y="358"/>
                    <a:pt x="1546" y="110"/>
                  </a:cubicBezTo>
                  <a:lnTo>
                    <a:pt x="151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97"/>
            <p:cNvSpPr/>
            <p:nvPr/>
          </p:nvSpPr>
          <p:spPr>
            <a:xfrm>
              <a:off x="2543050" y="1999200"/>
              <a:ext cx="23000" cy="23000"/>
            </a:xfrm>
            <a:custGeom>
              <a:rect b="b" l="l" r="r" t="t"/>
              <a:pathLst>
                <a:path extrusionOk="0" h="920" w="920">
                  <a:moveTo>
                    <a:pt x="460" y="0"/>
                  </a:moveTo>
                  <a:cubicBezTo>
                    <a:pt x="208" y="0"/>
                    <a:pt x="0" y="208"/>
                    <a:pt x="0" y="460"/>
                  </a:cubicBezTo>
                  <a:cubicBezTo>
                    <a:pt x="0" y="715"/>
                    <a:pt x="208" y="919"/>
                    <a:pt x="460" y="919"/>
                  </a:cubicBezTo>
                  <a:cubicBezTo>
                    <a:pt x="715" y="919"/>
                    <a:pt x="919" y="715"/>
                    <a:pt x="919" y="460"/>
                  </a:cubicBezTo>
                  <a:cubicBezTo>
                    <a:pt x="919" y="208"/>
                    <a:pt x="715" y="0"/>
                    <a:pt x="46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97"/>
            <p:cNvSpPr/>
            <p:nvPr/>
          </p:nvSpPr>
          <p:spPr>
            <a:xfrm>
              <a:off x="2490900" y="2067425"/>
              <a:ext cx="72850" cy="65150"/>
            </a:xfrm>
            <a:custGeom>
              <a:rect b="b" l="l" r="r" t="t"/>
              <a:pathLst>
                <a:path extrusionOk="0" h="2606" w="2914">
                  <a:moveTo>
                    <a:pt x="2844" y="0"/>
                  </a:moveTo>
                  <a:cubicBezTo>
                    <a:pt x="2821" y="0"/>
                    <a:pt x="2797" y="16"/>
                    <a:pt x="2786" y="38"/>
                  </a:cubicBezTo>
                  <a:cubicBezTo>
                    <a:pt x="2779" y="64"/>
                    <a:pt x="1868" y="2339"/>
                    <a:pt x="993" y="2477"/>
                  </a:cubicBezTo>
                  <a:cubicBezTo>
                    <a:pt x="966" y="2482"/>
                    <a:pt x="941" y="2484"/>
                    <a:pt x="916" y="2484"/>
                  </a:cubicBezTo>
                  <a:cubicBezTo>
                    <a:pt x="815" y="2484"/>
                    <a:pt x="724" y="2449"/>
                    <a:pt x="643" y="2379"/>
                  </a:cubicBezTo>
                  <a:cubicBezTo>
                    <a:pt x="143" y="1956"/>
                    <a:pt x="125" y="454"/>
                    <a:pt x="121" y="439"/>
                  </a:cubicBezTo>
                  <a:cubicBezTo>
                    <a:pt x="121" y="407"/>
                    <a:pt x="96" y="377"/>
                    <a:pt x="59" y="377"/>
                  </a:cubicBezTo>
                  <a:cubicBezTo>
                    <a:pt x="26" y="381"/>
                    <a:pt x="1" y="407"/>
                    <a:pt x="1" y="439"/>
                  </a:cubicBezTo>
                  <a:cubicBezTo>
                    <a:pt x="1" y="505"/>
                    <a:pt x="19" y="2014"/>
                    <a:pt x="562" y="2470"/>
                  </a:cubicBezTo>
                  <a:cubicBezTo>
                    <a:pt x="668" y="2561"/>
                    <a:pt x="788" y="2605"/>
                    <a:pt x="916" y="2605"/>
                  </a:cubicBezTo>
                  <a:cubicBezTo>
                    <a:pt x="949" y="2605"/>
                    <a:pt x="978" y="2605"/>
                    <a:pt x="1011" y="2598"/>
                  </a:cubicBezTo>
                  <a:cubicBezTo>
                    <a:pt x="1955" y="2448"/>
                    <a:pt x="2863" y="181"/>
                    <a:pt x="2903" y="86"/>
                  </a:cubicBezTo>
                  <a:cubicBezTo>
                    <a:pt x="2914" y="53"/>
                    <a:pt x="2899" y="17"/>
                    <a:pt x="2866" y="6"/>
                  </a:cubicBezTo>
                  <a:cubicBezTo>
                    <a:pt x="2859" y="2"/>
                    <a:pt x="2852" y="0"/>
                    <a:pt x="28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97"/>
            <p:cNvSpPr/>
            <p:nvPr/>
          </p:nvSpPr>
          <p:spPr>
            <a:xfrm>
              <a:off x="2802900" y="1829575"/>
              <a:ext cx="93075" cy="93175"/>
            </a:xfrm>
            <a:custGeom>
              <a:rect b="b" l="l" r="r" t="t"/>
              <a:pathLst>
                <a:path extrusionOk="0" h="3727" w="3723">
                  <a:moveTo>
                    <a:pt x="1863" y="1"/>
                  </a:moveTo>
                  <a:cubicBezTo>
                    <a:pt x="832" y="1"/>
                    <a:pt x="0" y="836"/>
                    <a:pt x="0" y="1864"/>
                  </a:cubicBezTo>
                  <a:cubicBezTo>
                    <a:pt x="0" y="2892"/>
                    <a:pt x="832" y="3727"/>
                    <a:pt x="1863" y="3727"/>
                  </a:cubicBezTo>
                  <a:cubicBezTo>
                    <a:pt x="2891" y="3727"/>
                    <a:pt x="3723" y="2892"/>
                    <a:pt x="3723" y="1864"/>
                  </a:cubicBezTo>
                  <a:cubicBezTo>
                    <a:pt x="3723" y="836"/>
                    <a:pt x="2891" y="1"/>
                    <a:pt x="18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0" name="Google Shape;2230;p97"/>
            <p:cNvSpPr/>
            <p:nvPr/>
          </p:nvSpPr>
          <p:spPr>
            <a:xfrm>
              <a:off x="2802900" y="1829575"/>
              <a:ext cx="93075" cy="93175"/>
            </a:xfrm>
            <a:custGeom>
              <a:rect b="b" l="l" r="r" t="t"/>
              <a:pathLst>
                <a:path extrusionOk="0" h="3727" w="3723">
                  <a:moveTo>
                    <a:pt x="1863" y="92"/>
                  </a:moveTo>
                  <a:cubicBezTo>
                    <a:pt x="2837" y="92"/>
                    <a:pt x="3631" y="887"/>
                    <a:pt x="3631" y="1864"/>
                  </a:cubicBezTo>
                  <a:cubicBezTo>
                    <a:pt x="3631" y="2841"/>
                    <a:pt x="2837" y="3635"/>
                    <a:pt x="1863" y="3635"/>
                  </a:cubicBezTo>
                  <a:cubicBezTo>
                    <a:pt x="886" y="3635"/>
                    <a:pt x="91" y="2841"/>
                    <a:pt x="91" y="1864"/>
                  </a:cubicBezTo>
                  <a:cubicBezTo>
                    <a:pt x="91" y="887"/>
                    <a:pt x="886" y="92"/>
                    <a:pt x="1863" y="92"/>
                  </a:cubicBezTo>
                  <a:close/>
                  <a:moveTo>
                    <a:pt x="1863" y="1"/>
                  </a:moveTo>
                  <a:cubicBezTo>
                    <a:pt x="832" y="1"/>
                    <a:pt x="0" y="836"/>
                    <a:pt x="0" y="1864"/>
                  </a:cubicBezTo>
                  <a:cubicBezTo>
                    <a:pt x="0" y="2892"/>
                    <a:pt x="832" y="3727"/>
                    <a:pt x="1863" y="3727"/>
                  </a:cubicBezTo>
                  <a:cubicBezTo>
                    <a:pt x="2891" y="3727"/>
                    <a:pt x="3723" y="2892"/>
                    <a:pt x="3723" y="1864"/>
                  </a:cubicBezTo>
                  <a:cubicBezTo>
                    <a:pt x="3723" y="836"/>
                    <a:pt x="2891" y="1"/>
                    <a:pt x="186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1" name="Google Shape;2231;p97"/>
            <p:cNvSpPr/>
            <p:nvPr/>
          </p:nvSpPr>
          <p:spPr>
            <a:xfrm>
              <a:off x="2625075" y="1920625"/>
              <a:ext cx="306075" cy="159175"/>
            </a:xfrm>
            <a:custGeom>
              <a:rect b="b" l="l" r="r" t="t"/>
              <a:pathLst>
                <a:path extrusionOk="0" h="6367" w="12243">
                  <a:moveTo>
                    <a:pt x="2049" y="1"/>
                  </a:moveTo>
                  <a:cubicBezTo>
                    <a:pt x="919" y="1"/>
                    <a:pt x="0" y="916"/>
                    <a:pt x="0" y="2046"/>
                  </a:cubicBezTo>
                  <a:cubicBezTo>
                    <a:pt x="0" y="3176"/>
                    <a:pt x="919" y="4095"/>
                    <a:pt x="2049" y="4095"/>
                  </a:cubicBezTo>
                  <a:lnTo>
                    <a:pt x="2819" y="4095"/>
                  </a:lnTo>
                  <a:lnTo>
                    <a:pt x="1863" y="6366"/>
                  </a:lnTo>
                  <a:lnTo>
                    <a:pt x="1863" y="6366"/>
                  </a:lnTo>
                  <a:lnTo>
                    <a:pt x="4966" y="4095"/>
                  </a:lnTo>
                  <a:lnTo>
                    <a:pt x="10194" y="4095"/>
                  </a:lnTo>
                  <a:cubicBezTo>
                    <a:pt x="11328" y="4095"/>
                    <a:pt x="12243" y="3176"/>
                    <a:pt x="12243" y="2046"/>
                  </a:cubicBezTo>
                  <a:cubicBezTo>
                    <a:pt x="12243" y="916"/>
                    <a:pt x="11328" y="1"/>
                    <a:pt x="101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97"/>
            <p:cNvSpPr/>
            <p:nvPr/>
          </p:nvSpPr>
          <p:spPr>
            <a:xfrm>
              <a:off x="2625075" y="1920625"/>
              <a:ext cx="306075" cy="159175"/>
            </a:xfrm>
            <a:custGeom>
              <a:rect b="b" l="l" r="r" t="t"/>
              <a:pathLst>
                <a:path extrusionOk="0" h="6367" w="12243">
                  <a:moveTo>
                    <a:pt x="10194" y="92"/>
                  </a:moveTo>
                  <a:cubicBezTo>
                    <a:pt x="11273" y="92"/>
                    <a:pt x="12152" y="967"/>
                    <a:pt x="12152" y="2046"/>
                  </a:cubicBezTo>
                  <a:cubicBezTo>
                    <a:pt x="12152" y="3125"/>
                    <a:pt x="11273" y="4004"/>
                    <a:pt x="10194" y="4004"/>
                  </a:cubicBezTo>
                  <a:lnTo>
                    <a:pt x="4937" y="4004"/>
                  </a:lnTo>
                  <a:lnTo>
                    <a:pt x="4915" y="4022"/>
                  </a:lnTo>
                  <a:lnTo>
                    <a:pt x="2075" y="6100"/>
                  </a:lnTo>
                  <a:lnTo>
                    <a:pt x="2902" y="4131"/>
                  </a:lnTo>
                  <a:lnTo>
                    <a:pt x="2957" y="4004"/>
                  </a:lnTo>
                  <a:lnTo>
                    <a:pt x="2049" y="4004"/>
                  </a:lnTo>
                  <a:cubicBezTo>
                    <a:pt x="970" y="4004"/>
                    <a:pt x="92" y="3125"/>
                    <a:pt x="92" y="2046"/>
                  </a:cubicBezTo>
                  <a:cubicBezTo>
                    <a:pt x="92" y="967"/>
                    <a:pt x="970" y="92"/>
                    <a:pt x="2049" y="92"/>
                  </a:cubicBezTo>
                  <a:close/>
                  <a:moveTo>
                    <a:pt x="2049" y="1"/>
                  </a:moveTo>
                  <a:cubicBezTo>
                    <a:pt x="919" y="1"/>
                    <a:pt x="0" y="916"/>
                    <a:pt x="0" y="2046"/>
                  </a:cubicBezTo>
                  <a:cubicBezTo>
                    <a:pt x="0" y="3176"/>
                    <a:pt x="919" y="4095"/>
                    <a:pt x="2049" y="4095"/>
                  </a:cubicBezTo>
                  <a:lnTo>
                    <a:pt x="2819" y="4095"/>
                  </a:lnTo>
                  <a:lnTo>
                    <a:pt x="1863" y="6366"/>
                  </a:lnTo>
                  <a:lnTo>
                    <a:pt x="1863" y="6366"/>
                  </a:lnTo>
                  <a:lnTo>
                    <a:pt x="4966" y="4095"/>
                  </a:lnTo>
                  <a:lnTo>
                    <a:pt x="10194" y="4095"/>
                  </a:lnTo>
                  <a:cubicBezTo>
                    <a:pt x="11328" y="4095"/>
                    <a:pt x="12243" y="3176"/>
                    <a:pt x="12243" y="2046"/>
                  </a:cubicBezTo>
                  <a:cubicBezTo>
                    <a:pt x="12243" y="916"/>
                    <a:pt x="11328" y="1"/>
                    <a:pt x="101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97"/>
            <p:cNvSpPr/>
            <p:nvPr/>
          </p:nvSpPr>
          <p:spPr>
            <a:xfrm>
              <a:off x="2832525" y="1850625"/>
              <a:ext cx="33100" cy="47525"/>
            </a:xfrm>
            <a:custGeom>
              <a:rect b="b" l="l" r="r" t="t"/>
              <a:pathLst>
                <a:path extrusionOk="0" h="1901" w="1324">
                  <a:moveTo>
                    <a:pt x="689" y="1"/>
                  </a:moveTo>
                  <a:cubicBezTo>
                    <a:pt x="598" y="1"/>
                    <a:pt x="518" y="8"/>
                    <a:pt x="445" y="26"/>
                  </a:cubicBezTo>
                  <a:cubicBezTo>
                    <a:pt x="372" y="45"/>
                    <a:pt x="310" y="70"/>
                    <a:pt x="252" y="107"/>
                  </a:cubicBezTo>
                  <a:cubicBezTo>
                    <a:pt x="197" y="139"/>
                    <a:pt x="150" y="179"/>
                    <a:pt x="113" y="227"/>
                  </a:cubicBezTo>
                  <a:cubicBezTo>
                    <a:pt x="77" y="271"/>
                    <a:pt x="48" y="322"/>
                    <a:pt x="29" y="380"/>
                  </a:cubicBezTo>
                  <a:cubicBezTo>
                    <a:pt x="11" y="435"/>
                    <a:pt x="0" y="497"/>
                    <a:pt x="0" y="559"/>
                  </a:cubicBezTo>
                  <a:cubicBezTo>
                    <a:pt x="0" y="581"/>
                    <a:pt x="0" y="599"/>
                    <a:pt x="4" y="617"/>
                  </a:cubicBezTo>
                  <a:cubicBezTo>
                    <a:pt x="7" y="632"/>
                    <a:pt x="7" y="646"/>
                    <a:pt x="11" y="657"/>
                  </a:cubicBezTo>
                  <a:lnTo>
                    <a:pt x="383" y="657"/>
                  </a:lnTo>
                  <a:cubicBezTo>
                    <a:pt x="383" y="642"/>
                    <a:pt x="379" y="632"/>
                    <a:pt x="379" y="621"/>
                  </a:cubicBezTo>
                  <a:lnTo>
                    <a:pt x="379" y="584"/>
                  </a:lnTo>
                  <a:cubicBezTo>
                    <a:pt x="379" y="555"/>
                    <a:pt x="383" y="526"/>
                    <a:pt x="390" y="497"/>
                  </a:cubicBezTo>
                  <a:cubicBezTo>
                    <a:pt x="398" y="464"/>
                    <a:pt x="409" y="435"/>
                    <a:pt x="427" y="409"/>
                  </a:cubicBezTo>
                  <a:cubicBezTo>
                    <a:pt x="449" y="380"/>
                    <a:pt x="474" y="354"/>
                    <a:pt x="514" y="336"/>
                  </a:cubicBezTo>
                  <a:cubicBezTo>
                    <a:pt x="551" y="322"/>
                    <a:pt x="598" y="311"/>
                    <a:pt x="660" y="311"/>
                  </a:cubicBezTo>
                  <a:cubicBezTo>
                    <a:pt x="718" y="311"/>
                    <a:pt x="762" y="318"/>
                    <a:pt x="799" y="333"/>
                  </a:cubicBezTo>
                  <a:cubicBezTo>
                    <a:pt x="831" y="351"/>
                    <a:pt x="857" y="369"/>
                    <a:pt x="875" y="395"/>
                  </a:cubicBezTo>
                  <a:cubicBezTo>
                    <a:pt x="893" y="420"/>
                    <a:pt x="904" y="442"/>
                    <a:pt x="908" y="467"/>
                  </a:cubicBezTo>
                  <a:cubicBezTo>
                    <a:pt x="915" y="493"/>
                    <a:pt x="915" y="515"/>
                    <a:pt x="915" y="537"/>
                  </a:cubicBezTo>
                  <a:cubicBezTo>
                    <a:pt x="915" y="581"/>
                    <a:pt x="908" y="621"/>
                    <a:pt x="886" y="653"/>
                  </a:cubicBezTo>
                  <a:cubicBezTo>
                    <a:pt x="864" y="690"/>
                    <a:pt x="839" y="719"/>
                    <a:pt x="806" y="748"/>
                  </a:cubicBezTo>
                  <a:cubicBezTo>
                    <a:pt x="773" y="777"/>
                    <a:pt x="740" y="803"/>
                    <a:pt x="704" y="832"/>
                  </a:cubicBezTo>
                  <a:cubicBezTo>
                    <a:pt x="667" y="861"/>
                    <a:pt x="635" y="890"/>
                    <a:pt x="602" y="927"/>
                  </a:cubicBezTo>
                  <a:cubicBezTo>
                    <a:pt x="573" y="963"/>
                    <a:pt x="543" y="1003"/>
                    <a:pt x="525" y="1051"/>
                  </a:cubicBezTo>
                  <a:cubicBezTo>
                    <a:pt x="503" y="1095"/>
                    <a:pt x="492" y="1153"/>
                    <a:pt x="492" y="1219"/>
                  </a:cubicBezTo>
                  <a:lnTo>
                    <a:pt x="492" y="1346"/>
                  </a:lnTo>
                  <a:lnTo>
                    <a:pt x="835" y="1346"/>
                  </a:lnTo>
                  <a:lnTo>
                    <a:pt x="835" y="1266"/>
                  </a:lnTo>
                  <a:cubicBezTo>
                    <a:pt x="835" y="1219"/>
                    <a:pt x="846" y="1175"/>
                    <a:pt x="872" y="1142"/>
                  </a:cubicBezTo>
                  <a:cubicBezTo>
                    <a:pt x="893" y="1105"/>
                    <a:pt x="926" y="1073"/>
                    <a:pt x="963" y="1044"/>
                  </a:cubicBezTo>
                  <a:cubicBezTo>
                    <a:pt x="999" y="1014"/>
                    <a:pt x="1039" y="985"/>
                    <a:pt x="1079" y="952"/>
                  </a:cubicBezTo>
                  <a:cubicBezTo>
                    <a:pt x="1123" y="923"/>
                    <a:pt x="1160" y="887"/>
                    <a:pt x="1200" y="847"/>
                  </a:cubicBezTo>
                  <a:cubicBezTo>
                    <a:pt x="1236" y="803"/>
                    <a:pt x="1265" y="756"/>
                    <a:pt x="1291" y="701"/>
                  </a:cubicBezTo>
                  <a:cubicBezTo>
                    <a:pt x="1313" y="646"/>
                    <a:pt x="1324" y="577"/>
                    <a:pt x="1324" y="500"/>
                  </a:cubicBezTo>
                  <a:cubicBezTo>
                    <a:pt x="1324" y="435"/>
                    <a:pt x="1316" y="376"/>
                    <a:pt x="1294" y="325"/>
                  </a:cubicBezTo>
                  <a:cubicBezTo>
                    <a:pt x="1276" y="271"/>
                    <a:pt x="1247" y="227"/>
                    <a:pt x="1211" y="187"/>
                  </a:cubicBezTo>
                  <a:cubicBezTo>
                    <a:pt x="1174" y="147"/>
                    <a:pt x="1130" y="110"/>
                    <a:pt x="1079" y="85"/>
                  </a:cubicBezTo>
                  <a:cubicBezTo>
                    <a:pt x="1028" y="56"/>
                    <a:pt x="966" y="34"/>
                    <a:pt x="901" y="23"/>
                  </a:cubicBezTo>
                  <a:cubicBezTo>
                    <a:pt x="835" y="8"/>
                    <a:pt x="766" y="1"/>
                    <a:pt x="689" y="1"/>
                  </a:cubicBezTo>
                  <a:close/>
                  <a:moveTo>
                    <a:pt x="470" y="1517"/>
                  </a:moveTo>
                  <a:lnTo>
                    <a:pt x="470" y="1900"/>
                  </a:lnTo>
                  <a:lnTo>
                    <a:pt x="857" y="1900"/>
                  </a:lnTo>
                  <a:lnTo>
                    <a:pt x="857" y="1517"/>
                  </a:lnTo>
                  <a:close/>
                </a:path>
              </a:pathLst>
            </a:custGeom>
            <a:solidFill>
              <a:srgbClr val="CC9E1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97"/>
            <p:cNvSpPr/>
            <p:nvPr/>
          </p:nvSpPr>
          <p:spPr>
            <a:xfrm>
              <a:off x="2665725" y="1984150"/>
              <a:ext cx="224325" cy="2300"/>
            </a:xfrm>
            <a:custGeom>
              <a:rect b="b" l="l" r="r" t="t"/>
              <a:pathLst>
                <a:path extrusionOk="0" h="92" w="8973">
                  <a:moveTo>
                    <a:pt x="0" y="1"/>
                  </a:moveTo>
                  <a:lnTo>
                    <a:pt x="0" y="92"/>
                  </a:lnTo>
                  <a:lnTo>
                    <a:pt x="8973" y="92"/>
                  </a:lnTo>
                  <a:lnTo>
                    <a:pt x="897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97"/>
            <p:cNvSpPr/>
            <p:nvPr/>
          </p:nvSpPr>
          <p:spPr>
            <a:xfrm>
              <a:off x="2693525" y="1954075"/>
              <a:ext cx="196525" cy="2300"/>
            </a:xfrm>
            <a:custGeom>
              <a:rect b="b" l="l" r="r" t="t"/>
              <a:pathLst>
                <a:path extrusionOk="0" h="92" w="7861">
                  <a:moveTo>
                    <a:pt x="0" y="1"/>
                  </a:moveTo>
                  <a:lnTo>
                    <a:pt x="0" y="92"/>
                  </a:lnTo>
                  <a:lnTo>
                    <a:pt x="7861" y="92"/>
                  </a:lnTo>
                  <a:lnTo>
                    <a:pt x="786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36" name="Google Shape;2236;p97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2237" name="Google Shape;2237;p97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2238" name="Google Shape;2238;p97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9" name="Google Shape;2239;p97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0" name="Google Shape;2240;p97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1" name="Google Shape;2241;p97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2" name="Google Shape;2242;p97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3" name="Google Shape;2243;p97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4" name="Google Shape;2244;p97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5" name="Google Shape;2245;p97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6" name="Google Shape;2246;p97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7" name="Google Shape;2247;p97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8" name="Google Shape;2248;p97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9" name="Google Shape;2249;p97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50" name="Google Shape;2250;p97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54" name="Shape 2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5" name="Google Shape;2255;p98"/>
          <p:cNvSpPr txBox="1"/>
          <p:nvPr/>
        </p:nvSpPr>
        <p:spPr>
          <a:xfrm>
            <a:off x="2162475" y="546750"/>
            <a:ext cx="4819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¡A practicar!</a:t>
            </a:r>
            <a:endParaRPr sz="50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2256" name="Google Shape;2256;p98"/>
          <p:cNvGrpSpPr/>
          <p:nvPr/>
        </p:nvGrpSpPr>
        <p:grpSpPr>
          <a:xfrm>
            <a:off x="2929849" y="2286253"/>
            <a:ext cx="3284301" cy="2310866"/>
            <a:chOff x="12616253" y="4062668"/>
            <a:chExt cx="4520095" cy="3328819"/>
          </a:xfrm>
        </p:grpSpPr>
        <p:sp>
          <p:nvSpPr>
            <p:cNvPr id="2257" name="Google Shape;2257;p98"/>
            <p:cNvSpPr/>
            <p:nvPr/>
          </p:nvSpPr>
          <p:spPr>
            <a:xfrm>
              <a:off x="13221814" y="5007241"/>
              <a:ext cx="3127456" cy="1669069"/>
            </a:xfrm>
            <a:custGeom>
              <a:rect b="b" l="l" r="r" t="t"/>
              <a:pathLst>
                <a:path extrusionOk="0" h="23632" w="44281">
                  <a:moveTo>
                    <a:pt x="18419" y="0"/>
                  </a:moveTo>
                  <a:cubicBezTo>
                    <a:pt x="17957" y="0"/>
                    <a:pt x="17488" y="94"/>
                    <a:pt x="17038" y="292"/>
                  </a:cubicBezTo>
                  <a:cubicBezTo>
                    <a:pt x="16693" y="449"/>
                    <a:pt x="16380" y="669"/>
                    <a:pt x="16114" y="904"/>
                  </a:cubicBezTo>
                  <a:lnTo>
                    <a:pt x="0" y="904"/>
                  </a:lnTo>
                  <a:lnTo>
                    <a:pt x="0" y="14525"/>
                  </a:lnTo>
                  <a:cubicBezTo>
                    <a:pt x="0" y="15904"/>
                    <a:pt x="1113" y="17033"/>
                    <a:pt x="2508" y="17033"/>
                  </a:cubicBezTo>
                  <a:lnTo>
                    <a:pt x="15878" y="17033"/>
                  </a:lnTo>
                  <a:cubicBezTo>
                    <a:pt x="17273" y="17033"/>
                    <a:pt x="18402" y="15904"/>
                    <a:pt x="18402" y="14525"/>
                  </a:cubicBezTo>
                  <a:lnTo>
                    <a:pt x="18402" y="11923"/>
                  </a:lnTo>
                  <a:lnTo>
                    <a:pt x="22650" y="21578"/>
                  </a:lnTo>
                  <a:cubicBezTo>
                    <a:pt x="23214" y="22863"/>
                    <a:pt x="24468" y="23631"/>
                    <a:pt x="25800" y="23631"/>
                  </a:cubicBezTo>
                  <a:cubicBezTo>
                    <a:pt x="26208" y="23631"/>
                    <a:pt x="26631" y="23569"/>
                    <a:pt x="27039" y="23412"/>
                  </a:cubicBezTo>
                  <a:lnTo>
                    <a:pt x="41616" y="17816"/>
                  </a:lnTo>
                  <a:cubicBezTo>
                    <a:pt x="43387" y="17142"/>
                    <a:pt x="44280" y="15136"/>
                    <a:pt x="43591" y="13365"/>
                  </a:cubicBezTo>
                  <a:cubicBezTo>
                    <a:pt x="43069" y="11994"/>
                    <a:pt x="41750" y="11149"/>
                    <a:pt x="40359" y="11149"/>
                  </a:cubicBezTo>
                  <a:cubicBezTo>
                    <a:pt x="39953" y="11149"/>
                    <a:pt x="39540" y="11222"/>
                    <a:pt x="39139" y="11374"/>
                  </a:cubicBezTo>
                  <a:lnTo>
                    <a:pt x="27634" y="15794"/>
                  </a:lnTo>
                  <a:lnTo>
                    <a:pt x="21584" y="2064"/>
                  </a:lnTo>
                  <a:cubicBezTo>
                    <a:pt x="21014" y="773"/>
                    <a:pt x="19746" y="0"/>
                    <a:pt x="18419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98"/>
            <p:cNvSpPr/>
            <p:nvPr/>
          </p:nvSpPr>
          <p:spPr>
            <a:xfrm>
              <a:off x="16059137" y="5787817"/>
              <a:ext cx="1077211" cy="611210"/>
            </a:xfrm>
            <a:custGeom>
              <a:rect b="b" l="l" r="r" t="t"/>
              <a:pathLst>
                <a:path extrusionOk="0" h="8654" w="15252">
                  <a:moveTo>
                    <a:pt x="9633" y="0"/>
                  </a:moveTo>
                  <a:cubicBezTo>
                    <a:pt x="9597" y="0"/>
                    <a:pt x="9558" y="3"/>
                    <a:pt x="9515" y="9"/>
                  </a:cubicBezTo>
                  <a:cubicBezTo>
                    <a:pt x="9087" y="70"/>
                    <a:pt x="8072" y="90"/>
                    <a:pt x="6942" y="90"/>
                  </a:cubicBezTo>
                  <a:cubicBezTo>
                    <a:pt x="4886" y="90"/>
                    <a:pt x="2446" y="24"/>
                    <a:pt x="2446" y="24"/>
                  </a:cubicBezTo>
                  <a:lnTo>
                    <a:pt x="1" y="6984"/>
                  </a:lnTo>
                  <a:cubicBezTo>
                    <a:pt x="3376" y="8128"/>
                    <a:pt x="4770" y="8654"/>
                    <a:pt x="6731" y="8654"/>
                  </a:cubicBezTo>
                  <a:cubicBezTo>
                    <a:pt x="7511" y="8654"/>
                    <a:pt x="8380" y="8571"/>
                    <a:pt x="9499" y="8410"/>
                  </a:cubicBezTo>
                  <a:cubicBezTo>
                    <a:pt x="13433" y="7830"/>
                    <a:pt x="15252" y="4397"/>
                    <a:pt x="13010" y="4382"/>
                  </a:cubicBezTo>
                  <a:cubicBezTo>
                    <a:pt x="10753" y="4366"/>
                    <a:pt x="6521" y="2375"/>
                    <a:pt x="6521" y="2375"/>
                  </a:cubicBezTo>
                  <a:cubicBezTo>
                    <a:pt x="9137" y="1997"/>
                    <a:pt x="10615" y="0"/>
                    <a:pt x="9633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98"/>
            <p:cNvSpPr/>
            <p:nvPr/>
          </p:nvSpPr>
          <p:spPr>
            <a:xfrm>
              <a:off x="16384590" y="5987622"/>
              <a:ext cx="235896" cy="332232"/>
            </a:xfrm>
            <a:custGeom>
              <a:rect b="b" l="l" r="r" t="t"/>
              <a:pathLst>
                <a:path extrusionOk="0" h="4704" w="3340">
                  <a:moveTo>
                    <a:pt x="2932" y="1"/>
                  </a:moveTo>
                  <a:cubicBezTo>
                    <a:pt x="2916" y="32"/>
                    <a:pt x="1459" y="3465"/>
                    <a:pt x="1" y="4311"/>
                  </a:cubicBezTo>
                  <a:lnTo>
                    <a:pt x="220" y="4703"/>
                  </a:lnTo>
                  <a:cubicBezTo>
                    <a:pt x="1819" y="3778"/>
                    <a:pt x="3277" y="314"/>
                    <a:pt x="3339" y="173"/>
                  </a:cubicBezTo>
                  <a:lnTo>
                    <a:pt x="293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0" name="Google Shape;2260;p98"/>
            <p:cNvSpPr/>
            <p:nvPr/>
          </p:nvSpPr>
          <p:spPr>
            <a:xfrm>
              <a:off x="16568363" y="6068491"/>
              <a:ext cx="457313" cy="141749"/>
            </a:xfrm>
            <a:custGeom>
              <a:rect b="b" l="l" r="r" t="t"/>
              <a:pathLst>
                <a:path extrusionOk="0" h="2007" w="6475">
                  <a:moveTo>
                    <a:pt x="189" y="0"/>
                  </a:moveTo>
                  <a:lnTo>
                    <a:pt x="1" y="392"/>
                  </a:lnTo>
                  <a:cubicBezTo>
                    <a:pt x="142" y="455"/>
                    <a:pt x="3386" y="1928"/>
                    <a:pt x="6459" y="2007"/>
                  </a:cubicBezTo>
                  <a:lnTo>
                    <a:pt x="6474" y="1568"/>
                  </a:lnTo>
                  <a:cubicBezTo>
                    <a:pt x="3480" y="1489"/>
                    <a:pt x="220" y="16"/>
                    <a:pt x="1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1" name="Google Shape;2261;p98"/>
            <p:cNvSpPr/>
            <p:nvPr/>
          </p:nvSpPr>
          <p:spPr>
            <a:xfrm>
              <a:off x="16518570" y="6161437"/>
              <a:ext cx="419598" cy="155098"/>
            </a:xfrm>
            <a:custGeom>
              <a:rect b="b" l="l" r="r" t="t"/>
              <a:pathLst>
                <a:path extrusionOk="0" h="2196" w="5941">
                  <a:moveTo>
                    <a:pt x="157" y="1"/>
                  </a:moveTo>
                  <a:lnTo>
                    <a:pt x="0" y="408"/>
                  </a:lnTo>
                  <a:cubicBezTo>
                    <a:pt x="16" y="424"/>
                    <a:pt x="47" y="440"/>
                    <a:pt x="110" y="455"/>
                  </a:cubicBezTo>
                  <a:cubicBezTo>
                    <a:pt x="1584" y="1114"/>
                    <a:pt x="4295" y="2195"/>
                    <a:pt x="5878" y="2195"/>
                  </a:cubicBezTo>
                  <a:lnTo>
                    <a:pt x="5941" y="2195"/>
                  </a:lnTo>
                  <a:lnTo>
                    <a:pt x="5941" y="1756"/>
                  </a:lnTo>
                  <a:cubicBezTo>
                    <a:pt x="5927" y="1757"/>
                    <a:pt x="5912" y="1757"/>
                    <a:pt x="5898" y="1757"/>
                  </a:cubicBezTo>
                  <a:cubicBezTo>
                    <a:pt x="4777" y="1757"/>
                    <a:pt x="2789" y="1162"/>
                    <a:pt x="283" y="64"/>
                  </a:cubicBezTo>
                  <a:cubicBezTo>
                    <a:pt x="220" y="32"/>
                    <a:pt x="173" y="1"/>
                    <a:pt x="15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2" name="Google Shape;2262;p98"/>
            <p:cNvSpPr/>
            <p:nvPr/>
          </p:nvSpPr>
          <p:spPr>
            <a:xfrm>
              <a:off x="16458819" y="6241175"/>
              <a:ext cx="313304" cy="148388"/>
            </a:xfrm>
            <a:custGeom>
              <a:rect b="b" l="l" r="r" t="t"/>
              <a:pathLst>
                <a:path extrusionOk="0" h="2101" w="4436">
                  <a:moveTo>
                    <a:pt x="204" y="0"/>
                  </a:moveTo>
                  <a:lnTo>
                    <a:pt x="0" y="377"/>
                  </a:lnTo>
                  <a:cubicBezTo>
                    <a:pt x="110" y="439"/>
                    <a:pt x="2774" y="1960"/>
                    <a:pt x="4405" y="2101"/>
                  </a:cubicBezTo>
                  <a:lnTo>
                    <a:pt x="4436" y="1662"/>
                  </a:lnTo>
                  <a:cubicBezTo>
                    <a:pt x="2915" y="1536"/>
                    <a:pt x="235" y="16"/>
                    <a:pt x="20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3" name="Google Shape;2263;p98"/>
            <p:cNvSpPr/>
            <p:nvPr/>
          </p:nvSpPr>
          <p:spPr>
            <a:xfrm>
              <a:off x="16267277" y="5947788"/>
              <a:ext cx="265771" cy="140690"/>
            </a:xfrm>
            <a:custGeom>
              <a:rect b="b" l="l" r="r" t="t"/>
              <a:pathLst>
                <a:path extrusionOk="0" h="1992" w="3763">
                  <a:moveTo>
                    <a:pt x="3386" y="1"/>
                  </a:moveTo>
                  <a:cubicBezTo>
                    <a:pt x="3344" y="71"/>
                    <a:pt x="2450" y="1557"/>
                    <a:pt x="737" y="1557"/>
                  </a:cubicBezTo>
                  <a:cubicBezTo>
                    <a:pt x="534" y="1557"/>
                    <a:pt x="320" y="1536"/>
                    <a:pt x="94" y="1490"/>
                  </a:cubicBezTo>
                  <a:lnTo>
                    <a:pt x="0" y="1913"/>
                  </a:lnTo>
                  <a:cubicBezTo>
                    <a:pt x="251" y="1976"/>
                    <a:pt x="502" y="1991"/>
                    <a:pt x="721" y="1991"/>
                  </a:cubicBezTo>
                  <a:cubicBezTo>
                    <a:pt x="2712" y="1991"/>
                    <a:pt x="3762" y="236"/>
                    <a:pt x="3762" y="220"/>
                  </a:cubicBezTo>
                  <a:lnTo>
                    <a:pt x="338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4" name="Google Shape;2264;p98"/>
            <p:cNvSpPr/>
            <p:nvPr/>
          </p:nvSpPr>
          <p:spPr>
            <a:xfrm>
              <a:off x="15932926" y="5788594"/>
              <a:ext cx="337741" cy="492486"/>
            </a:xfrm>
            <a:custGeom>
              <a:rect b="b" l="l" r="r" t="t"/>
              <a:pathLst>
                <a:path extrusionOk="0" h="6973" w="4782">
                  <a:moveTo>
                    <a:pt x="3745" y="1"/>
                  </a:moveTo>
                  <a:cubicBezTo>
                    <a:pt x="2919" y="1"/>
                    <a:pt x="1216" y="93"/>
                    <a:pt x="1" y="781"/>
                  </a:cubicBezTo>
                  <a:lnTo>
                    <a:pt x="1788" y="6973"/>
                  </a:lnTo>
                  <a:lnTo>
                    <a:pt x="4781" y="499"/>
                  </a:lnTo>
                  <a:lnTo>
                    <a:pt x="4233" y="13"/>
                  </a:lnTo>
                  <a:cubicBezTo>
                    <a:pt x="4233" y="13"/>
                    <a:pt x="4048" y="1"/>
                    <a:pt x="3745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5" name="Google Shape;2265;p98"/>
            <p:cNvSpPr/>
            <p:nvPr/>
          </p:nvSpPr>
          <p:spPr>
            <a:xfrm>
              <a:off x="14044343" y="5404238"/>
              <a:ext cx="342120" cy="302286"/>
            </a:xfrm>
            <a:custGeom>
              <a:rect b="b" l="l" r="r" t="t"/>
              <a:pathLst>
                <a:path extrusionOk="0" h="4280" w="4844">
                  <a:moveTo>
                    <a:pt x="0" y="1"/>
                  </a:moveTo>
                  <a:lnTo>
                    <a:pt x="0" y="3230"/>
                  </a:lnTo>
                  <a:cubicBezTo>
                    <a:pt x="0" y="3809"/>
                    <a:pt x="471" y="4280"/>
                    <a:pt x="1051" y="4280"/>
                  </a:cubicBezTo>
                  <a:lnTo>
                    <a:pt x="3794" y="4280"/>
                  </a:lnTo>
                  <a:cubicBezTo>
                    <a:pt x="4373" y="4280"/>
                    <a:pt x="4844" y="3809"/>
                    <a:pt x="4844" y="3230"/>
                  </a:cubicBezTo>
                  <a:lnTo>
                    <a:pt x="4844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6" name="Google Shape;2266;p98"/>
            <p:cNvSpPr/>
            <p:nvPr/>
          </p:nvSpPr>
          <p:spPr>
            <a:xfrm>
              <a:off x="14026616" y="5386511"/>
              <a:ext cx="377575" cy="337741"/>
            </a:xfrm>
            <a:custGeom>
              <a:rect b="b" l="l" r="r" t="t"/>
              <a:pathLst>
                <a:path extrusionOk="0" h="4782" w="5346">
                  <a:moveTo>
                    <a:pt x="4860" y="487"/>
                  </a:moveTo>
                  <a:lnTo>
                    <a:pt x="4860" y="3402"/>
                  </a:lnTo>
                  <a:cubicBezTo>
                    <a:pt x="4860" y="3888"/>
                    <a:pt x="4452" y="4296"/>
                    <a:pt x="3966" y="4296"/>
                  </a:cubicBezTo>
                  <a:lnTo>
                    <a:pt x="1380" y="4296"/>
                  </a:lnTo>
                  <a:cubicBezTo>
                    <a:pt x="894" y="4296"/>
                    <a:pt x="486" y="3888"/>
                    <a:pt x="486" y="3402"/>
                  </a:cubicBezTo>
                  <a:lnTo>
                    <a:pt x="486" y="487"/>
                  </a:lnTo>
                  <a:close/>
                  <a:moveTo>
                    <a:pt x="1" y="1"/>
                  </a:moveTo>
                  <a:lnTo>
                    <a:pt x="1" y="3402"/>
                  </a:lnTo>
                  <a:cubicBezTo>
                    <a:pt x="1" y="4155"/>
                    <a:pt x="612" y="4781"/>
                    <a:pt x="1380" y="4781"/>
                  </a:cubicBezTo>
                  <a:lnTo>
                    <a:pt x="3966" y="4781"/>
                  </a:lnTo>
                  <a:cubicBezTo>
                    <a:pt x="4734" y="4781"/>
                    <a:pt x="5346" y="4155"/>
                    <a:pt x="5346" y="3402"/>
                  </a:cubicBezTo>
                  <a:lnTo>
                    <a:pt x="5346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7" name="Google Shape;2267;p98"/>
            <p:cNvSpPr/>
            <p:nvPr/>
          </p:nvSpPr>
          <p:spPr>
            <a:xfrm>
              <a:off x="14523693" y="5357766"/>
              <a:ext cx="71" cy="543620"/>
            </a:xfrm>
            <a:custGeom>
              <a:rect b="b" l="l" r="r" t="t"/>
              <a:pathLst>
                <a:path extrusionOk="0" h="7697" w="1">
                  <a:moveTo>
                    <a:pt x="0" y="7696"/>
                  </a:moveTo>
                  <a:lnTo>
                    <a:pt x="0" y="0"/>
                  </a:lnTo>
                </a:path>
              </a:pathLst>
            </a:custGeom>
            <a:solidFill>
              <a:srgbClr val="8383FD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8" name="Google Shape;2268;p98"/>
            <p:cNvSpPr/>
            <p:nvPr/>
          </p:nvSpPr>
          <p:spPr>
            <a:xfrm>
              <a:off x="14505965" y="5357766"/>
              <a:ext cx="34396" cy="543620"/>
            </a:xfrm>
            <a:custGeom>
              <a:rect b="b" l="l" r="r" t="t"/>
              <a:pathLst>
                <a:path extrusionOk="0" h="7697" w="487">
                  <a:moveTo>
                    <a:pt x="1" y="0"/>
                  </a:moveTo>
                  <a:lnTo>
                    <a:pt x="1" y="7696"/>
                  </a:lnTo>
                  <a:lnTo>
                    <a:pt x="486" y="7696"/>
                  </a:lnTo>
                  <a:lnTo>
                    <a:pt x="48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9" name="Google Shape;2269;p98"/>
            <p:cNvSpPr/>
            <p:nvPr/>
          </p:nvSpPr>
          <p:spPr>
            <a:xfrm>
              <a:off x="13366813" y="4073615"/>
              <a:ext cx="894568" cy="894497"/>
            </a:xfrm>
            <a:custGeom>
              <a:rect b="b" l="l" r="r" t="t"/>
              <a:pathLst>
                <a:path extrusionOk="0" h="12665" w="12666">
                  <a:moveTo>
                    <a:pt x="6333" y="0"/>
                  </a:moveTo>
                  <a:cubicBezTo>
                    <a:pt x="2838" y="0"/>
                    <a:pt x="1" y="2837"/>
                    <a:pt x="1" y="6333"/>
                  </a:cubicBezTo>
                  <a:cubicBezTo>
                    <a:pt x="1" y="8433"/>
                    <a:pt x="1020" y="10298"/>
                    <a:pt x="2603" y="11442"/>
                  </a:cubicBezTo>
                  <a:cubicBezTo>
                    <a:pt x="3653" y="12210"/>
                    <a:pt x="4938" y="12665"/>
                    <a:pt x="6333" y="12665"/>
                  </a:cubicBezTo>
                  <a:cubicBezTo>
                    <a:pt x="7712" y="12665"/>
                    <a:pt x="8982" y="12226"/>
                    <a:pt x="10017" y="11474"/>
                  </a:cubicBezTo>
                  <a:cubicBezTo>
                    <a:pt x="11615" y="10329"/>
                    <a:pt x="12666" y="8449"/>
                    <a:pt x="12666" y="6333"/>
                  </a:cubicBezTo>
                  <a:cubicBezTo>
                    <a:pt x="12666" y="2837"/>
                    <a:pt x="9828" y="0"/>
                    <a:pt x="6333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0" name="Google Shape;2270;p98"/>
            <p:cNvSpPr/>
            <p:nvPr/>
          </p:nvSpPr>
          <p:spPr>
            <a:xfrm>
              <a:off x="13519580" y="4062668"/>
              <a:ext cx="586844" cy="120561"/>
            </a:xfrm>
            <a:custGeom>
              <a:rect b="b" l="l" r="r" t="t"/>
              <a:pathLst>
                <a:path extrusionOk="0" h="1707" w="8309">
                  <a:moveTo>
                    <a:pt x="4183" y="0"/>
                  </a:moveTo>
                  <a:cubicBezTo>
                    <a:pt x="1721" y="0"/>
                    <a:pt x="1" y="1707"/>
                    <a:pt x="1" y="1707"/>
                  </a:cubicBezTo>
                  <a:lnTo>
                    <a:pt x="8308" y="1707"/>
                  </a:lnTo>
                  <a:cubicBezTo>
                    <a:pt x="6830" y="427"/>
                    <a:pt x="5414" y="0"/>
                    <a:pt x="4183" y="0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1" name="Google Shape;2271;p98"/>
            <p:cNvSpPr/>
            <p:nvPr/>
          </p:nvSpPr>
          <p:spPr>
            <a:xfrm>
              <a:off x="13580461" y="4425623"/>
              <a:ext cx="122962" cy="50993"/>
            </a:xfrm>
            <a:custGeom>
              <a:rect b="b" l="l" r="r" t="t"/>
              <a:pathLst>
                <a:path extrusionOk="0" h="722" w="1741">
                  <a:moveTo>
                    <a:pt x="361" y="1"/>
                  </a:moveTo>
                  <a:cubicBezTo>
                    <a:pt x="158" y="1"/>
                    <a:pt x="1" y="157"/>
                    <a:pt x="1" y="361"/>
                  </a:cubicBezTo>
                  <a:cubicBezTo>
                    <a:pt x="1" y="549"/>
                    <a:pt x="158" y="722"/>
                    <a:pt x="361" y="722"/>
                  </a:cubicBezTo>
                  <a:lnTo>
                    <a:pt x="1380" y="722"/>
                  </a:lnTo>
                  <a:cubicBezTo>
                    <a:pt x="1584" y="722"/>
                    <a:pt x="1741" y="549"/>
                    <a:pt x="1741" y="361"/>
                  </a:cubicBezTo>
                  <a:cubicBezTo>
                    <a:pt x="1741" y="157"/>
                    <a:pt x="1584" y="1"/>
                    <a:pt x="138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2" name="Google Shape;2272;p98"/>
            <p:cNvSpPr/>
            <p:nvPr/>
          </p:nvSpPr>
          <p:spPr>
            <a:xfrm>
              <a:off x="13920321" y="4425623"/>
              <a:ext cx="126282" cy="50993"/>
            </a:xfrm>
            <a:custGeom>
              <a:rect b="b" l="l" r="r" t="t"/>
              <a:pathLst>
                <a:path extrusionOk="0" h="722" w="1788">
                  <a:moveTo>
                    <a:pt x="361" y="1"/>
                  </a:moveTo>
                  <a:cubicBezTo>
                    <a:pt x="158" y="1"/>
                    <a:pt x="1" y="157"/>
                    <a:pt x="1" y="361"/>
                  </a:cubicBezTo>
                  <a:cubicBezTo>
                    <a:pt x="1" y="549"/>
                    <a:pt x="158" y="722"/>
                    <a:pt x="361" y="722"/>
                  </a:cubicBezTo>
                  <a:lnTo>
                    <a:pt x="1427" y="722"/>
                  </a:lnTo>
                  <a:cubicBezTo>
                    <a:pt x="1631" y="722"/>
                    <a:pt x="1788" y="549"/>
                    <a:pt x="1788" y="361"/>
                  </a:cubicBezTo>
                  <a:cubicBezTo>
                    <a:pt x="1788" y="157"/>
                    <a:pt x="1631" y="1"/>
                    <a:pt x="142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3" name="Google Shape;2273;p98"/>
            <p:cNvSpPr/>
            <p:nvPr/>
          </p:nvSpPr>
          <p:spPr>
            <a:xfrm>
              <a:off x="13548396" y="4588349"/>
              <a:ext cx="528082" cy="379764"/>
            </a:xfrm>
            <a:custGeom>
              <a:rect b="b" l="l" r="r" t="t"/>
              <a:pathLst>
                <a:path extrusionOk="0" h="5377" w="7477">
                  <a:moveTo>
                    <a:pt x="3746" y="1"/>
                  </a:moveTo>
                  <a:cubicBezTo>
                    <a:pt x="1677" y="1"/>
                    <a:pt x="0" y="1678"/>
                    <a:pt x="0" y="3731"/>
                  </a:cubicBezTo>
                  <a:cubicBezTo>
                    <a:pt x="0" y="3872"/>
                    <a:pt x="16" y="4029"/>
                    <a:pt x="32" y="4154"/>
                  </a:cubicBezTo>
                  <a:cubicBezTo>
                    <a:pt x="1082" y="4922"/>
                    <a:pt x="2367" y="5377"/>
                    <a:pt x="3762" y="5377"/>
                  </a:cubicBezTo>
                  <a:cubicBezTo>
                    <a:pt x="5141" y="5377"/>
                    <a:pt x="6411" y="4938"/>
                    <a:pt x="7446" y="4186"/>
                  </a:cubicBezTo>
                  <a:cubicBezTo>
                    <a:pt x="7477" y="4045"/>
                    <a:pt x="7477" y="3888"/>
                    <a:pt x="7477" y="3731"/>
                  </a:cubicBezTo>
                  <a:cubicBezTo>
                    <a:pt x="7477" y="1678"/>
                    <a:pt x="5800" y="1"/>
                    <a:pt x="3746" y="1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4" name="Google Shape;2274;p98"/>
            <p:cNvSpPr/>
            <p:nvPr/>
          </p:nvSpPr>
          <p:spPr>
            <a:xfrm>
              <a:off x="13718891" y="4678540"/>
              <a:ext cx="190482" cy="79244"/>
            </a:xfrm>
            <a:custGeom>
              <a:rect b="b" l="l" r="r" t="t"/>
              <a:pathLst>
                <a:path extrusionOk="0" h="1122" w="2697">
                  <a:moveTo>
                    <a:pt x="2278" y="1"/>
                  </a:moveTo>
                  <a:cubicBezTo>
                    <a:pt x="2216" y="1"/>
                    <a:pt x="2155" y="18"/>
                    <a:pt x="2100" y="56"/>
                  </a:cubicBezTo>
                  <a:cubicBezTo>
                    <a:pt x="1597" y="368"/>
                    <a:pt x="874" y="404"/>
                    <a:pt x="554" y="404"/>
                  </a:cubicBezTo>
                  <a:cubicBezTo>
                    <a:pt x="456" y="404"/>
                    <a:pt x="396" y="401"/>
                    <a:pt x="392" y="401"/>
                  </a:cubicBezTo>
                  <a:cubicBezTo>
                    <a:pt x="188" y="401"/>
                    <a:pt x="31" y="542"/>
                    <a:pt x="16" y="746"/>
                  </a:cubicBezTo>
                  <a:cubicBezTo>
                    <a:pt x="0" y="934"/>
                    <a:pt x="157" y="1106"/>
                    <a:pt x="345" y="1106"/>
                  </a:cubicBezTo>
                  <a:cubicBezTo>
                    <a:pt x="361" y="1122"/>
                    <a:pt x="423" y="1122"/>
                    <a:pt x="533" y="1122"/>
                  </a:cubicBezTo>
                  <a:cubicBezTo>
                    <a:pt x="925" y="1122"/>
                    <a:pt x="1818" y="1075"/>
                    <a:pt x="2477" y="652"/>
                  </a:cubicBezTo>
                  <a:cubicBezTo>
                    <a:pt x="2633" y="558"/>
                    <a:pt x="2696" y="338"/>
                    <a:pt x="2586" y="166"/>
                  </a:cubicBezTo>
                  <a:cubicBezTo>
                    <a:pt x="2515" y="63"/>
                    <a:pt x="2396" y="1"/>
                    <a:pt x="227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5" name="Google Shape;2275;p98"/>
            <p:cNvSpPr/>
            <p:nvPr/>
          </p:nvSpPr>
          <p:spPr>
            <a:xfrm>
              <a:off x="14212578" y="4401256"/>
              <a:ext cx="203760" cy="203760"/>
            </a:xfrm>
            <a:custGeom>
              <a:rect b="b" l="l" r="r" t="t"/>
              <a:pathLst>
                <a:path extrusionOk="0" h="2885" w="2885">
                  <a:moveTo>
                    <a:pt x="1443" y="1"/>
                  </a:moveTo>
                  <a:cubicBezTo>
                    <a:pt x="643" y="1"/>
                    <a:pt x="1" y="643"/>
                    <a:pt x="1" y="1443"/>
                  </a:cubicBezTo>
                  <a:cubicBezTo>
                    <a:pt x="1" y="2242"/>
                    <a:pt x="643" y="2885"/>
                    <a:pt x="1443" y="2885"/>
                  </a:cubicBezTo>
                  <a:cubicBezTo>
                    <a:pt x="2242" y="2885"/>
                    <a:pt x="2885" y="2242"/>
                    <a:pt x="2885" y="1443"/>
                  </a:cubicBezTo>
                  <a:cubicBezTo>
                    <a:pt x="2885" y="643"/>
                    <a:pt x="2242" y="1"/>
                    <a:pt x="1443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6" name="Google Shape;2276;p98"/>
            <p:cNvSpPr/>
            <p:nvPr/>
          </p:nvSpPr>
          <p:spPr>
            <a:xfrm>
              <a:off x="13208536" y="4401256"/>
              <a:ext cx="204820" cy="203760"/>
            </a:xfrm>
            <a:custGeom>
              <a:rect b="b" l="l" r="r" t="t"/>
              <a:pathLst>
                <a:path extrusionOk="0" h="2885" w="2900">
                  <a:moveTo>
                    <a:pt x="1442" y="1"/>
                  </a:moveTo>
                  <a:cubicBezTo>
                    <a:pt x="659" y="1"/>
                    <a:pt x="0" y="643"/>
                    <a:pt x="0" y="1443"/>
                  </a:cubicBezTo>
                  <a:cubicBezTo>
                    <a:pt x="0" y="2242"/>
                    <a:pt x="659" y="2885"/>
                    <a:pt x="1442" y="2885"/>
                  </a:cubicBezTo>
                  <a:cubicBezTo>
                    <a:pt x="2242" y="2885"/>
                    <a:pt x="2900" y="2242"/>
                    <a:pt x="2900" y="1443"/>
                  </a:cubicBezTo>
                  <a:cubicBezTo>
                    <a:pt x="2900" y="643"/>
                    <a:pt x="2242" y="1"/>
                    <a:pt x="1442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7" name="Google Shape;2277;p98"/>
            <p:cNvSpPr/>
            <p:nvPr/>
          </p:nvSpPr>
          <p:spPr>
            <a:xfrm>
              <a:off x="14215898" y="5978794"/>
              <a:ext cx="1688350" cy="1180186"/>
            </a:xfrm>
            <a:custGeom>
              <a:rect b="b" l="l" r="r" t="t"/>
              <a:pathLst>
                <a:path extrusionOk="0" h="16710" w="23905">
                  <a:moveTo>
                    <a:pt x="1020" y="1"/>
                  </a:moveTo>
                  <a:cubicBezTo>
                    <a:pt x="455" y="1"/>
                    <a:pt x="1" y="455"/>
                    <a:pt x="1" y="1019"/>
                  </a:cubicBezTo>
                  <a:lnTo>
                    <a:pt x="1" y="15691"/>
                  </a:lnTo>
                  <a:cubicBezTo>
                    <a:pt x="1" y="16255"/>
                    <a:pt x="455" y="16709"/>
                    <a:pt x="1020" y="16709"/>
                  </a:cubicBezTo>
                  <a:lnTo>
                    <a:pt x="22885" y="16709"/>
                  </a:lnTo>
                  <a:cubicBezTo>
                    <a:pt x="23450" y="16709"/>
                    <a:pt x="23904" y="16255"/>
                    <a:pt x="23904" y="15691"/>
                  </a:cubicBezTo>
                  <a:lnTo>
                    <a:pt x="23904" y="1019"/>
                  </a:lnTo>
                  <a:cubicBezTo>
                    <a:pt x="23904" y="455"/>
                    <a:pt x="23450" y="1"/>
                    <a:pt x="22885" y="1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8" name="Google Shape;2278;p98"/>
            <p:cNvSpPr/>
            <p:nvPr/>
          </p:nvSpPr>
          <p:spPr>
            <a:xfrm>
              <a:off x="14215898" y="7245288"/>
              <a:ext cx="1688350" cy="146199"/>
            </a:xfrm>
            <a:custGeom>
              <a:rect b="b" l="l" r="r" t="t"/>
              <a:pathLst>
                <a:path extrusionOk="0" h="2070" w="23905">
                  <a:moveTo>
                    <a:pt x="1" y="0"/>
                  </a:moveTo>
                  <a:lnTo>
                    <a:pt x="1" y="1176"/>
                  </a:lnTo>
                  <a:cubicBezTo>
                    <a:pt x="1" y="1661"/>
                    <a:pt x="393" y="2069"/>
                    <a:pt x="894" y="2069"/>
                  </a:cubicBezTo>
                  <a:lnTo>
                    <a:pt x="23011" y="2069"/>
                  </a:lnTo>
                  <a:cubicBezTo>
                    <a:pt x="23512" y="2069"/>
                    <a:pt x="23904" y="1661"/>
                    <a:pt x="23904" y="1176"/>
                  </a:cubicBezTo>
                  <a:lnTo>
                    <a:pt x="23904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9" name="Google Shape;2279;p98"/>
            <p:cNvSpPr/>
            <p:nvPr/>
          </p:nvSpPr>
          <p:spPr>
            <a:xfrm>
              <a:off x="14955440" y="6463652"/>
              <a:ext cx="209269" cy="210470"/>
            </a:xfrm>
            <a:custGeom>
              <a:rect b="b" l="l" r="r" t="t"/>
              <a:pathLst>
                <a:path extrusionOk="0" h="2980" w="2963">
                  <a:moveTo>
                    <a:pt x="1474" y="1"/>
                  </a:moveTo>
                  <a:cubicBezTo>
                    <a:pt x="659" y="1"/>
                    <a:pt x="0" y="675"/>
                    <a:pt x="0" y="1490"/>
                  </a:cubicBezTo>
                  <a:cubicBezTo>
                    <a:pt x="0" y="2305"/>
                    <a:pt x="659" y="2979"/>
                    <a:pt x="1474" y="2979"/>
                  </a:cubicBezTo>
                  <a:cubicBezTo>
                    <a:pt x="2304" y="2979"/>
                    <a:pt x="2963" y="2305"/>
                    <a:pt x="2963" y="1490"/>
                  </a:cubicBezTo>
                  <a:cubicBezTo>
                    <a:pt x="2963" y="675"/>
                    <a:pt x="2304" y="1"/>
                    <a:pt x="1474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0" name="Google Shape;2280;p98"/>
            <p:cNvSpPr/>
            <p:nvPr/>
          </p:nvSpPr>
          <p:spPr>
            <a:xfrm>
              <a:off x="12616253" y="5050747"/>
              <a:ext cx="1572027" cy="2105688"/>
            </a:xfrm>
            <a:custGeom>
              <a:rect b="b" l="l" r="r" t="t"/>
              <a:pathLst>
                <a:path extrusionOk="0" h="29814" w="22258">
                  <a:moveTo>
                    <a:pt x="8043" y="0"/>
                  </a:moveTo>
                  <a:cubicBezTo>
                    <a:pt x="6540" y="0"/>
                    <a:pt x="5163" y="993"/>
                    <a:pt x="4734" y="2513"/>
                  </a:cubicBezTo>
                  <a:lnTo>
                    <a:pt x="377" y="18062"/>
                  </a:lnTo>
                  <a:cubicBezTo>
                    <a:pt x="0" y="19442"/>
                    <a:pt x="502" y="20884"/>
                    <a:pt x="1615" y="21730"/>
                  </a:cubicBezTo>
                  <a:cubicBezTo>
                    <a:pt x="1772" y="21856"/>
                    <a:pt x="1960" y="21965"/>
                    <a:pt x="2148" y="22075"/>
                  </a:cubicBezTo>
                  <a:lnTo>
                    <a:pt x="16772" y="29442"/>
                  </a:lnTo>
                  <a:cubicBezTo>
                    <a:pt x="17268" y="29694"/>
                    <a:pt x="17797" y="29814"/>
                    <a:pt x="18320" y="29814"/>
                  </a:cubicBezTo>
                  <a:cubicBezTo>
                    <a:pt x="19580" y="29814"/>
                    <a:pt x="20797" y="29118"/>
                    <a:pt x="21396" y="27921"/>
                  </a:cubicBezTo>
                  <a:cubicBezTo>
                    <a:pt x="22258" y="26229"/>
                    <a:pt x="21568" y="24144"/>
                    <a:pt x="19876" y="23298"/>
                  </a:cubicBezTo>
                  <a:lnTo>
                    <a:pt x="7791" y="17185"/>
                  </a:lnTo>
                  <a:lnTo>
                    <a:pt x="11380" y="4379"/>
                  </a:lnTo>
                  <a:cubicBezTo>
                    <a:pt x="11882" y="2545"/>
                    <a:pt x="10816" y="632"/>
                    <a:pt x="8982" y="131"/>
                  </a:cubicBezTo>
                  <a:cubicBezTo>
                    <a:pt x="8668" y="43"/>
                    <a:pt x="8353" y="0"/>
                    <a:pt x="804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1" name="Google Shape;2281;p98"/>
            <p:cNvSpPr/>
            <p:nvPr/>
          </p:nvSpPr>
          <p:spPr>
            <a:xfrm>
              <a:off x="13811837" y="6669602"/>
              <a:ext cx="1129263" cy="683250"/>
            </a:xfrm>
            <a:custGeom>
              <a:rect b="b" l="l" r="r" t="t"/>
              <a:pathLst>
                <a:path extrusionOk="0" h="9674" w="15989">
                  <a:moveTo>
                    <a:pt x="3151" y="0"/>
                  </a:moveTo>
                  <a:lnTo>
                    <a:pt x="1" y="7054"/>
                  </a:lnTo>
                  <a:cubicBezTo>
                    <a:pt x="1666" y="8386"/>
                    <a:pt x="5868" y="9673"/>
                    <a:pt x="8506" y="9673"/>
                  </a:cubicBezTo>
                  <a:cubicBezTo>
                    <a:pt x="8972" y="9673"/>
                    <a:pt x="9389" y="9633"/>
                    <a:pt x="9734" y="9546"/>
                  </a:cubicBezTo>
                  <a:cubicBezTo>
                    <a:pt x="12039" y="8950"/>
                    <a:pt x="15989" y="4750"/>
                    <a:pt x="14264" y="4515"/>
                  </a:cubicBezTo>
                  <a:cubicBezTo>
                    <a:pt x="12540" y="4279"/>
                    <a:pt x="9170" y="2978"/>
                    <a:pt x="9170" y="2978"/>
                  </a:cubicBezTo>
                  <a:cubicBezTo>
                    <a:pt x="9170" y="2978"/>
                    <a:pt x="15565" y="1944"/>
                    <a:pt x="11756" y="1693"/>
                  </a:cubicBezTo>
                  <a:cubicBezTo>
                    <a:pt x="7963" y="1427"/>
                    <a:pt x="3151" y="0"/>
                    <a:pt x="3151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2" name="Google Shape;2282;p98"/>
            <p:cNvSpPr/>
            <p:nvPr/>
          </p:nvSpPr>
          <p:spPr>
            <a:xfrm>
              <a:off x="14386393" y="7030509"/>
              <a:ext cx="417409" cy="107424"/>
            </a:xfrm>
            <a:custGeom>
              <a:rect b="b" l="l" r="r" t="t"/>
              <a:pathLst>
                <a:path extrusionOk="0" h="1521" w="5910">
                  <a:moveTo>
                    <a:pt x="252" y="0"/>
                  </a:moveTo>
                  <a:lnTo>
                    <a:pt x="1" y="580"/>
                  </a:lnTo>
                  <a:cubicBezTo>
                    <a:pt x="1929" y="1380"/>
                    <a:pt x="5659" y="1505"/>
                    <a:pt x="5816" y="1521"/>
                  </a:cubicBezTo>
                  <a:lnTo>
                    <a:pt x="5910" y="909"/>
                  </a:lnTo>
                  <a:cubicBezTo>
                    <a:pt x="5863" y="909"/>
                    <a:pt x="2101" y="768"/>
                    <a:pt x="2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98"/>
            <p:cNvSpPr/>
            <p:nvPr/>
          </p:nvSpPr>
          <p:spPr>
            <a:xfrm>
              <a:off x="14265761" y="7154461"/>
              <a:ext cx="462822" cy="85389"/>
            </a:xfrm>
            <a:custGeom>
              <a:rect b="b" l="l" r="r" t="t"/>
              <a:pathLst>
                <a:path extrusionOk="0" h="1209" w="6553">
                  <a:moveTo>
                    <a:pt x="267" y="1"/>
                  </a:moveTo>
                  <a:lnTo>
                    <a:pt x="0" y="565"/>
                  </a:lnTo>
                  <a:cubicBezTo>
                    <a:pt x="1158" y="1055"/>
                    <a:pt x="2772" y="1208"/>
                    <a:pt x="4109" y="1208"/>
                  </a:cubicBezTo>
                  <a:cubicBezTo>
                    <a:pt x="5252" y="1208"/>
                    <a:pt x="6192" y="1097"/>
                    <a:pt x="6474" y="988"/>
                  </a:cubicBezTo>
                  <a:cubicBezTo>
                    <a:pt x="6521" y="988"/>
                    <a:pt x="6536" y="973"/>
                    <a:pt x="6552" y="957"/>
                  </a:cubicBezTo>
                  <a:lnTo>
                    <a:pt x="6380" y="737"/>
                  </a:lnTo>
                  <a:lnTo>
                    <a:pt x="6333" y="440"/>
                  </a:lnTo>
                  <a:cubicBezTo>
                    <a:pt x="6141" y="478"/>
                    <a:pt x="5212" y="591"/>
                    <a:pt x="4056" y="591"/>
                  </a:cubicBezTo>
                  <a:cubicBezTo>
                    <a:pt x="2844" y="591"/>
                    <a:pt x="1383" y="466"/>
                    <a:pt x="26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98"/>
            <p:cNvSpPr/>
            <p:nvPr/>
          </p:nvSpPr>
          <p:spPr>
            <a:xfrm>
              <a:off x="14204880" y="7251927"/>
              <a:ext cx="421858" cy="81080"/>
            </a:xfrm>
            <a:custGeom>
              <a:rect b="b" l="l" r="r" t="t"/>
              <a:pathLst>
                <a:path extrusionOk="0" h="1148" w="5973">
                  <a:moveTo>
                    <a:pt x="282" y="0"/>
                  </a:moveTo>
                  <a:lnTo>
                    <a:pt x="0" y="564"/>
                  </a:lnTo>
                  <a:cubicBezTo>
                    <a:pt x="945" y="1006"/>
                    <a:pt x="2046" y="1148"/>
                    <a:pt x="3045" y="1148"/>
                  </a:cubicBezTo>
                  <a:cubicBezTo>
                    <a:pt x="4384" y="1148"/>
                    <a:pt x="5537" y="894"/>
                    <a:pt x="5878" y="768"/>
                  </a:cubicBezTo>
                  <a:cubicBezTo>
                    <a:pt x="5925" y="752"/>
                    <a:pt x="5956" y="737"/>
                    <a:pt x="5972" y="737"/>
                  </a:cubicBezTo>
                  <a:lnTo>
                    <a:pt x="5816" y="434"/>
                  </a:lnTo>
                  <a:lnTo>
                    <a:pt x="5721" y="204"/>
                  </a:lnTo>
                  <a:cubicBezTo>
                    <a:pt x="5514" y="303"/>
                    <a:pt x="4428" y="543"/>
                    <a:pt x="3150" y="543"/>
                  </a:cubicBezTo>
                  <a:cubicBezTo>
                    <a:pt x="2208" y="543"/>
                    <a:pt x="1160" y="412"/>
                    <a:pt x="28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5" name="Google Shape;2285;p98"/>
            <p:cNvSpPr/>
            <p:nvPr/>
          </p:nvSpPr>
          <p:spPr>
            <a:xfrm>
              <a:off x="13294843" y="5321251"/>
              <a:ext cx="71" cy="543620"/>
            </a:xfrm>
            <a:custGeom>
              <a:rect b="b" l="l" r="r" t="t"/>
              <a:pathLst>
                <a:path extrusionOk="0" h="7697" w="1">
                  <a:moveTo>
                    <a:pt x="1" y="7696"/>
                  </a:moveTo>
                  <a:lnTo>
                    <a:pt x="1" y="0"/>
                  </a:lnTo>
                </a:path>
              </a:pathLst>
            </a:custGeom>
            <a:solidFill>
              <a:srgbClr val="8383FD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6" name="Google Shape;2286;p98"/>
            <p:cNvSpPr/>
            <p:nvPr/>
          </p:nvSpPr>
          <p:spPr>
            <a:xfrm>
              <a:off x="13278245" y="5321251"/>
              <a:ext cx="34396" cy="543620"/>
            </a:xfrm>
            <a:custGeom>
              <a:rect b="b" l="l" r="r" t="t"/>
              <a:pathLst>
                <a:path extrusionOk="0" h="7697" w="487">
                  <a:moveTo>
                    <a:pt x="1" y="0"/>
                  </a:moveTo>
                  <a:lnTo>
                    <a:pt x="1" y="7696"/>
                  </a:lnTo>
                  <a:lnTo>
                    <a:pt x="487" y="7696"/>
                  </a:lnTo>
                  <a:lnTo>
                    <a:pt x="48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87" name="Google Shape;2287;p98"/>
          <p:cNvGrpSpPr/>
          <p:nvPr/>
        </p:nvGrpSpPr>
        <p:grpSpPr>
          <a:xfrm>
            <a:off x="4665681" y="2064186"/>
            <a:ext cx="1543388" cy="1392049"/>
            <a:chOff x="15005232" y="3558033"/>
            <a:chExt cx="2124124" cy="2005257"/>
          </a:xfrm>
        </p:grpSpPr>
        <p:sp>
          <p:nvSpPr>
            <p:cNvPr id="2288" name="Google Shape;2288;p98"/>
            <p:cNvSpPr/>
            <p:nvPr/>
          </p:nvSpPr>
          <p:spPr>
            <a:xfrm>
              <a:off x="15914139" y="3572088"/>
              <a:ext cx="1215217" cy="601464"/>
            </a:xfrm>
            <a:custGeom>
              <a:rect b="b" l="l" r="r" t="t"/>
              <a:pathLst>
                <a:path extrusionOk="0" h="8516" w="17206">
                  <a:moveTo>
                    <a:pt x="4797" y="1"/>
                  </a:moveTo>
                  <a:cubicBezTo>
                    <a:pt x="3950" y="142"/>
                    <a:pt x="2195" y="675"/>
                    <a:pt x="2195" y="675"/>
                  </a:cubicBezTo>
                  <a:cubicBezTo>
                    <a:pt x="0" y="3041"/>
                    <a:pt x="3370" y="6913"/>
                    <a:pt x="7461" y="8026"/>
                  </a:cubicBezTo>
                  <a:cubicBezTo>
                    <a:pt x="8703" y="8370"/>
                    <a:pt x="9804" y="8516"/>
                    <a:pt x="10762" y="8516"/>
                  </a:cubicBezTo>
                  <a:cubicBezTo>
                    <a:pt x="12948" y="8516"/>
                    <a:pt x="14384" y="7755"/>
                    <a:pt x="15016" y="6850"/>
                  </a:cubicBezTo>
                  <a:cubicBezTo>
                    <a:pt x="17205" y="3684"/>
                    <a:pt x="15617" y="735"/>
                    <a:pt x="11353" y="735"/>
                  </a:cubicBezTo>
                  <a:cubicBezTo>
                    <a:pt x="11037" y="735"/>
                    <a:pt x="10706" y="751"/>
                    <a:pt x="10361" y="784"/>
                  </a:cubicBezTo>
                  <a:cubicBezTo>
                    <a:pt x="9917" y="827"/>
                    <a:pt x="9495" y="845"/>
                    <a:pt x="9096" y="845"/>
                  </a:cubicBezTo>
                  <a:cubicBezTo>
                    <a:pt x="6403" y="845"/>
                    <a:pt x="4797" y="1"/>
                    <a:pt x="4797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9" name="Google Shape;2289;p98"/>
            <p:cNvSpPr/>
            <p:nvPr/>
          </p:nvSpPr>
          <p:spPr>
            <a:xfrm>
              <a:off x="16404507" y="3825641"/>
              <a:ext cx="58762" cy="59821"/>
            </a:xfrm>
            <a:custGeom>
              <a:rect b="b" l="l" r="r" t="t"/>
              <a:pathLst>
                <a:path extrusionOk="0" h="847" w="832">
                  <a:moveTo>
                    <a:pt x="424" y="0"/>
                  </a:moveTo>
                  <a:cubicBezTo>
                    <a:pt x="189" y="0"/>
                    <a:pt x="1" y="188"/>
                    <a:pt x="1" y="423"/>
                  </a:cubicBezTo>
                  <a:cubicBezTo>
                    <a:pt x="1" y="658"/>
                    <a:pt x="189" y="846"/>
                    <a:pt x="424" y="846"/>
                  </a:cubicBezTo>
                  <a:cubicBezTo>
                    <a:pt x="644" y="846"/>
                    <a:pt x="832" y="658"/>
                    <a:pt x="832" y="423"/>
                  </a:cubicBezTo>
                  <a:cubicBezTo>
                    <a:pt x="832" y="188"/>
                    <a:pt x="644" y="0"/>
                    <a:pt x="4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0" name="Google Shape;2290;p98"/>
            <p:cNvSpPr/>
            <p:nvPr/>
          </p:nvSpPr>
          <p:spPr>
            <a:xfrm>
              <a:off x="15469114" y="4137038"/>
              <a:ext cx="502656" cy="574272"/>
            </a:xfrm>
            <a:custGeom>
              <a:rect b="b" l="l" r="r" t="t"/>
              <a:pathLst>
                <a:path extrusionOk="0" h="8131" w="7117">
                  <a:moveTo>
                    <a:pt x="4061" y="0"/>
                  </a:moveTo>
                  <a:cubicBezTo>
                    <a:pt x="2917" y="0"/>
                    <a:pt x="1851" y="734"/>
                    <a:pt x="1474" y="1892"/>
                  </a:cubicBezTo>
                  <a:lnTo>
                    <a:pt x="0" y="6453"/>
                  </a:lnTo>
                  <a:lnTo>
                    <a:pt x="5173" y="8130"/>
                  </a:lnTo>
                  <a:lnTo>
                    <a:pt x="6662" y="3569"/>
                  </a:lnTo>
                  <a:cubicBezTo>
                    <a:pt x="7116" y="2143"/>
                    <a:pt x="6333" y="607"/>
                    <a:pt x="4906" y="137"/>
                  </a:cubicBezTo>
                  <a:cubicBezTo>
                    <a:pt x="4626" y="44"/>
                    <a:pt x="4341" y="0"/>
                    <a:pt x="4061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1" name="Google Shape;2291;p98"/>
            <p:cNvSpPr/>
            <p:nvPr/>
          </p:nvSpPr>
          <p:spPr>
            <a:xfrm>
              <a:off x="15753602" y="4138875"/>
              <a:ext cx="874651" cy="810451"/>
            </a:xfrm>
            <a:custGeom>
              <a:rect b="b" l="l" r="r" t="t"/>
              <a:pathLst>
                <a:path extrusionOk="0" h="11475" w="12384">
                  <a:moveTo>
                    <a:pt x="0" y="1"/>
                  </a:moveTo>
                  <a:lnTo>
                    <a:pt x="0" y="9217"/>
                  </a:lnTo>
                  <a:cubicBezTo>
                    <a:pt x="0" y="10471"/>
                    <a:pt x="1019" y="11474"/>
                    <a:pt x="2258" y="11474"/>
                  </a:cubicBezTo>
                  <a:lnTo>
                    <a:pt x="10126" y="11474"/>
                  </a:lnTo>
                  <a:cubicBezTo>
                    <a:pt x="11380" y="11474"/>
                    <a:pt x="12383" y="10471"/>
                    <a:pt x="12383" y="9217"/>
                  </a:cubicBezTo>
                  <a:lnTo>
                    <a:pt x="12383" y="1"/>
                  </a:ln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2" name="Google Shape;2292;p98"/>
            <p:cNvSpPr/>
            <p:nvPr/>
          </p:nvSpPr>
          <p:spPr>
            <a:xfrm>
              <a:off x="15753602" y="4402386"/>
              <a:ext cx="29946" cy="320013"/>
            </a:xfrm>
            <a:custGeom>
              <a:rect b="b" l="l" r="r" t="t"/>
              <a:pathLst>
                <a:path extrusionOk="0" h="4531" w="424">
                  <a:moveTo>
                    <a:pt x="16" y="0"/>
                  </a:moveTo>
                  <a:lnTo>
                    <a:pt x="0" y="4530"/>
                  </a:lnTo>
                  <a:lnTo>
                    <a:pt x="408" y="4530"/>
                  </a:lnTo>
                  <a:lnTo>
                    <a:pt x="4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3" name="Google Shape;2293;p98"/>
            <p:cNvSpPr/>
            <p:nvPr/>
          </p:nvSpPr>
          <p:spPr>
            <a:xfrm>
              <a:off x="16374631" y="3869925"/>
              <a:ext cx="58762" cy="58691"/>
            </a:xfrm>
            <a:custGeom>
              <a:rect b="b" l="l" r="r" t="t"/>
              <a:pathLst>
                <a:path extrusionOk="0" h="831" w="832">
                  <a:moveTo>
                    <a:pt x="408" y="0"/>
                  </a:moveTo>
                  <a:cubicBezTo>
                    <a:pt x="189" y="0"/>
                    <a:pt x="1" y="188"/>
                    <a:pt x="1" y="408"/>
                  </a:cubicBezTo>
                  <a:cubicBezTo>
                    <a:pt x="1" y="643"/>
                    <a:pt x="189" y="831"/>
                    <a:pt x="408" y="831"/>
                  </a:cubicBezTo>
                  <a:cubicBezTo>
                    <a:pt x="643" y="831"/>
                    <a:pt x="832" y="643"/>
                    <a:pt x="832" y="408"/>
                  </a:cubicBezTo>
                  <a:cubicBezTo>
                    <a:pt x="832" y="188"/>
                    <a:pt x="643" y="0"/>
                    <a:pt x="4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4" name="Google Shape;2294;p98"/>
            <p:cNvSpPr/>
            <p:nvPr/>
          </p:nvSpPr>
          <p:spPr>
            <a:xfrm>
              <a:off x="15005232" y="4587219"/>
              <a:ext cx="1045146" cy="730783"/>
            </a:xfrm>
            <a:custGeom>
              <a:rect b="b" l="l" r="r" t="t"/>
              <a:pathLst>
                <a:path extrusionOk="0" h="10347" w="14798">
                  <a:moveTo>
                    <a:pt x="628" y="1"/>
                  </a:moveTo>
                  <a:cubicBezTo>
                    <a:pt x="267" y="1"/>
                    <a:pt x="1" y="283"/>
                    <a:pt x="1" y="628"/>
                  </a:cubicBezTo>
                  <a:lnTo>
                    <a:pt x="1" y="9719"/>
                  </a:lnTo>
                  <a:cubicBezTo>
                    <a:pt x="1" y="10064"/>
                    <a:pt x="267" y="10346"/>
                    <a:pt x="628" y="10346"/>
                  </a:cubicBezTo>
                  <a:lnTo>
                    <a:pt x="14170" y="10346"/>
                  </a:lnTo>
                  <a:cubicBezTo>
                    <a:pt x="14531" y="10346"/>
                    <a:pt x="14797" y="10064"/>
                    <a:pt x="14797" y="9719"/>
                  </a:cubicBezTo>
                  <a:lnTo>
                    <a:pt x="14797" y="628"/>
                  </a:lnTo>
                  <a:cubicBezTo>
                    <a:pt x="14797" y="283"/>
                    <a:pt x="14531" y="1"/>
                    <a:pt x="14170" y="1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5" name="Google Shape;2295;p98"/>
            <p:cNvSpPr/>
            <p:nvPr/>
          </p:nvSpPr>
          <p:spPr>
            <a:xfrm>
              <a:off x="15005232" y="5372174"/>
              <a:ext cx="1046205" cy="89697"/>
            </a:xfrm>
            <a:custGeom>
              <a:rect b="b" l="l" r="r" t="t"/>
              <a:pathLst>
                <a:path extrusionOk="0" h="1270" w="14813">
                  <a:moveTo>
                    <a:pt x="1" y="0"/>
                  </a:moveTo>
                  <a:lnTo>
                    <a:pt x="1" y="721"/>
                  </a:lnTo>
                  <a:cubicBezTo>
                    <a:pt x="1" y="1019"/>
                    <a:pt x="236" y="1270"/>
                    <a:pt x="549" y="1270"/>
                  </a:cubicBezTo>
                  <a:lnTo>
                    <a:pt x="14249" y="1270"/>
                  </a:lnTo>
                  <a:cubicBezTo>
                    <a:pt x="14562" y="1270"/>
                    <a:pt x="14813" y="1019"/>
                    <a:pt x="14813" y="721"/>
                  </a:cubicBezTo>
                  <a:lnTo>
                    <a:pt x="14813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6" name="Google Shape;2296;p98"/>
            <p:cNvSpPr/>
            <p:nvPr/>
          </p:nvSpPr>
          <p:spPr>
            <a:xfrm>
              <a:off x="15462475" y="4887245"/>
              <a:ext cx="130661" cy="130732"/>
            </a:xfrm>
            <a:custGeom>
              <a:rect b="b" l="l" r="r" t="t"/>
              <a:pathLst>
                <a:path extrusionOk="0" h="1851" w="1850">
                  <a:moveTo>
                    <a:pt x="925" y="1"/>
                  </a:moveTo>
                  <a:cubicBezTo>
                    <a:pt x="423" y="1"/>
                    <a:pt x="0" y="424"/>
                    <a:pt x="0" y="925"/>
                  </a:cubicBezTo>
                  <a:cubicBezTo>
                    <a:pt x="0" y="1443"/>
                    <a:pt x="423" y="1850"/>
                    <a:pt x="925" y="1850"/>
                  </a:cubicBezTo>
                  <a:cubicBezTo>
                    <a:pt x="1427" y="1850"/>
                    <a:pt x="1850" y="1443"/>
                    <a:pt x="1850" y="925"/>
                  </a:cubicBezTo>
                  <a:cubicBezTo>
                    <a:pt x="1850" y="424"/>
                    <a:pt x="1427" y="1"/>
                    <a:pt x="925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7" name="Google Shape;2297;p98"/>
            <p:cNvSpPr/>
            <p:nvPr/>
          </p:nvSpPr>
          <p:spPr>
            <a:xfrm>
              <a:off x="15947334" y="4142900"/>
              <a:ext cx="958768" cy="1420390"/>
            </a:xfrm>
            <a:custGeom>
              <a:rect b="b" l="l" r="r" t="t"/>
              <a:pathLst>
                <a:path extrusionOk="0" h="20111" w="13575">
                  <a:moveTo>
                    <a:pt x="10016" y="1"/>
                  </a:moveTo>
                  <a:cubicBezTo>
                    <a:pt x="9959" y="1"/>
                    <a:pt x="9901" y="3"/>
                    <a:pt x="9844" y="7"/>
                  </a:cubicBezTo>
                  <a:cubicBezTo>
                    <a:pt x="8449" y="101"/>
                    <a:pt x="7399" y="1292"/>
                    <a:pt x="7493" y="2687"/>
                  </a:cubicBezTo>
                  <a:lnTo>
                    <a:pt x="8292" y="14662"/>
                  </a:lnTo>
                  <a:lnTo>
                    <a:pt x="2947" y="13925"/>
                  </a:lnTo>
                  <a:cubicBezTo>
                    <a:pt x="2832" y="13909"/>
                    <a:pt x="2718" y="13902"/>
                    <a:pt x="2604" y="13902"/>
                  </a:cubicBezTo>
                  <a:cubicBezTo>
                    <a:pt x="1374" y="13902"/>
                    <a:pt x="282" y="14810"/>
                    <a:pt x="110" y="16073"/>
                  </a:cubicBezTo>
                  <a:cubicBezTo>
                    <a:pt x="0" y="16841"/>
                    <a:pt x="251" y="17577"/>
                    <a:pt x="737" y="18110"/>
                  </a:cubicBezTo>
                  <a:cubicBezTo>
                    <a:pt x="1129" y="18534"/>
                    <a:pt x="1646" y="18831"/>
                    <a:pt x="2258" y="18910"/>
                  </a:cubicBezTo>
                  <a:lnTo>
                    <a:pt x="10659" y="20085"/>
                  </a:lnTo>
                  <a:cubicBezTo>
                    <a:pt x="10776" y="20102"/>
                    <a:pt x="10893" y="20111"/>
                    <a:pt x="11009" y="20111"/>
                  </a:cubicBezTo>
                  <a:cubicBezTo>
                    <a:pt x="11640" y="20111"/>
                    <a:pt x="12249" y="19864"/>
                    <a:pt x="12712" y="19427"/>
                  </a:cubicBezTo>
                  <a:cubicBezTo>
                    <a:pt x="13277" y="18910"/>
                    <a:pt x="13574" y="18173"/>
                    <a:pt x="13512" y="17421"/>
                  </a:cubicBezTo>
                  <a:lnTo>
                    <a:pt x="12524" y="2358"/>
                  </a:lnTo>
                  <a:cubicBezTo>
                    <a:pt x="12434" y="1021"/>
                    <a:pt x="11322" y="1"/>
                    <a:pt x="10016" y="1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8" name="Google Shape;2298;p98"/>
            <p:cNvSpPr/>
            <p:nvPr/>
          </p:nvSpPr>
          <p:spPr>
            <a:xfrm>
              <a:off x="15585791" y="4983298"/>
              <a:ext cx="678236" cy="502656"/>
            </a:xfrm>
            <a:custGeom>
              <a:rect b="b" l="l" r="r" t="t"/>
              <a:pathLst>
                <a:path extrusionOk="0" h="7117" w="9603">
                  <a:moveTo>
                    <a:pt x="2870" y="0"/>
                  </a:moveTo>
                  <a:cubicBezTo>
                    <a:pt x="2324" y="0"/>
                    <a:pt x="4775" y="1838"/>
                    <a:pt x="4775" y="1838"/>
                  </a:cubicBezTo>
                  <a:cubicBezTo>
                    <a:pt x="4775" y="1838"/>
                    <a:pt x="2204" y="1431"/>
                    <a:pt x="1044" y="992"/>
                  </a:cubicBezTo>
                  <a:cubicBezTo>
                    <a:pt x="979" y="967"/>
                    <a:pt x="921" y="955"/>
                    <a:pt x="868" y="955"/>
                  </a:cubicBezTo>
                  <a:cubicBezTo>
                    <a:pt x="1" y="955"/>
                    <a:pt x="846" y="4220"/>
                    <a:pt x="1985" y="5240"/>
                  </a:cubicBezTo>
                  <a:cubicBezTo>
                    <a:pt x="3082" y="6223"/>
                    <a:pt x="6450" y="7116"/>
                    <a:pt x="8383" y="7116"/>
                  </a:cubicBezTo>
                  <a:cubicBezTo>
                    <a:pt x="8575" y="7116"/>
                    <a:pt x="8753" y="7108"/>
                    <a:pt x="8913" y="7089"/>
                  </a:cubicBezTo>
                  <a:lnTo>
                    <a:pt x="9602" y="2183"/>
                  </a:lnTo>
                  <a:cubicBezTo>
                    <a:pt x="9602" y="2183"/>
                    <a:pt x="6091" y="1384"/>
                    <a:pt x="3646" y="271"/>
                  </a:cubicBezTo>
                  <a:cubicBezTo>
                    <a:pt x="3226" y="80"/>
                    <a:pt x="2983" y="0"/>
                    <a:pt x="2870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9" name="Google Shape;2299;p98"/>
            <p:cNvSpPr/>
            <p:nvPr/>
          </p:nvSpPr>
          <p:spPr>
            <a:xfrm>
              <a:off x="15617432" y="5116431"/>
              <a:ext cx="283499" cy="125152"/>
            </a:xfrm>
            <a:custGeom>
              <a:rect b="b" l="l" r="r" t="t"/>
              <a:pathLst>
                <a:path extrusionOk="0" h="1772" w="4014">
                  <a:moveTo>
                    <a:pt x="189" y="0"/>
                  </a:moveTo>
                  <a:lnTo>
                    <a:pt x="1" y="361"/>
                  </a:lnTo>
                  <a:cubicBezTo>
                    <a:pt x="110" y="423"/>
                    <a:pt x="2461" y="1568"/>
                    <a:pt x="3950" y="1771"/>
                  </a:cubicBezTo>
                  <a:lnTo>
                    <a:pt x="4013" y="1380"/>
                  </a:lnTo>
                  <a:cubicBezTo>
                    <a:pt x="2587" y="1176"/>
                    <a:pt x="204" y="16"/>
                    <a:pt x="1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0" name="Google Shape;2300;p98"/>
            <p:cNvSpPr/>
            <p:nvPr/>
          </p:nvSpPr>
          <p:spPr>
            <a:xfrm>
              <a:off x="15629580" y="5196099"/>
              <a:ext cx="299037" cy="152838"/>
            </a:xfrm>
            <a:custGeom>
              <a:rect b="b" l="l" r="r" t="t"/>
              <a:pathLst>
                <a:path extrusionOk="0" h="2164" w="4234">
                  <a:moveTo>
                    <a:pt x="314" y="1"/>
                  </a:moveTo>
                  <a:lnTo>
                    <a:pt x="189" y="158"/>
                  </a:lnTo>
                  <a:lnTo>
                    <a:pt x="1" y="220"/>
                  </a:lnTo>
                  <a:cubicBezTo>
                    <a:pt x="1" y="220"/>
                    <a:pt x="17" y="236"/>
                    <a:pt x="32" y="267"/>
                  </a:cubicBezTo>
                  <a:cubicBezTo>
                    <a:pt x="330" y="596"/>
                    <a:pt x="2525" y="1960"/>
                    <a:pt x="4186" y="2164"/>
                  </a:cubicBezTo>
                  <a:lnTo>
                    <a:pt x="4233" y="1772"/>
                  </a:lnTo>
                  <a:cubicBezTo>
                    <a:pt x="2556" y="1553"/>
                    <a:pt x="534" y="173"/>
                    <a:pt x="31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1" name="Google Shape;2301;p98"/>
            <p:cNvSpPr/>
            <p:nvPr/>
          </p:nvSpPr>
          <p:spPr>
            <a:xfrm>
              <a:off x="15661716" y="5274707"/>
              <a:ext cx="267961" cy="147329"/>
            </a:xfrm>
            <a:custGeom>
              <a:rect b="b" l="l" r="r" t="t"/>
              <a:pathLst>
                <a:path extrusionOk="0" h="2086" w="3794">
                  <a:moveTo>
                    <a:pt x="345" y="1"/>
                  </a:moveTo>
                  <a:lnTo>
                    <a:pt x="189" y="110"/>
                  </a:lnTo>
                  <a:lnTo>
                    <a:pt x="359" y="17"/>
                  </a:lnTo>
                  <a:lnTo>
                    <a:pt x="359" y="17"/>
                  </a:lnTo>
                  <a:cubicBezTo>
                    <a:pt x="359" y="17"/>
                    <a:pt x="359" y="17"/>
                    <a:pt x="359" y="17"/>
                  </a:cubicBezTo>
                  <a:lnTo>
                    <a:pt x="359" y="17"/>
                  </a:lnTo>
                  <a:lnTo>
                    <a:pt x="361" y="16"/>
                  </a:lnTo>
                  <a:lnTo>
                    <a:pt x="359" y="17"/>
                  </a:lnTo>
                  <a:lnTo>
                    <a:pt x="359" y="17"/>
                  </a:lnTo>
                  <a:cubicBezTo>
                    <a:pt x="354" y="11"/>
                    <a:pt x="349" y="6"/>
                    <a:pt x="345" y="1"/>
                  </a:cubicBezTo>
                  <a:close/>
                  <a:moveTo>
                    <a:pt x="359" y="17"/>
                  </a:moveTo>
                  <a:lnTo>
                    <a:pt x="1" y="220"/>
                  </a:lnTo>
                  <a:cubicBezTo>
                    <a:pt x="16" y="220"/>
                    <a:pt x="32" y="236"/>
                    <a:pt x="48" y="267"/>
                  </a:cubicBezTo>
                  <a:cubicBezTo>
                    <a:pt x="330" y="581"/>
                    <a:pt x="2007" y="1929"/>
                    <a:pt x="3747" y="2085"/>
                  </a:cubicBezTo>
                  <a:lnTo>
                    <a:pt x="3794" y="1678"/>
                  </a:lnTo>
                  <a:cubicBezTo>
                    <a:pt x="2185" y="1540"/>
                    <a:pt x="592" y="279"/>
                    <a:pt x="359" y="1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2" name="Google Shape;2302;p98"/>
            <p:cNvSpPr/>
            <p:nvPr/>
          </p:nvSpPr>
          <p:spPr>
            <a:xfrm>
              <a:off x="16468778" y="4127786"/>
              <a:ext cx="391912" cy="533732"/>
            </a:xfrm>
            <a:custGeom>
              <a:rect b="b" l="l" r="r" t="t"/>
              <a:pathLst>
                <a:path extrusionOk="0" h="7557" w="5549">
                  <a:moveTo>
                    <a:pt x="2738" y="1"/>
                  </a:moveTo>
                  <a:cubicBezTo>
                    <a:pt x="2719" y="1"/>
                    <a:pt x="2700" y="1"/>
                    <a:pt x="2680" y="1"/>
                  </a:cubicBezTo>
                  <a:cubicBezTo>
                    <a:pt x="1191" y="32"/>
                    <a:pt x="0" y="1271"/>
                    <a:pt x="31" y="2760"/>
                  </a:cubicBezTo>
                  <a:lnTo>
                    <a:pt x="125" y="7556"/>
                  </a:lnTo>
                  <a:lnTo>
                    <a:pt x="5549" y="7431"/>
                  </a:lnTo>
                  <a:lnTo>
                    <a:pt x="5455" y="2650"/>
                  </a:lnTo>
                  <a:cubicBezTo>
                    <a:pt x="5424" y="1180"/>
                    <a:pt x="4217" y="1"/>
                    <a:pt x="2738" y="1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98"/>
            <p:cNvSpPr/>
            <p:nvPr/>
          </p:nvSpPr>
          <p:spPr>
            <a:xfrm>
              <a:off x="16457689" y="4428942"/>
              <a:ext cx="42094" cy="321143"/>
            </a:xfrm>
            <a:custGeom>
              <a:rect b="b" l="l" r="r" t="t"/>
              <a:pathLst>
                <a:path extrusionOk="0" h="4547" w="596">
                  <a:moveTo>
                    <a:pt x="408" y="1"/>
                  </a:moveTo>
                  <a:lnTo>
                    <a:pt x="0" y="32"/>
                  </a:lnTo>
                  <a:lnTo>
                    <a:pt x="188" y="4546"/>
                  </a:lnTo>
                  <a:lnTo>
                    <a:pt x="596" y="4530"/>
                  </a:lnTo>
                  <a:lnTo>
                    <a:pt x="40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4" name="Google Shape;2304;p98"/>
            <p:cNvSpPr/>
            <p:nvPr/>
          </p:nvSpPr>
          <p:spPr>
            <a:xfrm>
              <a:off x="15896411" y="3577597"/>
              <a:ext cx="515934" cy="516005"/>
            </a:xfrm>
            <a:custGeom>
              <a:rect b="b" l="l" r="r" t="t"/>
              <a:pathLst>
                <a:path extrusionOk="0" h="7306" w="7305">
                  <a:moveTo>
                    <a:pt x="3653" y="1"/>
                  </a:moveTo>
                  <a:cubicBezTo>
                    <a:pt x="1631" y="1"/>
                    <a:pt x="0" y="1631"/>
                    <a:pt x="0" y="3653"/>
                  </a:cubicBezTo>
                  <a:cubicBezTo>
                    <a:pt x="0" y="5675"/>
                    <a:pt x="1631" y="7305"/>
                    <a:pt x="3653" y="7305"/>
                  </a:cubicBezTo>
                  <a:cubicBezTo>
                    <a:pt x="5675" y="7305"/>
                    <a:pt x="7305" y="5675"/>
                    <a:pt x="7305" y="3653"/>
                  </a:cubicBezTo>
                  <a:cubicBezTo>
                    <a:pt x="7305" y="1631"/>
                    <a:pt x="5675" y="1"/>
                    <a:pt x="3653" y="1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5" name="Google Shape;2305;p98"/>
            <p:cNvSpPr/>
            <p:nvPr/>
          </p:nvSpPr>
          <p:spPr>
            <a:xfrm>
              <a:off x="15963931" y="3880943"/>
              <a:ext cx="117454" cy="63212"/>
            </a:xfrm>
            <a:custGeom>
              <a:rect b="b" l="l" r="r" t="t"/>
              <a:pathLst>
                <a:path extrusionOk="0" h="895" w="1663">
                  <a:moveTo>
                    <a:pt x="1390" y="0"/>
                  </a:moveTo>
                  <a:cubicBezTo>
                    <a:pt x="1349" y="0"/>
                    <a:pt x="1308" y="11"/>
                    <a:pt x="1270" y="32"/>
                  </a:cubicBezTo>
                  <a:cubicBezTo>
                    <a:pt x="1255" y="32"/>
                    <a:pt x="737" y="346"/>
                    <a:pt x="236" y="408"/>
                  </a:cubicBezTo>
                  <a:cubicBezTo>
                    <a:pt x="95" y="424"/>
                    <a:pt x="1" y="549"/>
                    <a:pt x="16" y="675"/>
                  </a:cubicBezTo>
                  <a:cubicBezTo>
                    <a:pt x="32" y="800"/>
                    <a:pt x="142" y="894"/>
                    <a:pt x="267" y="894"/>
                  </a:cubicBezTo>
                  <a:lnTo>
                    <a:pt x="283" y="894"/>
                  </a:lnTo>
                  <a:cubicBezTo>
                    <a:pt x="910" y="816"/>
                    <a:pt x="1490" y="455"/>
                    <a:pt x="1521" y="440"/>
                  </a:cubicBezTo>
                  <a:cubicBezTo>
                    <a:pt x="1631" y="377"/>
                    <a:pt x="1662" y="220"/>
                    <a:pt x="1599" y="110"/>
                  </a:cubicBezTo>
                  <a:cubicBezTo>
                    <a:pt x="1548" y="38"/>
                    <a:pt x="1469" y="0"/>
                    <a:pt x="13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6" name="Google Shape;2306;p98"/>
            <p:cNvSpPr/>
            <p:nvPr/>
          </p:nvSpPr>
          <p:spPr>
            <a:xfrm>
              <a:off x="16040351" y="3775284"/>
              <a:ext cx="116253" cy="49298"/>
            </a:xfrm>
            <a:custGeom>
              <a:rect b="b" l="l" r="r" t="t"/>
              <a:pathLst>
                <a:path extrusionOk="0" h="698" w="1646">
                  <a:moveTo>
                    <a:pt x="772" y="1"/>
                  </a:moveTo>
                  <a:cubicBezTo>
                    <a:pt x="551" y="1"/>
                    <a:pt x="315" y="73"/>
                    <a:pt x="94" y="274"/>
                  </a:cubicBezTo>
                  <a:cubicBezTo>
                    <a:pt x="0" y="368"/>
                    <a:pt x="0" y="525"/>
                    <a:pt x="94" y="619"/>
                  </a:cubicBezTo>
                  <a:cubicBezTo>
                    <a:pt x="137" y="670"/>
                    <a:pt x="202" y="698"/>
                    <a:pt x="268" y="698"/>
                  </a:cubicBezTo>
                  <a:cubicBezTo>
                    <a:pt x="324" y="698"/>
                    <a:pt x="380" y="678"/>
                    <a:pt x="423" y="635"/>
                  </a:cubicBezTo>
                  <a:cubicBezTo>
                    <a:pt x="543" y="526"/>
                    <a:pt x="669" y="489"/>
                    <a:pt x="785" y="489"/>
                  </a:cubicBezTo>
                  <a:cubicBezTo>
                    <a:pt x="1019" y="489"/>
                    <a:pt x="1212" y="640"/>
                    <a:pt x="1223" y="650"/>
                  </a:cubicBezTo>
                  <a:cubicBezTo>
                    <a:pt x="1270" y="682"/>
                    <a:pt x="1317" y="697"/>
                    <a:pt x="1379" y="697"/>
                  </a:cubicBezTo>
                  <a:cubicBezTo>
                    <a:pt x="1442" y="697"/>
                    <a:pt x="1521" y="666"/>
                    <a:pt x="1568" y="603"/>
                  </a:cubicBezTo>
                  <a:cubicBezTo>
                    <a:pt x="1646" y="494"/>
                    <a:pt x="1630" y="353"/>
                    <a:pt x="1521" y="274"/>
                  </a:cubicBezTo>
                  <a:cubicBezTo>
                    <a:pt x="1364" y="146"/>
                    <a:pt x="1084" y="1"/>
                    <a:pt x="7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7" name="Google Shape;2307;p98"/>
            <p:cNvSpPr/>
            <p:nvPr/>
          </p:nvSpPr>
          <p:spPr>
            <a:xfrm>
              <a:off x="15878684" y="3774648"/>
              <a:ext cx="106365" cy="48874"/>
            </a:xfrm>
            <a:custGeom>
              <a:rect b="b" l="l" r="r" t="t"/>
              <a:pathLst>
                <a:path extrusionOk="0" h="692" w="1506">
                  <a:moveTo>
                    <a:pt x="713" y="0"/>
                  </a:moveTo>
                  <a:cubicBezTo>
                    <a:pt x="501" y="0"/>
                    <a:pt x="278" y="77"/>
                    <a:pt x="79" y="283"/>
                  </a:cubicBezTo>
                  <a:cubicBezTo>
                    <a:pt x="1" y="377"/>
                    <a:pt x="1" y="534"/>
                    <a:pt x="95" y="628"/>
                  </a:cubicBezTo>
                  <a:cubicBezTo>
                    <a:pt x="142" y="675"/>
                    <a:pt x="204" y="691"/>
                    <a:pt x="251" y="691"/>
                  </a:cubicBezTo>
                  <a:cubicBezTo>
                    <a:pt x="330" y="691"/>
                    <a:pt x="393" y="659"/>
                    <a:pt x="440" y="612"/>
                  </a:cubicBezTo>
                  <a:cubicBezTo>
                    <a:pt x="532" y="514"/>
                    <a:pt x="631" y="480"/>
                    <a:pt x="722" y="480"/>
                  </a:cubicBezTo>
                  <a:cubicBezTo>
                    <a:pt x="892" y="480"/>
                    <a:pt x="1036" y="597"/>
                    <a:pt x="1067" y="628"/>
                  </a:cubicBezTo>
                  <a:cubicBezTo>
                    <a:pt x="1117" y="671"/>
                    <a:pt x="1174" y="691"/>
                    <a:pt x="1230" y="691"/>
                  </a:cubicBezTo>
                  <a:cubicBezTo>
                    <a:pt x="1296" y="691"/>
                    <a:pt x="1360" y="663"/>
                    <a:pt x="1411" y="612"/>
                  </a:cubicBezTo>
                  <a:cubicBezTo>
                    <a:pt x="1505" y="518"/>
                    <a:pt x="1490" y="362"/>
                    <a:pt x="1396" y="267"/>
                  </a:cubicBezTo>
                  <a:cubicBezTo>
                    <a:pt x="1237" y="127"/>
                    <a:pt x="985" y="0"/>
                    <a:pt x="71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8" name="Google Shape;2308;p98"/>
            <p:cNvSpPr/>
            <p:nvPr/>
          </p:nvSpPr>
          <p:spPr>
            <a:xfrm>
              <a:off x="16348075" y="3756991"/>
              <a:ext cx="129601" cy="129601"/>
            </a:xfrm>
            <a:custGeom>
              <a:rect b="b" l="l" r="r" t="t"/>
              <a:pathLst>
                <a:path extrusionOk="0" h="1835" w="1835">
                  <a:moveTo>
                    <a:pt x="910" y="0"/>
                  </a:moveTo>
                  <a:cubicBezTo>
                    <a:pt x="408" y="0"/>
                    <a:pt x="1" y="408"/>
                    <a:pt x="1" y="925"/>
                  </a:cubicBezTo>
                  <a:cubicBezTo>
                    <a:pt x="1" y="1427"/>
                    <a:pt x="408" y="1834"/>
                    <a:pt x="910" y="1834"/>
                  </a:cubicBezTo>
                  <a:cubicBezTo>
                    <a:pt x="1427" y="1834"/>
                    <a:pt x="1834" y="1427"/>
                    <a:pt x="1834" y="925"/>
                  </a:cubicBezTo>
                  <a:cubicBezTo>
                    <a:pt x="1834" y="408"/>
                    <a:pt x="1427" y="0"/>
                    <a:pt x="910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9" name="Google Shape;2309;p98"/>
            <p:cNvSpPr/>
            <p:nvPr/>
          </p:nvSpPr>
          <p:spPr>
            <a:xfrm>
              <a:off x="16050309" y="3558033"/>
              <a:ext cx="335481" cy="208280"/>
            </a:xfrm>
            <a:custGeom>
              <a:rect b="b" l="l" r="r" t="t"/>
              <a:pathLst>
                <a:path extrusionOk="0" h="2949" w="4750">
                  <a:moveTo>
                    <a:pt x="1823" y="1"/>
                  </a:moveTo>
                  <a:cubicBezTo>
                    <a:pt x="1151" y="1"/>
                    <a:pt x="497" y="188"/>
                    <a:pt x="0" y="482"/>
                  </a:cubicBezTo>
                  <a:cubicBezTo>
                    <a:pt x="0" y="482"/>
                    <a:pt x="1768" y="2949"/>
                    <a:pt x="4163" y="2949"/>
                  </a:cubicBezTo>
                  <a:cubicBezTo>
                    <a:pt x="4330" y="2949"/>
                    <a:pt x="4499" y="2937"/>
                    <a:pt x="4671" y="2911"/>
                  </a:cubicBezTo>
                  <a:cubicBezTo>
                    <a:pt x="4671" y="2911"/>
                    <a:pt x="4750" y="1360"/>
                    <a:pt x="3621" y="544"/>
                  </a:cubicBezTo>
                  <a:cubicBezTo>
                    <a:pt x="3079" y="161"/>
                    <a:pt x="2444" y="1"/>
                    <a:pt x="1823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10" name="Google Shape;2310;p98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2311" name="Google Shape;2311;p98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2312" name="Google Shape;2312;p98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3" name="Google Shape;2313;p98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4" name="Google Shape;2314;p98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5" name="Google Shape;2315;p98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6" name="Google Shape;2316;p98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7" name="Google Shape;2317;p98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8" name="Google Shape;2318;p98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9" name="Google Shape;2319;p98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0" name="Google Shape;2320;p98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1" name="Google Shape;2321;p98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2" name="Google Shape;2322;p98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3" name="Google Shape;2323;p98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324" name="Google Shape;2324;p98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8" name="Shape 2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9" name="Google Shape;2329;p99"/>
          <p:cNvSpPr txBox="1"/>
          <p:nvPr/>
        </p:nvSpPr>
        <p:spPr>
          <a:xfrm>
            <a:off x="959788" y="391288"/>
            <a:ext cx="813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La clase </a:t>
            </a:r>
            <a:r>
              <a:rPr i="1" lang="es-419" sz="1800">
                <a:solidFill>
                  <a:schemeClr val="accent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Primeros gráficos con Matplotlib</a:t>
            </a:r>
            <a:r>
              <a:rPr i="1" lang="es-419" sz="1800">
                <a:solidFill>
                  <a:schemeClr val="accent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i="1" lang="es-419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forma parte de…</a:t>
            </a:r>
            <a:endParaRPr i="1" sz="1800">
              <a:solidFill>
                <a:schemeClr val="lt1"/>
              </a:solidFill>
            </a:endParaRPr>
          </a:p>
        </p:txBody>
      </p:sp>
      <p:grpSp>
        <p:nvGrpSpPr>
          <p:cNvPr id="2330" name="Google Shape;2330;p99"/>
          <p:cNvGrpSpPr/>
          <p:nvPr/>
        </p:nvGrpSpPr>
        <p:grpSpPr>
          <a:xfrm>
            <a:off x="6192937" y="1220037"/>
            <a:ext cx="2669525" cy="1168488"/>
            <a:chOff x="8750249" y="2583999"/>
            <a:chExt cx="5339050" cy="2336975"/>
          </a:xfrm>
        </p:grpSpPr>
        <p:sp>
          <p:nvSpPr>
            <p:cNvPr id="2331" name="Google Shape;2331;p99"/>
            <p:cNvSpPr/>
            <p:nvPr/>
          </p:nvSpPr>
          <p:spPr>
            <a:xfrm>
              <a:off x="9434848" y="2729311"/>
              <a:ext cx="502337" cy="2046792"/>
            </a:xfrm>
            <a:custGeom>
              <a:rect b="b" l="l" r="r" t="t"/>
              <a:pathLst>
                <a:path extrusionOk="0" h="9040" w="2690">
                  <a:moveTo>
                    <a:pt x="0" y="1"/>
                  </a:moveTo>
                  <a:lnTo>
                    <a:pt x="0" y="9039"/>
                  </a:lnTo>
                  <a:lnTo>
                    <a:pt x="2690" y="9039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2" name="Google Shape;2332;p99"/>
            <p:cNvSpPr/>
            <p:nvPr/>
          </p:nvSpPr>
          <p:spPr>
            <a:xfrm flipH="1" rot="-5400000">
              <a:off x="13661547" y="2446749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3" name="Google Shape;2333;p99"/>
            <p:cNvSpPr/>
            <p:nvPr/>
          </p:nvSpPr>
          <p:spPr>
            <a:xfrm>
              <a:off x="11700518" y="2729311"/>
              <a:ext cx="502310" cy="2046792"/>
            </a:xfrm>
            <a:custGeom>
              <a:rect b="b" l="l" r="r" t="t"/>
              <a:pathLst>
                <a:path extrusionOk="0" h="9040" w="2690">
                  <a:moveTo>
                    <a:pt x="0" y="1"/>
                  </a:moveTo>
                  <a:lnTo>
                    <a:pt x="0" y="9039"/>
                  </a:lnTo>
                  <a:lnTo>
                    <a:pt x="2689" y="9039"/>
                  </a:lnTo>
                  <a:lnTo>
                    <a:pt x="2689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4" name="Google Shape;2334;p99"/>
            <p:cNvSpPr/>
            <p:nvPr/>
          </p:nvSpPr>
          <p:spPr>
            <a:xfrm>
              <a:off x="12363649" y="2729310"/>
              <a:ext cx="501590" cy="2046793"/>
            </a:xfrm>
            <a:custGeom>
              <a:rect b="b" l="l" r="r" t="t"/>
              <a:pathLst>
                <a:path extrusionOk="0" h="8128" w="2686">
                  <a:moveTo>
                    <a:pt x="0" y="1"/>
                  </a:moveTo>
                  <a:lnTo>
                    <a:pt x="0" y="8127"/>
                  </a:lnTo>
                  <a:lnTo>
                    <a:pt x="2686" y="8127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5" name="Google Shape;2335;p99"/>
            <p:cNvSpPr/>
            <p:nvPr/>
          </p:nvSpPr>
          <p:spPr>
            <a:xfrm>
              <a:off x="11160039" y="2935798"/>
              <a:ext cx="502497" cy="1840301"/>
            </a:xfrm>
            <a:custGeom>
              <a:rect b="b" l="l" r="r" t="t"/>
              <a:pathLst>
                <a:path extrusionOk="0" h="8128" w="2691">
                  <a:moveTo>
                    <a:pt x="1" y="1"/>
                  </a:moveTo>
                  <a:lnTo>
                    <a:pt x="1" y="8127"/>
                  </a:lnTo>
                  <a:lnTo>
                    <a:pt x="2690" y="8127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6" name="Google Shape;2336;p99"/>
            <p:cNvSpPr/>
            <p:nvPr/>
          </p:nvSpPr>
          <p:spPr>
            <a:xfrm>
              <a:off x="10621754" y="3177605"/>
              <a:ext cx="502497" cy="1598490"/>
            </a:xfrm>
            <a:custGeom>
              <a:rect b="b" l="l" r="r" t="t"/>
              <a:pathLst>
                <a:path extrusionOk="0" h="7060" w="2691">
                  <a:moveTo>
                    <a:pt x="1" y="1"/>
                  </a:moveTo>
                  <a:lnTo>
                    <a:pt x="1" y="7059"/>
                  </a:lnTo>
                  <a:lnTo>
                    <a:pt x="2690" y="7059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7" name="Google Shape;2337;p99"/>
            <p:cNvSpPr/>
            <p:nvPr/>
          </p:nvSpPr>
          <p:spPr>
            <a:xfrm>
              <a:off x="12902938" y="2988413"/>
              <a:ext cx="501590" cy="1787627"/>
            </a:xfrm>
            <a:custGeom>
              <a:rect b="b" l="l" r="r" t="t"/>
              <a:pathLst>
                <a:path extrusionOk="0" h="7629" w="2686">
                  <a:moveTo>
                    <a:pt x="0" y="1"/>
                  </a:moveTo>
                  <a:lnTo>
                    <a:pt x="0" y="7628"/>
                  </a:lnTo>
                  <a:lnTo>
                    <a:pt x="2686" y="7628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8" name="Google Shape;2338;p99"/>
            <p:cNvSpPr/>
            <p:nvPr/>
          </p:nvSpPr>
          <p:spPr>
            <a:xfrm>
              <a:off x="13442227" y="2790501"/>
              <a:ext cx="501777" cy="1985589"/>
            </a:xfrm>
            <a:custGeom>
              <a:rect b="b" l="l" r="r" t="t"/>
              <a:pathLst>
                <a:path extrusionOk="0" h="8128" w="2687">
                  <a:moveTo>
                    <a:pt x="1" y="1"/>
                  </a:moveTo>
                  <a:lnTo>
                    <a:pt x="1" y="8127"/>
                  </a:lnTo>
                  <a:lnTo>
                    <a:pt x="2686" y="8127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9" name="Google Shape;2339;p99"/>
            <p:cNvSpPr/>
            <p:nvPr/>
          </p:nvSpPr>
          <p:spPr>
            <a:xfrm>
              <a:off x="9526535" y="2946439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0" name="Google Shape;2340;p99"/>
            <p:cNvSpPr/>
            <p:nvPr/>
          </p:nvSpPr>
          <p:spPr>
            <a:xfrm>
              <a:off x="9526535" y="3076173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1" name="Google Shape;2341;p99"/>
            <p:cNvSpPr/>
            <p:nvPr/>
          </p:nvSpPr>
          <p:spPr>
            <a:xfrm>
              <a:off x="9526535" y="4419246"/>
              <a:ext cx="271710" cy="22415"/>
            </a:xfrm>
            <a:custGeom>
              <a:rect b="b" l="l" r="r" t="t"/>
              <a:pathLst>
                <a:path extrusionOk="0" h="99" w="1455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2" name="Google Shape;2342;p99"/>
            <p:cNvSpPr/>
            <p:nvPr/>
          </p:nvSpPr>
          <p:spPr>
            <a:xfrm>
              <a:off x="9526535" y="4548980"/>
              <a:ext cx="271710" cy="22415"/>
            </a:xfrm>
            <a:custGeom>
              <a:rect b="b" l="l" r="r" t="t"/>
              <a:pathLst>
                <a:path extrusionOk="0" h="99" w="1455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3" name="Google Shape;2343;p99"/>
            <p:cNvSpPr/>
            <p:nvPr/>
          </p:nvSpPr>
          <p:spPr>
            <a:xfrm>
              <a:off x="13017967" y="3137776"/>
              <a:ext cx="271524" cy="22189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4" name="Google Shape;2344;p99"/>
            <p:cNvSpPr/>
            <p:nvPr/>
          </p:nvSpPr>
          <p:spPr>
            <a:xfrm>
              <a:off x="13017967" y="3264946"/>
              <a:ext cx="271524" cy="22189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5" name="Google Shape;2345;p99"/>
            <p:cNvSpPr/>
            <p:nvPr/>
          </p:nvSpPr>
          <p:spPr>
            <a:xfrm>
              <a:off x="13017920" y="4548978"/>
              <a:ext cx="271524" cy="22415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6" name="Google Shape;2346;p99"/>
            <p:cNvSpPr/>
            <p:nvPr/>
          </p:nvSpPr>
          <p:spPr>
            <a:xfrm>
              <a:off x="13017920" y="4627642"/>
              <a:ext cx="271524" cy="22415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7" name="Google Shape;2347;p99"/>
            <p:cNvSpPr/>
            <p:nvPr/>
          </p:nvSpPr>
          <p:spPr>
            <a:xfrm>
              <a:off x="11269536" y="3165379"/>
              <a:ext cx="271696" cy="22189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8" name="Google Shape;2348;p99"/>
            <p:cNvSpPr/>
            <p:nvPr/>
          </p:nvSpPr>
          <p:spPr>
            <a:xfrm>
              <a:off x="11269536" y="3305528"/>
              <a:ext cx="271696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9" name="Google Shape;2349;p99"/>
            <p:cNvSpPr/>
            <p:nvPr/>
          </p:nvSpPr>
          <p:spPr>
            <a:xfrm>
              <a:off x="11269536" y="4408605"/>
              <a:ext cx="271696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0" name="Google Shape;2350;p99"/>
            <p:cNvSpPr/>
            <p:nvPr/>
          </p:nvSpPr>
          <p:spPr>
            <a:xfrm>
              <a:off x="11269536" y="4548980"/>
              <a:ext cx="271696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1" name="Google Shape;2351;p99"/>
            <p:cNvSpPr/>
            <p:nvPr/>
          </p:nvSpPr>
          <p:spPr>
            <a:xfrm>
              <a:off x="13565272" y="3076172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2" name="Google Shape;2352;p99"/>
            <p:cNvSpPr/>
            <p:nvPr/>
          </p:nvSpPr>
          <p:spPr>
            <a:xfrm>
              <a:off x="13563736" y="4548980"/>
              <a:ext cx="271710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3" name="Google Shape;2353;p99"/>
            <p:cNvSpPr/>
            <p:nvPr/>
          </p:nvSpPr>
          <p:spPr>
            <a:xfrm>
              <a:off x="10744976" y="3305635"/>
              <a:ext cx="271509" cy="22189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4" name="Google Shape;2354;p99"/>
            <p:cNvSpPr/>
            <p:nvPr/>
          </p:nvSpPr>
          <p:spPr>
            <a:xfrm>
              <a:off x="9974137" y="2935798"/>
              <a:ext cx="502337" cy="1840301"/>
            </a:xfrm>
            <a:custGeom>
              <a:rect b="b" l="l" r="r" t="t"/>
              <a:pathLst>
                <a:path extrusionOk="0" h="8128" w="2690">
                  <a:moveTo>
                    <a:pt x="0" y="1"/>
                  </a:moveTo>
                  <a:lnTo>
                    <a:pt x="0" y="8127"/>
                  </a:lnTo>
                  <a:lnTo>
                    <a:pt x="2690" y="8127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5" name="Google Shape;2355;p99"/>
            <p:cNvSpPr/>
            <p:nvPr/>
          </p:nvSpPr>
          <p:spPr>
            <a:xfrm>
              <a:off x="10744976" y="3430952"/>
              <a:ext cx="271509" cy="22189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6" name="Google Shape;2356;p99"/>
            <p:cNvSpPr/>
            <p:nvPr/>
          </p:nvSpPr>
          <p:spPr>
            <a:xfrm>
              <a:off x="8895559" y="2935798"/>
              <a:ext cx="502337" cy="1840301"/>
            </a:xfrm>
            <a:custGeom>
              <a:rect b="b" l="l" r="r" t="t"/>
              <a:pathLst>
                <a:path extrusionOk="0" h="8128" w="2690">
                  <a:moveTo>
                    <a:pt x="0" y="1"/>
                  </a:moveTo>
                  <a:lnTo>
                    <a:pt x="0" y="8127"/>
                  </a:lnTo>
                  <a:lnTo>
                    <a:pt x="2689" y="8127"/>
                  </a:lnTo>
                  <a:lnTo>
                    <a:pt x="2689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7" name="Google Shape;2357;p99"/>
            <p:cNvSpPr/>
            <p:nvPr/>
          </p:nvSpPr>
          <p:spPr>
            <a:xfrm>
              <a:off x="10732488" y="4428982"/>
              <a:ext cx="271509" cy="22415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8" name="Google Shape;2358;p99"/>
            <p:cNvSpPr/>
            <p:nvPr/>
          </p:nvSpPr>
          <p:spPr>
            <a:xfrm>
              <a:off x="10732488" y="4548980"/>
              <a:ext cx="271509" cy="22415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9" name="Google Shape;2359;p99"/>
            <p:cNvSpPr/>
            <p:nvPr/>
          </p:nvSpPr>
          <p:spPr>
            <a:xfrm>
              <a:off x="9018867" y="3104922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0" name="Google Shape;2360;p99"/>
            <p:cNvSpPr/>
            <p:nvPr/>
          </p:nvSpPr>
          <p:spPr>
            <a:xfrm>
              <a:off x="9018867" y="3225826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1" name="Google Shape;2361;p99"/>
            <p:cNvSpPr/>
            <p:nvPr/>
          </p:nvSpPr>
          <p:spPr>
            <a:xfrm>
              <a:off x="9010401" y="4428982"/>
              <a:ext cx="271710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2" name="Google Shape;2362;p99"/>
            <p:cNvSpPr/>
            <p:nvPr/>
          </p:nvSpPr>
          <p:spPr>
            <a:xfrm>
              <a:off x="9010401" y="4548980"/>
              <a:ext cx="271710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3" name="Google Shape;2363;p99"/>
            <p:cNvSpPr/>
            <p:nvPr/>
          </p:nvSpPr>
          <p:spPr>
            <a:xfrm>
              <a:off x="12362101" y="4491698"/>
              <a:ext cx="503084" cy="22189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4" name="Google Shape;2364;p99"/>
            <p:cNvSpPr/>
            <p:nvPr/>
          </p:nvSpPr>
          <p:spPr>
            <a:xfrm>
              <a:off x="9974137" y="3165379"/>
              <a:ext cx="502337" cy="22189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7"/>
                  </a:lnTo>
                  <a:lnTo>
                    <a:pt x="2690" y="97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5" name="Google Shape;2365;p99"/>
            <p:cNvSpPr/>
            <p:nvPr/>
          </p:nvSpPr>
          <p:spPr>
            <a:xfrm>
              <a:off x="11697531" y="3033834"/>
              <a:ext cx="502310" cy="22189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8"/>
                  </a:lnTo>
                  <a:lnTo>
                    <a:pt x="2690" y="98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6" name="Google Shape;2366;p99"/>
            <p:cNvSpPr/>
            <p:nvPr/>
          </p:nvSpPr>
          <p:spPr>
            <a:xfrm>
              <a:off x="10918573" y="3760992"/>
              <a:ext cx="924329" cy="66"/>
            </a:xfrm>
            <a:custGeom>
              <a:rect b="b" l="l" r="r" t="t"/>
              <a:pathLst>
                <a:path extrusionOk="0" fill="none" h="1" w="16391">
                  <a:moveTo>
                    <a:pt x="0" y="1"/>
                  </a:moveTo>
                  <a:lnTo>
                    <a:pt x="1639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7" name="Google Shape;2367;p99"/>
            <p:cNvSpPr/>
            <p:nvPr/>
          </p:nvSpPr>
          <p:spPr>
            <a:xfrm>
              <a:off x="12362066" y="4571407"/>
              <a:ext cx="503084" cy="22189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8" name="Google Shape;2368;p99"/>
            <p:cNvSpPr/>
            <p:nvPr/>
          </p:nvSpPr>
          <p:spPr>
            <a:xfrm>
              <a:off x="12362119" y="2913613"/>
              <a:ext cx="503084" cy="22189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9" name="Google Shape;2369;p99"/>
            <p:cNvSpPr/>
            <p:nvPr/>
          </p:nvSpPr>
          <p:spPr>
            <a:xfrm>
              <a:off x="11708177" y="4470498"/>
              <a:ext cx="502310" cy="22189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8"/>
                  </a:lnTo>
                  <a:lnTo>
                    <a:pt x="2690" y="98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0" name="Google Shape;2370;p99"/>
            <p:cNvSpPr/>
            <p:nvPr/>
          </p:nvSpPr>
          <p:spPr>
            <a:xfrm>
              <a:off x="13565272" y="2946438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1" name="Google Shape;2371;p99"/>
            <p:cNvSpPr/>
            <p:nvPr/>
          </p:nvSpPr>
          <p:spPr>
            <a:xfrm>
              <a:off x="8750249" y="2583999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2" name="Google Shape;2372;p99"/>
            <p:cNvSpPr/>
            <p:nvPr/>
          </p:nvSpPr>
          <p:spPr>
            <a:xfrm rot="5400000">
              <a:off x="9032800" y="2446749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3" name="Google Shape;2373;p99"/>
            <p:cNvSpPr/>
            <p:nvPr/>
          </p:nvSpPr>
          <p:spPr>
            <a:xfrm flipH="1">
              <a:off x="13944099" y="2583999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4" name="Google Shape;2374;p99"/>
            <p:cNvSpPr/>
            <p:nvPr/>
          </p:nvSpPr>
          <p:spPr>
            <a:xfrm flipH="1" rot="-5400000">
              <a:off x="13661547" y="2446749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5" name="Google Shape;2375;p99"/>
            <p:cNvSpPr/>
            <p:nvPr/>
          </p:nvSpPr>
          <p:spPr>
            <a:xfrm rot="10800000">
              <a:off x="13944099" y="4501274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76" name="Google Shape;2376;p99"/>
            <p:cNvGrpSpPr/>
            <p:nvPr/>
          </p:nvGrpSpPr>
          <p:grpSpPr>
            <a:xfrm>
              <a:off x="10803502" y="3337879"/>
              <a:ext cx="1327309" cy="982699"/>
              <a:chOff x="24096522" y="6919508"/>
              <a:chExt cx="5617050" cy="4158694"/>
            </a:xfrm>
          </p:grpSpPr>
          <p:grpSp>
            <p:nvGrpSpPr>
              <p:cNvPr id="2377" name="Google Shape;2377;p99"/>
              <p:cNvGrpSpPr/>
              <p:nvPr/>
            </p:nvGrpSpPr>
            <p:grpSpPr>
              <a:xfrm>
                <a:off x="24096522" y="7907504"/>
                <a:ext cx="4365295" cy="3170699"/>
                <a:chOff x="24426922" y="6782591"/>
                <a:chExt cx="4365295" cy="3170699"/>
              </a:xfrm>
            </p:grpSpPr>
            <p:sp>
              <p:nvSpPr>
                <p:cNvPr id="2378" name="Google Shape;2378;p99"/>
                <p:cNvSpPr/>
                <p:nvPr/>
              </p:nvSpPr>
              <p:spPr>
                <a:xfrm>
                  <a:off x="24456725" y="6806437"/>
                  <a:ext cx="4305708" cy="3100549"/>
                </a:xfrm>
                <a:custGeom>
                  <a:rect b="b" l="l" r="r" t="t"/>
                  <a:pathLst>
                    <a:path extrusionOk="0" h="15185" w="16764">
                      <a:moveTo>
                        <a:pt x="0" y="1"/>
                      </a:moveTo>
                      <a:lnTo>
                        <a:pt x="0" y="15184"/>
                      </a:lnTo>
                      <a:lnTo>
                        <a:pt x="16763" y="15184"/>
                      </a:lnTo>
                      <a:lnTo>
                        <a:pt x="16763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379" name="Google Shape;2379;p99"/>
                <p:cNvSpPr/>
                <p:nvPr/>
              </p:nvSpPr>
              <p:spPr>
                <a:xfrm>
                  <a:off x="24481970" y="6824863"/>
                  <a:ext cx="4280443" cy="439423"/>
                </a:xfrm>
                <a:custGeom>
                  <a:rect b="b" l="l" r="r" t="t"/>
                  <a:pathLst>
                    <a:path extrusionOk="0" h="2285" w="16996">
                      <a:moveTo>
                        <a:pt x="0" y="1"/>
                      </a:moveTo>
                      <a:lnTo>
                        <a:pt x="0" y="2284"/>
                      </a:lnTo>
                      <a:lnTo>
                        <a:pt x="16995" y="2284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380" name="Google Shape;2380;p99"/>
                <p:cNvSpPr/>
                <p:nvPr/>
              </p:nvSpPr>
              <p:spPr>
                <a:xfrm>
                  <a:off x="24426922" y="6782591"/>
                  <a:ext cx="4365295" cy="3170699"/>
                </a:xfrm>
                <a:custGeom>
                  <a:rect b="b" l="l" r="r" t="t"/>
                  <a:pathLst>
                    <a:path extrusionOk="0" h="15417" w="16996">
                      <a:moveTo>
                        <a:pt x="16763" y="233"/>
                      </a:moveTo>
                      <a:lnTo>
                        <a:pt x="16763" y="15184"/>
                      </a:lnTo>
                      <a:lnTo>
                        <a:pt x="232" y="15184"/>
                      </a:lnTo>
                      <a:lnTo>
                        <a:pt x="232" y="233"/>
                      </a:lnTo>
                      <a:close/>
                      <a:moveTo>
                        <a:pt x="0" y="1"/>
                      </a:moveTo>
                      <a:lnTo>
                        <a:pt x="0" y="15416"/>
                      </a:lnTo>
                      <a:lnTo>
                        <a:pt x="16995" y="15416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81" name="Google Shape;2381;p99"/>
                <p:cNvSpPr/>
                <p:nvPr/>
              </p:nvSpPr>
              <p:spPr>
                <a:xfrm>
                  <a:off x="25047550" y="7882088"/>
                  <a:ext cx="3204325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41150" lIns="41150" spcFirstLastPara="1" rIns="41150" wrap="square" tIns="411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82" name="Google Shape;2382;p99"/>
                <p:cNvSpPr/>
                <p:nvPr/>
              </p:nvSpPr>
              <p:spPr>
                <a:xfrm>
                  <a:off x="26533447" y="8348813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41150" lIns="41150" spcFirstLastPara="1" rIns="41150" wrap="square" tIns="411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83" name="Google Shape;2383;p99"/>
                <p:cNvSpPr/>
                <p:nvPr/>
              </p:nvSpPr>
              <p:spPr>
                <a:xfrm>
                  <a:off x="26533447" y="8815538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41150" lIns="41150" spcFirstLastPara="1" rIns="41150" wrap="square" tIns="411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84" name="Google Shape;2384;p99"/>
                <p:cNvSpPr/>
                <p:nvPr/>
              </p:nvSpPr>
              <p:spPr>
                <a:xfrm>
                  <a:off x="26533447" y="9282263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41150" lIns="41150" spcFirstLastPara="1" rIns="41150" wrap="square" tIns="411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385" name="Google Shape;2385;p99"/>
                <p:cNvGrpSpPr/>
                <p:nvPr/>
              </p:nvGrpSpPr>
              <p:grpSpPr>
                <a:xfrm>
                  <a:off x="24762500" y="6921711"/>
                  <a:ext cx="667252" cy="196809"/>
                  <a:chOff x="1518936" y="711822"/>
                  <a:chExt cx="99125" cy="29695"/>
                </a:xfrm>
              </p:grpSpPr>
              <p:sp>
                <p:nvSpPr>
                  <p:cNvPr id="2386" name="Google Shape;2386;p99"/>
                  <p:cNvSpPr/>
                  <p:nvPr/>
                </p:nvSpPr>
                <p:spPr>
                  <a:xfrm>
                    <a:off x="1518936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4" y="0"/>
                        </a:moveTo>
                        <a:cubicBezTo>
                          <a:pt x="132" y="0"/>
                          <a:pt x="0" y="149"/>
                          <a:pt x="0" y="314"/>
                        </a:cubicBezTo>
                        <a:cubicBezTo>
                          <a:pt x="0" y="495"/>
                          <a:pt x="132" y="627"/>
                          <a:pt x="314" y="627"/>
                        </a:cubicBezTo>
                        <a:cubicBezTo>
                          <a:pt x="478" y="627"/>
                          <a:pt x="627" y="495"/>
                          <a:pt x="627" y="314"/>
                        </a:cubicBezTo>
                        <a:cubicBezTo>
                          <a:pt x="627" y="149"/>
                          <a:pt x="478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387" name="Google Shape;2387;p99"/>
                  <p:cNvSpPr/>
                  <p:nvPr/>
                </p:nvSpPr>
                <p:spPr>
                  <a:xfrm>
                    <a:off x="1593072" y="711822"/>
                    <a:ext cx="24990" cy="29695"/>
                  </a:xfrm>
                  <a:custGeom>
                    <a:rect b="b" l="l" r="r" t="t"/>
                    <a:pathLst>
                      <a:path extrusionOk="0" h="628" w="628">
                        <a:moveTo>
                          <a:pt x="314" y="0"/>
                        </a:moveTo>
                        <a:cubicBezTo>
                          <a:pt x="149" y="0"/>
                          <a:pt x="1" y="149"/>
                          <a:pt x="1" y="314"/>
                        </a:cubicBezTo>
                        <a:cubicBezTo>
                          <a:pt x="1" y="495"/>
                          <a:pt x="149" y="627"/>
                          <a:pt x="314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DC76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388" name="Google Shape;2388;p99"/>
                  <p:cNvSpPr/>
                  <p:nvPr/>
                </p:nvSpPr>
                <p:spPr>
                  <a:xfrm>
                    <a:off x="1556342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3" y="0"/>
                        </a:moveTo>
                        <a:cubicBezTo>
                          <a:pt x="149" y="0"/>
                          <a:pt x="0" y="149"/>
                          <a:pt x="0" y="314"/>
                        </a:cubicBezTo>
                        <a:cubicBezTo>
                          <a:pt x="0" y="495"/>
                          <a:pt x="149" y="627"/>
                          <a:pt x="313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3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2389" name="Google Shape;2389;p99"/>
                <p:cNvSpPr/>
                <p:nvPr/>
              </p:nvSpPr>
              <p:spPr>
                <a:xfrm>
                  <a:off x="25047550" y="8348825"/>
                  <a:ext cx="1078295" cy="1028298"/>
                </a:xfrm>
                <a:custGeom>
                  <a:rect b="b" l="l" r="r" t="t"/>
                  <a:pathLst>
                    <a:path extrusionOk="0" h="2969" w="3974">
                      <a:moveTo>
                        <a:pt x="0" y="0"/>
                      </a:moveTo>
                      <a:lnTo>
                        <a:pt x="0" y="2969"/>
                      </a:lnTo>
                      <a:lnTo>
                        <a:pt x="3974" y="2969"/>
                      </a:lnTo>
                      <a:lnTo>
                        <a:pt x="3974" y="0"/>
                      </a:ln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41150" lIns="41150" spcFirstLastPara="1" rIns="41150" wrap="square" tIns="411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390" name="Google Shape;2390;p99"/>
              <p:cNvGrpSpPr/>
              <p:nvPr/>
            </p:nvGrpSpPr>
            <p:grpSpPr>
              <a:xfrm>
                <a:off x="26993904" y="6919508"/>
                <a:ext cx="2719668" cy="1687825"/>
                <a:chOff x="26132876" y="2480046"/>
                <a:chExt cx="790073" cy="490319"/>
              </a:xfrm>
            </p:grpSpPr>
            <p:sp>
              <p:nvSpPr>
                <p:cNvPr id="2391" name="Google Shape;2391;p99"/>
                <p:cNvSpPr/>
                <p:nvPr/>
              </p:nvSpPr>
              <p:spPr>
                <a:xfrm>
                  <a:off x="26143392" y="2489775"/>
                  <a:ext cx="769876" cy="470024"/>
                </a:xfrm>
                <a:custGeom>
                  <a:rect b="b" l="l" r="r" t="t"/>
                  <a:pathLst>
                    <a:path extrusionOk="0" h="9565" w="15667">
                      <a:moveTo>
                        <a:pt x="8658" y="1"/>
                      </a:moveTo>
                      <a:cubicBezTo>
                        <a:pt x="6531" y="1"/>
                        <a:pt x="4635" y="1419"/>
                        <a:pt x="4057" y="3464"/>
                      </a:cubicBezTo>
                      <a:lnTo>
                        <a:pt x="3991" y="3645"/>
                      </a:lnTo>
                      <a:lnTo>
                        <a:pt x="3810" y="3596"/>
                      </a:lnTo>
                      <a:cubicBezTo>
                        <a:pt x="3546" y="3530"/>
                        <a:pt x="3299" y="3497"/>
                        <a:pt x="3035" y="3497"/>
                      </a:cubicBezTo>
                      <a:cubicBezTo>
                        <a:pt x="1353" y="3497"/>
                        <a:pt x="1" y="4865"/>
                        <a:pt x="1" y="6531"/>
                      </a:cubicBezTo>
                      <a:cubicBezTo>
                        <a:pt x="1" y="8213"/>
                        <a:pt x="1353" y="9565"/>
                        <a:pt x="3035" y="9565"/>
                      </a:cubicBezTo>
                      <a:lnTo>
                        <a:pt x="13638" y="9565"/>
                      </a:lnTo>
                      <a:cubicBezTo>
                        <a:pt x="14759" y="9565"/>
                        <a:pt x="15666" y="8658"/>
                        <a:pt x="15666" y="7553"/>
                      </a:cubicBezTo>
                      <a:cubicBezTo>
                        <a:pt x="15666" y="6432"/>
                        <a:pt x="14759" y="5525"/>
                        <a:pt x="13638" y="5525"/>
                      </a:cubicBezTo>
                      <a:lnTo>
                        <a:pt x="13391" y="5525"/>
                      </a:lnTo>
                      <a:lnTo>
                        <a:pt x="13407" y="5294"/>
                      </a:lnTo>
                      <a:cubicBezTo>
                        <a:pt x="13423" y="5129"/>
                        <a:pt x="13440" y="4948"/>
                        <a:pt x="13440" y="4783"/>
                      </a:cubicBezTo>
                      <a:cubicBezTo>
                        <a:pt x="13440" y="2144"/>
                        <a:pt x="11296" y="1"/>
                        <a:pt x="8658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92" name="Google Shape;2392;p99"/>
                <p:cNvSpPr/>
                <p:nvPr/>
              </p:nvSpPr>
              <p:spPr>
                <a:xfrm>
                  <a:off x="26132876" y="2480046"/>
                  <a:ext cx="790073" cy="490319"/>
                </a:xfrm>
                <a:custGeom>
                  <a:rect b="b" l="l" r="r" t="t"/>
                  <a:pathLst>
                    <a:path extrusionOk="0" h="9978" w="16078">
                      <a:moveTo>
                        <a:pt x="8872" y="413"/>
                      </a:moveTo>
                      <a:cubicBezTo>
                        <a:pt x="11395" y="413"/>
                        <a:pt x="13440" y="2458"/>
                        <a:pt x="13440" y="4981"/>
                      </a:cubicBezTo>
                      <a:cubicBezTo>
                        <a:pt x="13440" y="5146"/>
                        <a:pt x="13440" y="5311"/>
                        <a:pt x="13423" y="5475"/>
                      </a:cubicBezTo>
                      <a:lnTo>
                        <a:pt x="13374" y="5937"/>
                      </a:lnTo>
                      <a:lnTo>
                        <a:pt x="13868" y="5937"/>
                      </a:lnTo>
                      <a:cubicBezTo>
                        <a:pt x="14858" y="5937"/>
                        <a:pt x="15666" y="6745"/>
                        <a:pt x="15666" y="7751"/>
                      </a:cubicBezTo>
                      <a:cubicBezTo>
                        <a:pt x="15666" y="8740"/>
                        <a:pt x="14858" y="9565"/>
                        <a:pt x="13852" y="9565"/>
                      </a:cubicBezTo>
                      <a:lnTo>
                        <a:pt x="3249" y="9565"/>
                      </a:lnTo>
                      <a:cubicBezTo>
                        <a:pt x="1683" y="9565"/>
                        <a:pt x="413" y="8295"/>
                        <a:pt x="413" y="6729"/>
                      </a:cubicBezTo>
                      <a:cubicBezTo>
                        <a:pt x="413" y="5179"/>
                        <a:pt x="1683" y="3909"/>
                        <a:pt x="3249" y="3909"/>
                      </a:cubicBezTo>
                      <a:cubicBezTo>
                        <a:pt x="3496" y="3909"/>
                        <a:pt x="3727" y="3942"/>
                        <a:pt x="3958" y="3991"/>
                      </a:cubicBezTo>
                      <a:lnTo>
                        <a:pt x="4354" y="4107"/>
                      </a:lnTo>
                      <a:lnTo>
                        <a:pt x="4469" y="3711"/>
                      </a:lnTo>
                      <a:cubicBezTo>
                        <a:pt x="5030" y="1765"/>
                        <a:pt x="6844" y="413"/>
                        <a:pt x="8872" y="413"/>
                      </a:cubicBezTo>
                      <a:close/>
                      <a:moveTo>
                        <a:pt x="8872" y="1"/>
                      </a:moveTo>
                      <a:cubicBezTo>
                        <a:pt x="6596" y="1"/>
                        <a:pt x="4667" y="1518"/>
                        <a:pt x="4074" y="3596"/>
                      </a:cubicBezTo>
                      <a:cubicBezTo>
                        <a:pt x="3810" y="3530"/>
                        <a:pt x="3529" y="3497"/>
                        <a:pt x="3249" y="3497"/>
                      </a:cubicBezTo>
                      <a:cubicBezTo>
                        <a:pt x="1452" y="3497"/>
                        <a:pt x="1" y="4948"/>
                        <a:pt x="1" y="6729"/>
                      </a:cubicBezTo>
                      <a:cubicBezTo>
                        <a:pt x="1" y="8526"/>
                        <a:pt x="1452" y="9977"/>
                        <a:pt x="3249" y="9977"/>
                      </a:cubicBezTo>
                      <a:lnTo>
                        <a:pt x="13852" y="9977"/>
                      </a:lnTo>
                      <a:cubicBezTo>
                        <a:pt x="15089" y="9977"/>
                        <a:pt x="16078" y="8971"/>
                        <a:pt x="16078" y="7751"/>
                      </a:cubicBezTo>
                      <a:cubicBezTo>
                        <a:pt x="16078" y="6514"/>
                        <a:pt x="15089" y="5525"/>
                        <a:pt x="13852" y="5525"/>
                      </a:cubicBezTo>
                      <a:lnTo>
                        <a:pt x="13819" y="5525"/>
                      </a:lnTo>
                      <a:cubicBezTo>
                        <a:pt x="13852" y="5344"/>
                        <a:pt x="13852" y="5162"/>
                        <a:pt x="13852" y="4981"/>
                      </a:cubicBezTo>
                      <a:cubicBezTo>
                        <a:pt x="13852" y="2227"/>
                        <a:pt x="11626" y="1"/>
                        <a:pt x="8872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393" name="Google Shape;2393;p99"/>
            <p:cNvGrpSpPr/>
            <p:nvPr/>
          </p:nvGrpSpPr>
          <p:grpSpPr>
            <a:xfrm>
              <a:off x="12586824" y="3273247"/>
              <a:ext cx="1258071" cy="1105610"/>
              <a:chOff x="23473411" y="7907511"/>
              <a:chExt cx="5324041" cy="4678839"/>
            </a:xfrm>
          </p:grpSpPr>
          <p:grpSp>
            <p:nvGrpSpPr>
              <p:cNvPr id="2394" name="Google Shape;2394;p99"/>
              <p:cNvGrpSpPr/>
              <p:nvPr/>
            </p:nvGrpSpPr>
            <p:grpSpPr>
              <a:xfrm>
                <a:off x="23570297" y="8895504"/>
                <a:ext cx="4365295" cy="3170699"/>
                <a:chOff x="24426922" y="6782591"/>
                <a:chExt cx="4365295" cy="3170699"/>
              </a:xfrm>
            </p:grpSpPr>
            <p:sp>
              <p:nvSpPr>
                <p:cNvPr id="2395" name="Google Shape;2395;p99"/>
                <p:cNvSpPr/>
                <p:nvPr/>
              </p:nvSpPr>
              <p:spPr>
                <a:xfrm>
                  <a:off x="24456725" y="6806437"/>
                  <a:ext cx="4305708" cy="3100549"/>
                </a:xfrm>
                <a:custGeom>
                  <a:rect b="b" l="l" r="r" t="t"/>
                  <a:pathLst>
                    <a:path extrusionOk="0" h="15185" w="16764">
                      <a:moveTo>
                        <a:pt x="0" y="1"/>
                      </a:moveTo>
                      <a:lnTo>
                        <a:pt x="0" y="15184"/>
                      </a:lnTo>
                      <a:lnTo>
                        <a:pt x="16763" y="15184"/>
                      </a:lnTo>
                      <a:lnTo>
                        <a:pt x="16763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396" name="Google Shape;2396;p99"/>
                <p:cNvSpPr/>
                <p:nvPr/>
              </p:nvSpPr>
              <p:spPr>
                <a:xfrm>
                  <a:off x="24481993" y="6824863"/>
                  <a:ext cx="4305682" cy="439417"/>
                </a:xfrm>
                <a:custGeom>
                  <a:rect b="b" l="l" r="r" t="t"/>
                  <a:pathLst>
                    <a:path extrusionOk="0" h="2285" w="16996">
                      <a:moveTo>
                        <a:pt x="0" y="1"/>
                      </a:moveTo>
                      <a:lnTo>
                        <a:pt x="0" y="2284"/>
                      </a:lnTo>
                      <a:lnTo>
                        <a:pt x="16995" y="2284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397" name="Google Shape;2397;p99"/>
                <p:cNvSpPr/>
                <p:nvPr/>
              </p:nvSpPr>
              <p:spPr>
                <a:xfrm>
                  <a:off x="24426922" y="6782591"/>
                  <a:ext cx="4365295" cy="3170699"/>
                </a:xfrm>
                <a:custGeom>
                  <a:rect b="b" l="l" r="r" t="t"/>
                  <a:pathLst>
                    <a:path extrusionOk="0" h="15417" w="16996">
                      <a:moveTo>
                        <a:pt x="16763" y="233"/>
                      </a:moveTo>
                      <a:lnTo>
                        <a:pt x="16763" y="15184"/>
                      </a:lnTo>
                      <a:lnTo>
                        <a:pt x="232" y="15184"/>
                      </a:lnTo>
                      <a:lnTo>
                        <a:pt x="232" y="233"/>
                      </a:lnTo>
                      <a:close/>
                      <a:moveTo>
                        <a:pt x="0" y="1"/>
                      </a:moveTo>
                      <a:lnTo>
                        <a:pt x="0" y="15416"/>
                      </a:lnTo>
                      <a:lnTo>
                        <a:pt x="16995" y="15416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398" name="Google Shape;2398;p99"/>
                <p:cNvGrpSpPr/>
                <p:nvPr/>
              </p:nvGrpSpPr>
              <p:grpSpPr>
                <a:xfrm>
                  <a:off x="24762500" y="6921711"/>
                  <a:ext cx="667252" cy="196809"/>
                  <a:chOff x="1518936" y="711822"/>
                  <a:chExt cx="99125" cy="29695"/>
                </a:xfrm>
              </p:grpSpPr>
              <p:sp>
                <p:nvSpPr>
                  <p:cNvPr id="2399" name="Google Shape;2399;p99"/>
                  <p:cNvSpPr/>
                  <p:nvPr/>
                </p:nvSpPr>
                <p:spPr>
                  <a:xfrm>
                    <a:off x="1518936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4" y="0"/>
                        </a:moveTo>
                        <a:cubicBezTo>
                          <a:pt x="132" y="0"/>
                          <a:pt x="0" y="149"/>
                          <a:pt x="0" y="314"/>
                        </a:cubicBezTo>
                        <a:cubicBezTo>
                          <a:pt x="0" y="495"/>
                          <a:pt x="132" y="627"/>
                          <a:pt x="314" y="627"/>
                        </a:cubicBezTo>
                        <a:cubicBezTo>
                          <a:pt x="478" y="627"/>
                          <a:pt x="627" y="495"/>
                          <a:pt x="627" y="314"/>
                        </a:cubicBezTo>
                        <a:cubicBezTo>
                          <a:pt x="627" y="149"/>
                          <a:pt x="478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DC76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00" name="Google Shape;2400;p99"/>
                  <p:cNvSpPr/>
                  <p:nvPr/>
                </p:nvSpPr>
                <p:spPr>
                  <a:xfrm>
                    <a:off x="1593072" y="711822"/>
                    <a:ext cx="24990" cy="29695"/>
                  </a:xfrm>
                  <a:custGeom>
                    <a:rect b="b" l="l" r="r" t="t"/>
                    <a:pathLst>
                      <a:path extrusionOk="0" h="628" w="628">
                        <a:moveTo>
                          <a:pt x="314" y="0"/>
                        </a:moveTo>
                        <a:cubicBezTo>
                          <a:pt x="149" y="0"/>
                          <a:pt x="1" y="149"/>
                          <a:pt x="1" y="314"/>
                        </a:cubicBezTo>
                        <a:cubicBezTo>
                          <a:pt x="1" y="495"/>
                          <a:pt x="149" y="627"/>
                          <a:pt x="314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01" name="Google Shape;2401;p99"/>
                  <p:cNvSpPr/>
                  <p:nvPr/>
                </p:nvSpPr>
                <p:spPr>
                  <a:xfrm>
                    <a:off x="1556342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3" y="0"/>
                        </a:moveTo>
                        <a:cubicBezTo>
                          <a:pt x="149" y="0"/>
                          <a:pt x="0" y="149"/>
                          <a:pt x="0" y="314"/>
                        </a:cubicBezTo>
                        <a:cubicBezTo>
                          <a:pt x="0" y="495"/>
                          <a:pt x="149" y="627"/>
                          <a:pt x="313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3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2402" name="Google Shape;2402;p99"/>
              <p:cNvGrpSpPr/>
              <p:nvPr/>
            </p:nvGrpSpPr>
            <p:grpSpPr>
              <a:xfrm>
                <a:off x="23899680" y="10785011"/>
                <a:ext cx="3728339" cy="1737647"/>
                <a:chOff x="3416923" y="8178239"/>
                <a:chExt cx="1289637" cy="750636"/>
              </a:xfrm>
            </p:grpSpPr>
            <p:sp>
              <p:nvSpPr>
                <p:cNvPr id="2403" name="Google Shape;2403;p99"/>
                <p:cNvSpPr/>
                <p:nvPr/>
              </p:nvSpPr>
              <p:spPr>
                <a:xfrm>
                  <a:off x="3416923" y="8567372"/>
                  <a:ext cx="222017" cy="361500"/>
                </a:xfrm>
                <a:custGeom>
                  <a:rect b="b" l="l" r="r" t="t"/>
                  <a:pathLst>
                    <a:path extrusionOk="0" h="4069" w="2499">
                      <a:moveTo>
                        <a:pt x="1" y="1"/>
                      </a:moveTo>
                      <a:lnTo>
                        <a:pt x="1" y="4069"/>
                      </a:lnTo>
                      <a:lnTo>
                        <a:pt x="2499" y="4069"/>
                      </a:lnTo>
                      <a:lnTo>
                        <a:pt x="2499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04" name="Google Shape;2404;p99"/>
                <p:cNvSpPr/>
                <p:nvPr/>
              </p:nvSpPr>
              <p:spPr>
                <a:xfrm>
                  <a:off x="3772828" y="8306685"/>
                  <a:ext cx="222017" cy="622190"/>
                </a:xfrm>
                <a:custGeom>
                  <a:rect b="b" l="l" r="r" t="t"/>
                  <a:pathLst>
                    <a:path extrusionOk="0" h="7262" w="2499">
                      <a:moveTo>
                        <a:pt x="0" y="0"/>
                      </a:moveTo>
                      <a:lnTo>
                        <a:pt x="0" y="7262"/>
                      </a:lnTo>
                      <a:lnTo>
                        <a:pt x="2498" y="7262"/>
                      </a:lnTo>
                      <a:lnTo>
                        <a:pt x="2498" y="0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405" name="Google Shape;2405;p99"/>
                <p:cNvSpPr/>
                <p:nvPr/>
              </p:nvSpPr>
              <p:spPr>
                <a:xfrm>
                  <a:off x="4484542" y="8178239"/>
                  <a:ext cx="222017" cy="750630"/>
                </a:xfrm>
                <a:custGeom>
                  <a:rect b="b" l="l" r="r" t="t"/>
                  <a:pathLst>
                    <a:path extrusionOk="0" h="8449" w="2499">
                      <a:moveTo>
                        <a:pt x="0" y="1"/>
                      </a:moveTo>
                      <a:lnTo>
                        <a:pt x="0" y="8449"/>
                      </a:lnTo>
                      <a:lnTo>
                        <a:pt x="2498" y="8449"/>
                      </a:lnTo>
                      <a:lnTo>
                        <a:pt x="2498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406" name="Google Shape;2406;p99"/>
                <p:cNvSpPr/>
                <p:nvPr/>
              </p:nvSpPr>
              <p:spPr>
                <a:xfrm>
                  <a:off x="4128640" y="8462803"/>
                  <a:ext cx="222017" cy="466068"/>
                </a:xfrm>
                <a:custGeom>
                  <a:rect b="b" l="l" r="r" t="t"/>
                  <a:pathLst>
                    <a:path extrusionOk="0" h="5246" w="2499">
                      <a:moveTo>
                        <a:pt x="1" y="0"/>
                      </a:moveTo>
                      <a:lnTo>
                        <a:pt x="1" y="5246"/>
                      </a:lnTo>
                      <a:lnTo>
                        <a:pt x="2499" y="5246"/>
                      </a:lnTo>
                      <a:lnTo>
                        <a:pt x="2499" y="0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407" name="Google Shape;2407;p99"/>
              <p:cNvGrpSpPr/>
              <p:nvPr/>
            </p:nvGrpSpPr>
            <p:grpSpPr>
              <a:xfrm>
                <a:off x="23871101" y="8957157"/>
                <a:ext cx="2452295" cy="2904492"/>
                <a:chOff x="7724586" y="7074800"/>
                <a:chExt cx="1050864" cy="1263537"/>
              </a:xfrm>
            </p:grpSpPr>
            <p:sp>
              <p:nvSpPr>
                <p:cNvPr id="2408" name="Google Shape;2408;p99"/>
                <p:cNvSpPr/>
                <p:nvPr/>
              </p:nvSpPr>
              <p:spPr>
                <a:xfrm>
                  <a:off x="7930238" y="7384484"/>
                  <a:ext cx="109958" cy="191165"/>
                </a:xfrm>
                <a:custGeom>
                  <a:rect b="b" l="l" r="r" t="t"/>
                  <a:pathLst>
                    <a:path extrusionOk="0" h="871" w="501">
                      <a:moveTo>
                        <a:pt x="0" y="0"/>
                      </a:moveTo>
                      <a:lnTo>
                        <a:pt x="0" y="425"/>
                      </a:lnTo>
                      <a:lnTo>
                        <a:pt x="410" y="425"/>
                      </a:lnTo>
                      <a:lnTo>
                        <a:pt x="410" y="871"/>
                      </a:lnTo>
                      <a:lnTo>
                        <a:pt x="500" y="871"/>
                      </a:lnTo>
                      <a:lnTo>
                        <a:pt x="500" y="333"/>
                      </a:lnTo>
                      <a:lnTo>
                        <a:pt x="92" y="333"/>
                      </a:lnTo>
                      <a:lnTo>
                        <a:pt x="92" y="0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09" name="Google Shape;2409;p99"/>
                <p:cNvSpPr/>
                <p:nvPr/>
              </p:nvSpPr>
              <p:spPr>
                <a:xfrm>
                  <a:off x="7892048" y="7312715"/>
                  <a:ext cx="96131" cy="95912"/>
                </a:xfrm>
                <a:custGeom>
                  <a:rect b="b" l="l" r="r" t="t"/>
                  <a:pathLst>
                    <a:path extrusionOk="0" h="437" w="438">
                      <a:moveTo>
                        <a:pt x="220" y="0"/>
                      </a:moveTo>
                      <a:cubicBezTo>
                        <a:pt x="100" y="0"/>
                        <a:pt x="1" y="97"/>
                        <a:pt x="1" y="217"/>
                      </a:cubicBezTo>
                      <a:cubicBezTo>
                        <a:pt x="1" y="338"/>
                        <a:pt x="100" y="437"/>
                        <a:pt x="220" y="437"/>
                      </a:cubicBezTo>
                      <a:cubicBezTo>
                        <a:pt x="341" y="437"/>
                        <a:pt x="437" y="338"/>
                        <a:pt x="437" y="217"/>
                      </a:cubicBezTo>
                      <a:cubicBezTo>
                        <a:pt x="437" y="97"/>
                        <a:pt x="341" y="0"/>
                        <a:pt x="220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10" name="Google Shape;2410;p99"/>
                <p:cNvSpPr/>
                <p:nvPr/>
              </p:nvSpPr>
              <p:spPr>
                <a:xfrm>
                  <a:off x="8121183" y="7952271"/>
                  <a:ext cx="127303" cy="191391"/>
                </a:xfrm>
                <a:custGeom>
                  <a:rect b="b" l="l" r="r" t="t"/>
                  <a:pathLst>
                    <a:path extrusionOk="0" h="872" w="501">
                      <a:moveTo>
                        <a:pt x="1" y="1"/>
                      </a:moveTo>
                      <a:lnTo>
                        <a:pt x="1" y="538"/>
                      </a:lnTo>
                      <a:lnTo>
                        <a:pt x="411" y="538"/>
                      </a:lnTo>
                      <a:lnTo>
                        <a:pt x="411" y="871"/>
                      </a:lnTo>
                      <a:lnTo>
                        <a:pt x="501" y="871"/>
                      </a:lnTo>
                      <a:lnTo>
                        <a:pt x="501" y="446"/>
                      </a:lnTo>
                      <a:lnTo>
                        <a:pt x="91" y="446"/>
                      </a:lnTo>
                      <a:lnTo>
                        <a:pt x="91" y="1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11" name="Google Shape;2411;p99"/>
                <p:cNvSpPr/>
                <p:nvPr/>
              </p:nvSpPr>
              <p:spPr>
                <a:xfrm>
                  <a:off x="8190540" y="8119299"/>
                  <a:ext cx="95912" cy="96131"/>
                </a:xfrm>
                <a:custGeom>
                  <a:rect b="b" l="l" r="r" t="t"/>
                  <a:pathLst>
                    <a:path extrusionOk="0" h="438" w="437">
                      <a:moveTo>
                        <a:pt x="218" y="1"/>
                      </a:moveTo>
                      <a:cubicBezTo>
                        <a:pt x="97" y="1"/>
                        <a:pt x="1" y="99"/>
                        <a:pt x="1" y="220"/>
                      </a:cubicBezTo>
                      <a:cubicBezTo>
                        <a:pt x="1" y="341"/>
                        <a:pt x="97" y="437"/>
                        <a:pt x="218" y="437"/>
                      </a:cubicBezTo>
                      <a:cubicBezTo>
                        <a:pt x="338" y="437"/>
                        <a:pt x="437" y="341"/>
                        <a:pt x="437" y="220"/>
                      </a:cubicBezTo>
                      <a:cubicBezTo>
                        <a:pt x="437" y="99"/>
                        <a:pt x="338" y="1"/>
                        <a:pt x="21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12" name="Google Shape;2412;p99"/>
                <p:cNvSpPr/>
                <p:nvPr/>
              </p:nvSpPr>
              <p:spPr>
                <a:xfrm>
                  <a:off x="8272844" y="7594306"/>
                  <a:ext cx="191823" cy="109958"/>
                </a:xfrm>
                <a:custGeom>
                  <a:rect b="b" l="l" r="r" t="t"/>
                  <a:pathLst>
                    <a:path extrusionOk="0" h="501" w="874">
                      <a:moveTo>
                        <a:pt x="446" y="0"/>
                      </a:moveTo>
                      <a:lnTo>
                        <a:pt x="446" y="408"/>
                      </a:lnTo>
                      <a:lnTo>
                        <a:pt x="1" y="408"/>
                      </a:lnTo>
                      <a:lnTo>
                        <a:pt x="1" y="500"/>
                      </a:lnTo>
                      <a:lnTo>
                        <a:pt x="538" y="500"/>
                      </a:lnTo>
                      <a:lnTo>
                        <a:pt x="538" y="90"/>
                      </a:lnTo>
                      <a:lnTo>
                        <a:pt x="873" y="90"/>
                      </a:lnTo>
                      <a:lnTo>
                        <a:pt x="873" y="0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13" name="Google Shape;2413;p99"/>
                <p:cNvSpPr/>
                <p:nvPr/>
              </p:nvSpPr>
              <p:spPr>
                <a:xfrm>
                  <a:off x="8440307" y="7556117"/>
                  <a:ext cx="96131" cy="96131"/>
                </a:xfrm>
                <a:custGeom>
                  <a:rect b="b" l="l" r="r" t="t"/>
                  <a:pathLst>
                    <a:path extrusionOk="0" h="438" w="438">
                      <a:moveTo>
                        <a:pt x="218" y="1"/>
                      </a:moveTo>
                      <a:cubicBezTo>
                        <a:pt x="97" y="1"/>
                        <a:pt x="1" y="100"/>
                        <a:pt x="1" y="218"/>
                      </a:cubicBezTo>
                      <a:cubicBezTo>
                        <a:pt x="1" y="339"/>
                        <a:pt x="97" y="437"/>
                        <a:pt x="218" y="437"/>
                      </a:cubicBezTo>
                      <a:cubicBezTo>
                        <a:pt x="338" y="437"/>
                        <a:pt x="437" y="339"/>
                        <a:pt x="437" y="218"/>
                      </a:cubicBezTo>
                      <a:cubicBezTo>
                        <a:pt x="437" y="100"/>
                        <a:pt x="338" y="1"/>
                        <a:pt x="21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14" name="Google Shape;2414;p99"/>
                <p:cNvSpPr/>
                <p:nvPr/>
              </p:nvSpPr>
              <p:spPr>
                <a:xfrm>
                  <a:off x="8180444" y="7774718"/>
                  <a:ext cx="331411" cy="171631"/>
                </a:xfrm>
                <a:custGeom>
                  <a:rect b="b" l="l" r="r" t="t"/>
                  <a:pathLst>
                    <a:path extrusionOk="0" h="782" w="1510">
                      <a:moveTo>
                        <a:pt x="0" y="1"/>
                      </a:moveTo>
                      <a:lnTo>
                        <a:pt x="0" y="93"/>
                      </a:lnTo>
                      <a:lnTo>
                        <a:pt x="937" y="93"/>
                      </a:lnTo>
                      <a:lnTo>
                        <a:pt x="937" y="781"/>
                      </a:lnTo>
                      <a:lnTo>
                        <a:pt x="1509" y="781"/>
                      </a:lnTo>
                      <a:lnTo>
                        <a:pt x="1509" y="689"/>
                      </a:lnTo>
                      <a:lnTo>
                        <a:pt x="1029" y="689"/>
                      </a:lnTo>
                      <a:lnTo>
                        <a:pt x="1029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15" name="Google Shape;2415;p99"/>
                <p:cNvSpPr/>
                <p:nvPr/>
              </p:nvSpPr>
              <p:spPr>
                <a:xfrm>
                  <a:off x="8482666" y="7789642"/>
                  <a:ext cx="292783" cy="292783"/>
                </a:xfrm>
                <a:custGeom>
                  <a:rect b="b" l="l" r="r" t="t"/>
                  <a:pathLst>
                    <a:path extrusionOk="0" h="1334" w="1334">
                      <a:moveTo>
                        <a:pt x="227" y="1"/>
                      </a:moveTo>
                      <a:cubicBezTo>
                        <a:pt x="102" y="1"/>
                        <a:pt x="1" y="101"/>
                        <a:pt x="1" y="226"/>
                      </a:cubicBezTo>
                      <a:lnTo>
                        <a:pt x="1" y="1108"/>
                      </a:lnTo>
                      <a:cubicBezTo>
                        <a:pt x="1" y="1233"/>
                        <a:pt x="102" y="1334"/>
                        <a:pt x="227" y="1334"/>
                      </a:cubicBezTo>
                      <a:lnTo>
                        <a:pt x="1108" y="1334"/>
                      </a:lnTo>
                      <a:cubicBezTo>
                        <a:pt x="1233" y="1334"/>
                        <a:pt x="1334" y="1233"/>
                        <a:pt x="1334" y="1108"/>
                      </a:cubicBezTo>
                      <a:lnTo>
                        <a:pt x="1334" y="226"/>
                      </a:lnTo>
                      <a:cubicBezTo>
                        <a:pt x="1334" y="101"/>
                        <a:pt x="1233" y="1"/>
                        <a:pt x="110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16" name="Google Shape;2416;p99"/>
                <p:cNvSpPr/>
                <p:nvPr/>
              </p:nvSpPr>
              <p:spPr>
                <a:xfrm>
                  <a:off x="8522173" y="7829148"/>
                  <a:ext cx="213332" cy="213991"/>
                </a:xfrm>
                <a:custGeom>
                  <a:rect b="b" l="l" r="r" t="t"/>
                  <a:pathLst>
                    <a:path extrusionOk="0" h="975" w="972">
                      <a:moveTo>
                        <a:pt x="218" y="0"/>
                      </a:moveTo>
                      <a:cubicBezTo>
                        <a:pt x="99" y="0"/>
                        <a:pt x="0" y="99"/>
                        <a:pt x="0" y="217"/>
                      </a:cubicBezTo>
                      <a:lnTo>
                        <a:pt x="0" y="755"/>
                      </a:lnTo>
                      <a:cubicBezTo>
                        <a:pt x="0" y="875"/>
                        <a:pt x="99" y="974"/>
                        <a:pt x="218" y="974"/>
                      </a:cubicBezTo>
                      <a:lnTo>
                        <a:pt x="755" y="974"/>
                      </a:lnTo>
                      <a:cubicBezTo>
                        <a:pt x="875" y="974"/>
                        <a:pt x="972" y="875"/>
                        <a:pt x="972" y="755"/>
                      </a:cubicBezTo>
                      <a:lnTo>
                        <a:pt x="972" y="217"/>
                      </a:lnTo>
                      <a:cubicBezTo>
                        <a:pt x="972" y="99"/>
                        <a:pt x="875" y="0"/>
                        <a:pt x="755" y="0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17" name="Google Shape;2417;p99"/>
                <p:cNvSpPr/>
                <p:nvPr/>
              </p:nvSpPr>
              <p:spPr>
                <a:xfrm>
                  <a:off x="8541048" y="7847804"/>
                  <a:ext cx="176240" cy="176460"/>
                </a:xfrm>
                <a:custGeom>
                  <a:rect b="b" l="l" r="r" t="t"/>
                  <a:pathLst>
                    <a:path extrusionOk="0" h="804" w="803">
                      <a:moveTo>
                        <a:pt x="169" y="1"/>
                      </a:moveTo>
                      <a:cubicBezTo>
                        <a:pt x="75" y="1"/>
                        <a:pt x="0" y="75"/>
                        <a:pt x="0" y="170"/>
                      </a:cubicBezTo>
                      <a:lnTo>
                        <a:pt x="0" y="635"/>
                      </a:lnTo>
                      <a:cubicBezTo>
                        <a:pt x="0" y="727"/>
                        <a:pt x="75" y="804"/>
                        <a:pt x="169" y="804"/>
                      </a:cubicBezTo>
                      <a:lnTo>
                        <a:pt x="634" y="804"/>
                      </a:lnTo>
                      <a:cubicBezTo>
                        <a:pt x="726" y="804"/>
                        <a:pt x="803" y="727"/>
                        <a:pt x="803" y="635"/>
                      </a:cubicBezTo>
                      <a:lnTo>
                        <a:pt x="803" y="170"/>
                      </a:lnTo>
                      <a:cubicBezTo>
                        <a:pt x="803" y="75"/>
                        <a:pt x="726" y="1"/>
                        <a:pt x="634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18" name="Google Shape;2418;p99"/>
                <p:cNvSpPr/>
                <p:nvPr/>
              </p:nvSpPr>
              <p:spPr>
                <a:xfrm>
                  <a:off x="8580335" y="7887310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8" y="1"/>
                      </a:moveTo>
                      <a:cubicBezTo>
                        <a:pt x="97" y="1"/>
                        <a:pt x="1" y="97"/>
                        <a:pt x="1" y="218"/>
                      </a:cubicBezTo>
                      <a:lnTo>
                        <a:pt x="1" y="227"/>
                      </a:lnTo>
                      <a:cubicBezTo>
                        <a:pt x="1" y="347"/>
                        <a:pt x="97" y="444"/>
                        <a:pt x="218" y="444"/>
                      </a:cubicBezTo>
                      <a:lnTo>
                        <a:pt x="227" y="444"/>
                      </a:lnTo>
                      <a:cubicBezTo>
                        <a:pt x="347" y="444"/>
                        <a:pt x="444" y="347"/>
                        <a:pt x="444" y="227"/>
                      </a:cubicBezTo>
                      <a:lnTo>
                        <a:pt x="444" y="218"/>
                      </a:lnTo>
                      <a:cubicBezTo>
                        <a:pt x="444" y="97"/>
                        <a:pt x="347" y="1"/>
                        <a:pt x="22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19" name="Google Shape;2419;p99"/>
                <p:cNvSpPr/>
                <p:nvPr/>
              </p:nvSpPr>
              <p:spPr>
                <a:xfrm>
                  <a:off x="8140060" y="7338613"/>
                  <a:ext cx="170973" cy="331411"/>
                </a:xfrm>
                <a:custGeom>
                  <a:rect b="b" l="l" r="r" t="t"/>
                  <a:pathLst>
                    <a:path extrusionOk="0" h="1510" w="779">
                      <a:moveTo>
                        <a:pt x="687" y="1"/>
                      </a:moveTo>
                      <a:lnTo>
                        <a:pt x="687" y="481"/>
                      </a:lnTo>
                      <a:lnTo>
                        <a:pt x="0" y="481"/>
                      </a:lnTo>
                      <a:lnTo>
                        <a:pt x="0" y="1509"/>
                      </a:lnTo>
                      <a:lnTo>
                        <a:pt x="90" y="1509"/>
                      </a:lnTo>
                      <a:lnTo>
                        <a:pt x="90" y="573"/>
                      </a:lnTo>
                      <a:lnTo>
                        <a:pt x="779" y="573"/>
                      </a:lnTo>
                      <a:lnTo>
                        <a:pt x="779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20" name="Google Shape;2420;p99"/>
                <p:cNvSpPr/>
                <p:nvPr/>
              </p:nvSpPr>
              <p:spPr>
                <a:xfrm>
                  <a:off x="8154984" y="7074800"/>
                  <a:ext cx="292344" cy="293002"/>
                </a:xfrm>
                <a:custGeom>
                  <a:rect b="b" l="l" r="r" t="t"/>
                  <a:pathLst>
                    <a:path extrusionOk="0" h="1335" w="1332">
                      <a:moveTo>
                        <a:pt x="224" y="1"/>
                      </a:moveTo>
                      <a:cubicBezTo>
                        <a:pt x="101" y="1"/>
                        <a:pt x="0" y="102"/>
                        <a:pt x="0" y="227"/>
                      </a:cubicBezTo>
                      <a:lnTo>
                        <a:pt x="0" y="1108"/>
                      </a:lnTo>
                      <a:cubicBezTo>
                        <a:pt x="0" y="1233"/>
                        <a:pt x="101" y="1334"/>
                        <a:pt x="224" y="1334"/>
                      </a:cubicBezTo>
                      <a:lnTo>
                        <a:pt x="1105" y="1334"/>
                      </a:lnTo>
                      <a:cubicBezTo>
                        <a:pt x="1230" y="1334"/>
                        <a:pt x="1331" y="1233"/>
                        <a:pt x="1331" y="1108"/>
                      </a:cubicBezTo>
                      <a:lnTo>
                        <a:pt x="1331" y="227"/>
                      </a:lnTo>
                      <a:cubicBezTo>
                        <a:pt x="1331" y="102"/>
                        <a:pt x="1230" y="1"/>
                        <a:pt x="1105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21" name="Google Shape;2421;p99"/>
                <p:cNvSpPr/>
                <p:nvPr/>
              </p:nvSpPr>
              <p:spPr>
                <a:xfrm>
                  <a:off x="8194490" y="7114306"/>
                  <a:ext cx="213332" cy="213991"/>
                </a:xfrm>
                <a:custGeom>
                  <a:rect b="b" l="l" r="r" t="t"/>
                  <a:pathLst>
                    <a:path extrusionOk="0" h="975" w="972">
                      <a:moveTo>
                        <a:pt x="217" y="1"/>
                      </a:moveTo>
                      <a:cubicBezTo>
                        <a:pt x="97" y="1"/>
                        <a:pt x="0" y="99"/>
                        <a:pt x="0" y="220"/>
                      </a:cubicBezTo>
                      <a:lnTo>
                        <a:pt x="0" y="757"/>
                      </a:lnTo>
                      <a:cubicBezTo>
                        <a:pt x="0" y="876"/>
                        <a:pt x="97" y="974"/>
                        <a:pt x="217" y="974"/>
                      </a:cubicBezTo>
                      <a:lnTo>
                        <a:pt x="754" y="974"/>
                      </a:lnTo>
                      <a:cubicBezTo>
                        <a:pt x="875" y="974"/>
                        <a:pt x="972" y="876"/>
                        <a:pt x="972" y="757"/>
                      </a:cubicBezTo>
                      <a:lnTo>
                        <a:pt x="972" y="220"/>
                      </a:lnTo>
                      <a:cubicBezTo>
                        <a:pt x="972" y="99"/>
                        <a:pt x="875" y="1"/>
                        <a:pt x="754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22" name="Google Shape;2422;p99"/>
                <p:cNvSpPr/>
                <p:nvPr/>
              </p:nvSpPr>
              <p:spPr>
                <a:xfrm>
                  <a:off x="8213146" y="7133181"/>
                  <a:ext cx="176021" cy="176240"/>
                </a:xfrm>
                <a:custGeom>
                  <a:rect b="b" l="l" r="r" t="t"/>
                  <a:pathLst>
                    <a:path extrusionOk="0" h="803" w="802">
                      <a:moveTo>
                        <a:pt x="167" y="0"/>
                      </a:moveTo>
                      <a:cubicBezTo>
                        <a:pt x="75" y="0"/>
                        <a:pt x="1" y="77"/>
                        <a:pt x="1" y="169"/>
                      </a:cubicBezTo>
                      <a:lnTo>
                        <a:pt x="1" y="634"/>
                      </a:lnTo>
                      <a:cubicBezTo>
                        <a:pt x="1" y="726"/>
                        <a:pt x="75" y="803"/>
                        <a:pt x="167" y="803"/>
                      </a:cubicBezTo>
                      <a:lnTo>
                        <a:pt x="632" y="803"/>
                      </a:lnTo>
                      <a:cubicBezTo>
                        <a:pt x="726" y="803"/>
                        <a:pt x="801" y="726"/>
                        <a:pt x="801" y="634"/>
                      </a:cubicBezTo>
                      <a:lnTo>
                        <a:pt x="801" y="169"/>
                      </a:lnTo>
                      <a:cubicBezTo>
                        <a:pt x="801" y="77"/>
                        <a:pt x="726" y="0"/>
                        <a:pt x="632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23" name="Google Shape;2423;p99"/>
                <p:cNvSpPr/>
                <p:nvPr/>
              </p:nvSpPr>
              <p:spPr>
                <a:xfrm>
                  <a:off x="8252213" y="7172687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7" y="0"/>
                      </a:moveTo>
                      <a:cubicBezTo>
                        <a:pt x="99" y="0"/>
                        <a:pt x="0" y="97"/>
                        <a:pt x="0" y="217"/>
                      </a:cubicBezTo>
                      <a:lnTo>
                        <a:pt x="0" y="226"/>
                      </a:lnTo>
                      <a:cubicBezTo>
                        <a:pt x="0" y="347"/>
                        <a:pt x="99" y="443"/>
                        <a:pt x="217" y="443"/>
                      </a:cubicBezTo>
                      <a:lnTo>
                        <a:pt x="226" y="443"/>
                      </a:lnTo>
                      <a:cubicBezTo>
                        <a:pt x="347" y="443"/>
                        <a:pt x="443" y="347"/>
                        <a:pt x="443" y="226"/>
                      </a:cubicBezTo>
                      <a:lnTo>
                        <a:pt x="443" y="217"/>
                      </a:lnTo>
                      <a:cubicBezTo>
                        <a:pt x="443" y="97"/>
                        <a:pt x="347" y="0"/>
                        <a:pt x="22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24" name="Google Shape;2424;p99"/>
                <p:cNvSpPr/>
                <p:nvPr/>
              </p:nvSpPr>
              <p:spPr>
                <a:xfrm>
                  <a:off x="7919252" y="7856811"/>
                  <a:ext cx="171408" cy="382328"/>
                </a:xfrm>
                <a:custGeom>
                  <a:rect b="b" l="l" r="r" t="t"/>
                  <a:pathLst>
                    <a:path extrusionOk="0" h="1509" w="781">
                      <a:moveTo>
                        <a:pt x="689" y="0"/>
                      </a:moveTo>
                      <a:lnTo>
                        <a:pt x="689" y="937"/>
                      </a:lnTo>
                      <a:lnTo>
                        <a:pt x="0" y="937"/>
                      </a:lnTo>
                      <a:lnTo>
                        <a:pt x="0" y="1509"/>
                      </a:lnTo>
                      <a:lnTo>
                        <a:pt x="92" y="1509"/>
                      </a:lnTo>
                      <a:lnTo>
                        <a:pt x="92" y="1029"/>
                      </a:lnTo>
                      <a:lnTo>
                        <a:pt x="781" y="1029"/>
                      </a:lnTo>
                      <a:lnTo>
                        <a:pt x="78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25" name="Google Shape;2425;p99"/>
                <p:cNvSpPr/>
                <p:nvPr/>
              </p:nvSpPr>
              <p:spPr>
                <a:xfrm>
                  <a:off x="7724586" y="8045554"/>
                  <a:ext cx="292344" cy="292783"/>
                </a:xfrm>
                <a:custGeom>
                  <a:rect b="b" l="l" r="r" t="t"/>
                  <a:pathLst>
                    <a:path extrusionOk="0" h="1334" w="1332">
                      <a:moveTo>
                        <a:pt x="224" y="0"/>
                      </a:moveTo>
                      <a:cubicBezTo>
                        <a:pt x="102" y="0"/>
                        <a:pt x="1" y="101"/>
                        <a:pt x="1" y="226"/>
                      </a:cubicBezTo>
                      <a:lnTo>
                        <a:pt x="1" y="1108"/>
                      </a:lnTo>
                      <a:cubicBezTo>
                        <a:pt x="1" y="1233"/>
                        <a:pt x="102" y="1334"/>
                        <a:pt x="224" y="1334"/>
                      </a:cubicBezTo>
                      <a:lnTo>
                        <a:pt x="1106" y="1334"/>
                      </a:lnTo>
                      <a:cubicBezTo>
                        <a:pt x="1231" y="1334"/>
                        <a:pt x="1332" y="1233"/>
                        <a:pt x="1332" y="1108"/>
                      </a:cubicBezTo>
                      <a:lnTo>
                        <a:pt x="1332" y="226"/>
                      </a:lnTo>
                      <a:cubicBezTo>
                        <a:pt x="1332" y="101"/>
                        <a:pt x="1231" y="0"/>
                        <a:pt x="1106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26" name="Google Shape;2426;p99"/>
                <p:cNvSpPr/>
                <p:nvPr/>
              </p:nvSpPr>
              <p:spPr>
                <a:xfrm>
                  <a:off x="7764092" y="8085060"/>
                  <a:ext cx="213552" cy="213771"/>
                </a:xfrm>
                <a:custGeom>
                  <a:rect b="b" l="l" r="r" t="t"/>
                  <a:pathLst>
                    <a:path extrusionOk="0" h="974" w="973">
                      <a:moveTo>
                        <a:pt x="218" y="0"/>
                      </a:moveTo>
                      <a:cubicBezTo>
                        <a:pt x="97" y="0"/>
                        <a:pt x="1" y="99"/>
                        <a:pt x="1" y="217"/>
                      </a:cubicBezTo>
                      <a:lnTo>
                        <a:pt x="1" y="755"/>
                      </a:lnTo>
                      <a:cubicBezTo>
                        <a:pt x="1" y="875"/>
                        <a:pt x="97" y="974"/>
                        <a:pt x="218" y="974"/>
                      </a:cubicBezTo>
                      <a:lnTo>
                        <a:pt x="755" y="974"/>
                      </a:lnTo>
                      <a:cubicBezTo>
                        <a:pt x="876" y="974"/>
                        <a:pt x="972" y="875"/>
                        <a:pt x="972" y="755"/>
                      </a:cubicBezTo>
                      <a:lnTo>
                        <a:pt x="972" y="217"/>
                      </a:lnTo>
                      <a:cubicBezTo>
                        <a:pt x="972" y="99"/>
                        <a:pt x="876" y="0"/>
                        <a:pt x="755" y="0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27" name="Google Shape;2427;p99"/>
                <p:cNvSpPr/>
                <p:nvPr/>
              </p:nvSpPr>
              <p:spPr>
                <a:xfrm>
                  <a:off x="7782967" y="8103716"/>
                  <a:ext cx="175801" cy="176460"/>
                </a:xfrm>
                <a:custGeom>
                  <a:rect b="b" l="l" r="r" t="t"/>
                  <a:pathLst>
                    <a:path extrusionOk="0" h="804" w="801">
                      <a:moveTo>
                        <a:pt x="167" y="1"/>
                      </a:moveTo>
                      <a:cubicBezTo>
                        <a:pt x="75" y="1"/>
                        <a:pt x="0" y="75"/>
                        <a:pt x="0" y="170"/>
                      </a:cubicBezTo>
                      <a:lnTo>
                        <a:pt x="0" y="635"/>
                      </a:lnTo>
                      <a:cubicBezTo>
                        <a:pt x="0" y="727"/>
                        <a:pt x="75" y="803"/>
                        <a:pt x="167" y="803"/>
                      </a:cubicBezTo>
                      <a:lnTo>
                        <a:pt x="634" y="803"/>
                      </a:lnTo>
                      <a:cubicBezTo>
                        <a:pt x="726" y="803"/>
                        <a:pt x="800" y="727"/>
                        <a:pt x="800" y="635"/>
                      </a:cubicBezTo>
                      <a:lnTo>
                        <a:pt x="800" y="170"/>
                      </a:lnTo>
                      <a:cubicBezTo>
                        <a:pt x="800" y="75"/>
                        <a:pt x="726" y="1"/>
                        <a:pt x="634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28" name="Google Shape;2428;p99"/>
                <p:cNvSpPr/>
                <p:nvPr/>
              </p:nvSpPr>
              <p:spPr>
                <a:xfrm>
                  <a:off x="7821815" y="8143222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8" y="1"/>
                      </a:moveTo>
                      <a:cubicBezTo>
                        <a:pt x="99" y="1"/>
                        <a:pt x="1" y="97"/>
                        <a:pt x="1" y="218"/>
                      </a:cubicBezTo>
                      <a:lnTo>
                        <a:pt x="1" y="226"/>
                      </a:lnTo>
                      <a:cubicBezTo>
                        <a:pt x="1" y="347"/>
                        <a:pt x="99" y="444"/>
                        <a:pt x="218" y="444"/>
                      </a:cubicBezTo>
                      <a:lnTo>
                        <a:pt x="227" y="444"/>
                      </a:lnTo>
                      <a:cubicBezTo>
                        <a:pt x="347" y="444"/>
                        <a:pt x="444" y="347"/>
                        <a:pt x="444" y="226"/>
                      </a:cubicBezTo>
                      <a:lnTo>
                        <a:pt x="444" y="218"/>
                      </a:lnTo>
                      <a:cubicBezTo>
                        <a:pt x="444" y="97"/>
                        <a:pt x="347" y="1"/>
                        <a:pt x="22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29" name="Google Shape;2429;p99"/>
                <p:cNvSpPr/>
                <p:nvPr/>
              </p:nvSpPr>
              <p:spPr>
                <a:xfrm>
                  <a:off x="7895560" y="7571700"/>
                  <a:ext cx="381891" cy="382330"/>
                </a:xfrm>
                <a:custGeom>
                  <a:rect b="b" l="l" r="r" t="t"/>
                  <a:pathLst>
                    <a:path extrusionOk="0" h="1742" w="1740">
                      <a:moveTo>
                        <a:pt x="294" y="0"/>
                      </a:moveTo>
                      <a:cubicBezTo>
                        <a:pt x="132" y="0"/>
                        <a:pt x="0" y="132"/>
                        <a:pt x="0" y="296"/>
                      </a:cubicBezTo>
                      <a:lnTo>
                        <a:pt x="0" y="1445"/>
                      </a:lnTo>
                      <a:cubicBezTo>
                        <a:pt x="0" y="1610"/>
                        <a:pt x="132" y="1741"/>
                        <a:pt x="294" y="1741"/>
                      </a:cubicBezTo>
                      <a:lnTo>
                        <a:pt x="1445" y="1741"/>
                      </a:lnTo>
                      <a:cubicBezTo>
                        <a:pt x="1608" y="1741"/>
                        <a:pt x="1739" y="1610"/>
                        <a:pt x="1739" y="1445"/>
                      </a:cubicBezTo>
                      <a:lnTo>
                        <a:pt x="1739" y="296"/>
                      </a:lnTo>
                      <a:cubicBezTo>
                        <a:pt x="1739" y="132"/>
                        <a:pt x="1608" y="0"/>
                        <a:pt x="1445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30" name="Google Shape;2430;p99"/>
                <p:cNvSpPr/>
                <p:nvPr/>
              </p:nvSpPr>
              <p:spPr>
                <a:xfrm>
                  <a:off x="7946918" y="7623058"/>
                  <a:ext cx="278956" cy="279395"/>
                </a:xfrm>
                <a:custGeom>
                  <a:rect b="b" l="l" r="r" t="t"/>
                  <a:pathLst>
                    <a:path extrusionOk="0" h="1273" w="1271">
                      <a:moveTo>
                        <a:pt x="286" y="1"/>
                      </a:moveTo>
                      <a:cubicBezTo>
                        <a:pt x="128" y="1"/>
                        <a:pt x="1" y="128"/>
                        <a:pt x="1" y="286"/>
                      </a:cubicBezTo>
                      <a:lnTo>
                        <a:pt x="1" y="988"/>
                      </a:lnTo>
                      <a:cubicBezTo>
                        <a:pt x="1" y="1146"/>
                        <a:pt x="128" y="1273"/>
                        <a:pt x="286" y="1273"/>
                      </a:cubicBezTo>
                      <a:lnTo>
                        <a:pt x="988" y="1273"/>
                      </a:lnTo>
                      <a:cubicBezTo>
                        <a:pt x="1143" y="1273"/>
                        <a:pt x="1271" y="1146"/>
                        <a:pt x="1271" y="988"/>
                      </a:cubicBezTo>
                      <a:lnTo>
                        <a:pt x="1271" y="286"/>
                      </a:lnTo>
                      <a:cubicBezTo>
                        <a:pt x="1271" y="128"/>
                        <a:pt x="1143" y="1"/>
                        <a:pt x="988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31" name="Google Shape;2431;p99"/>
                <p:cNvSpPr/>
                <p:nvPr/>
              </p:nvSpPr>
              <p:spPr>
                <a:xfrm>
                  <a:off x="7971500" y="7647639"/>
                  <a:ext cx="229793" cy="230232"/>
                </a:xfrm>
                <a:custGeom>
                  <a:rect b="b" l="l" r="r" t="t"/>
                  <a:pathLst>
                    <a:path extrusionOk="0" h="1049" w="1047">
                      <a:moveTo>
                        <a:pt x="220" y="1"/>
                      </a:moveTo>
                      <a:cubicBezTo>
                        <a:pt x="99" y="1"/>
                        <a:pt x="1" y="99"/>
                        <a:pt x="1" y="220"/>
                      </a:cubicBezTo>
                      <a:lnTo>
                        <a:pt x="1" y="830"/>
                      </a:lnTo>
                      <a:cubicBezTo>
                        <a:pt x="1" y="950"/>
                        <a:pt x="99" y="1049"/>
                        <a:pt x="220" y="1049"/>
                      </a:cubicBezTo>
                      <a:lnTo>
                        <a:pt x="827" y="1049"/>
                      </a:lnTo>
                      <a:cubicBezTo>
                        <a:pt x="950" y="1049"/>
                        <a:pt x="1047" y="950"/>
                        <a:pt x="1047" y="830"/>
                      </a:cubicBezTo>
                      <a:lnTo>
                        <a:pt x="1047" y="220"/>
                      </a:lnTo>
                      <a:cubicBezTo>
                        <a:pt x="1047" y="99"/>
                        <a:pt x="950" y="1"/>
                        <a:pt x="827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32" name="Google Shape;2432;p99"/>
                <p:cNvSpPr/>
                <p:nvPr/>
              </p:nvSpPr>
              <p:spPr>
                <a:xfrm>
                  <a:off x="8023077" y="7699217"/>
                  <a:ext cx="127297" cy="127297"/>
                </a:xfrm>
                <a:custGeom>
                  <a:rect b="b" l="l" r="r" t="t"/>
                  <a:pathLst>
                    <a:path extrusionOk="0" h="580" w="580">
                      <a:moveTo>
                        <a:pt x="283" y="0"/>
                      </a:moveTo>
                      <a:cubicBezTo>
                        <a:pt x="128" y="0"/>
                        <a:pt x="0" y="127"/>
                        <a:pt x="0" y="283"/>
                      </a:cubicBezTo>
                      <a:lnTo>
                        <a:pt x="0" y="296"/>
                      </a:lnTo>
                      <a:cubicBezTo>
                        <a:pt x="0" y="452"/>
                        <a:pt x="128" y="579"/>
                        <a:pt x="283" y="579"/>
                      </a:cubicBezTo>
                      <a:lnTo>
                        <a:pt x="294" y="579"/>
                      </a:lnTo>
                      <a:cubicBezTo>
                        <a:pt x="452" y="579"/>
                        <a:pt x="579" y="452"/>
                        <a:pt x="579" y="296"/>
                      </a:cubicBezTo>
                      <a:lnTo>
                        <a:pt x="579" y="283"/>
                      </a:lnTo>
                      <a:cubicBezTo>
                        <a:pt x="579" y="127"/>
                        <a:pt x="452" y="0"/>
                        <a:pt x="2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433" name="Google Shape;2433;p99"/>
              <p:cNvSpPr/>
              <p:nvPr/>
            </p:nvSpPr>
            <p:spPr>
              <a:xfrm>
                <a:off x="23473411" y="12522650"/>
                <a:ext cx="4559075" cy="63700"/>
              </a:xfrm>
              <a:custGeom>
                <a:rect b="b" l="l" r="r" t="t"/>
                <a:pathLst>
                  <a:path extrusionOk="0" h="98" w="1455">
                    <a:moveTo>
                      <a:pt x="1" y="0"/>
                    </a:moveTo>
                    <a:lnTo>
                      <a:pt x="1" y="97"/>
                    </a:lnTo>
                    <a:lnTo>
                      <a:pt x="1454" y="97"/>
                    </a:lnTo>
                    <a:lnTo>
                      <a:pt x="145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1150" lIns="41150" spcFirstLastPara="1" rIns="41150" wrap="square" tIns="411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434" name="Google Shape;2434;p99"/>
              <p:cNvGrpSpPr/>
              <p:nvPr/>
            </p:nvGrpSpPr>
            <p:grpSpPr>
              <a:xfrm rot="1346107">
                <a:off x="26134343" y="8260711"/>
                <a:ext cx="2309414" cy="2311579"/>
                <a:chOff x="26486698" y="277145"/>
                <a:chExt cx="592111" cy="592666"/>
              </a:xfrm>
            </p:grpSpPr>
            <p:sp>
              <p:nvSpPr>
                <p:cNvPr id="2435" name="Google Shape;2435;p99"/>
                <p:cNvSpPr/>
                <p:nvPr/>
              </p:nvSpPr>
              <p:spPr>
                <a:xfrm rot="6489">
                  <a:off x="26487256" y="277702"/>
                  <a:ext cx="590995" cy="591552"/>
                </a:xfrm>
                <a:custGeom>
                  <a:rect b="b" l="l" r="r" t="t"/>
                  <a:pathLst>
                    <a:path extrusionOk="0" h="4254" w="4250">
                      <a:moveTo>
                        <a:pt x="2125" y="1365"/>
                      </a:moveTo>
                      <a:cubicBezTo>
                        <a:pt x="2546" y="1365"/>
                        <a:pt x="2889" y="1708"/>
                        <a:pt x="2889" y="2129"/>
                      </a:cubicBezTo>
                      <a:cubicBezTo>
                        <a:pt x="2889" y="2550"/>
                        <a:pt x="2546" y="2889"/>
                        <a:pt x="2125" y="2889"/>
                      </a:cubicBezTo>
                      <a:cubicBezTo>
                        <a:pt x="1704" y="2889"/>
                        <a:pt x="1361" y="2550"/>
                        <a:pt x="1361" y="2129"/>
                      </a:cubicBezTo>
                      <a:cubicBezTo>
                        <a:pt x="1361" y="1708"/>
                        <a:pt x="1704" y="1365"/>
                        <a:pt x="2125" y="1365"/>
                      </a:cubicBezTo>
                      <a:close/>
                      <a:moveTo>
                        <a:pt x="1767" y="1"/>
                      </a:moveTo>
                      <a:cubicBezTo>
                        <a:pt x="1704" y="1"/>
                        <a:pt x="1654" y="44"/>
                        <a:pt x="1642" y="102"/>
                      </a:cubicBezTo>
                      <a:lnTo>
                        <a:pt x="1572" y="430"/>
                      </a:lnTo>
                      <a:cubicBezTo>
                        <a:pt x="1482" y="457"/>
                        <a:pt x="1400" y="492"/>
                        <a:pt x="1318" y="535"/>
                      </a:cubicBezTo>
                      <a:lnTo>
                        <a:pt x="1034" y="352"/>
                      </a:lnTo>
                      <a:cubicBezTo>
                        <a:pt x="1013" y="339"/>
                        <a:pt x="990" y="333"/>
                        <a:pt x="967" y="333"/>
                      </a:cubicBezTo>
                      <a:cubicBezTo>
                        <a:pt x="934" y="333"/>
                        <a:pt x="901" y="346"/>
                        <a:pt x="878" y="371"/>
                      </a:cubicBezTo>
                      <a:lnTo>
                        <a:pt x="367" y="878"/>
                      </a:lnTo>
                      <a:cubicBezTo>
                        <a:pt x="325" y="921"/>
                        <a:pt x="317" y="987"/>
                        <a:pt x="352" y="1038"/>
                      </a:cubicBezTo>
                      <a:lnTo>
                        <a:pt x="531" y="1318"/>
                      </a:lnTo>
                      <a:cubicBezTo>
                        <a:pt x="488" y="1400"/>
                        <a:pt x="453" y="1486"/>
                        <a:pt x="426" y="1572"/>
                      </a:cubicBezTo>
                      <a:lnTo>
                        <a:pt x="98" y="1642"/>
                      </a:lnTo>
                      <a:cubicBezTo>
                        <a:pt x="40" y="1657"/>
                        <a:pt x="1" y="1708"/>
                        <a:pt x="1" y="1766"/>
                      </a:cubicBezTo>
                      <a:lnTo>
                        <a:pt x="1" y="2488"/>
                      </a:lnTo>
                      <a:cubicBezTo>
                        <a:pt x="1" y="2546"/>
                        <a:pt x="40" y="2601"/>
                        <a:pt x="98" y="2612"/>
                      </a:cubicBezTo>
                      <a:lnTo>
                        <a:pt x="426" y="2682"/>
                      </a:lnTo>
                      <a:cubicBezTo>
                        <a:pt x="453" y="2768"/>
                        <a:pt x="488" y="2854"/>
                        <a:pt x="531" y="2936"/>
                      </a:cubicBezTo>
                      <a:lnTo>
                        <a:pt x="352" y="3216"/>
                      </a:lnTo>
                      <a:cubicBezTo>
                        <a:pt x="317" y="3267"/>
                        <a:pt x="325" y="3333"/>
                        <a:pt x="367" y="3376"/>
                      </a:cubicBezTo>
                      <a:lnTo>
                        <a:pt x="878" y="3887"/>
                      </a:lnTo>
                      <a:cubicBezTo>
                        <a:pt x="900" y="3911"/>
                        <a:pt x="931" y="3923"/>
                        <a:pt x="963" y="3923"/>
                      </a:cubicBezTo>
                      <a:cubicBezTo>
                        <a:pt x="987" y="3923"/>
                        <a:pt x="1012" y="3916"/>
                        <a:pt x="1034" y="3902"/>
                      </a:cubicBezTo>
                      <a:lnTo>
                        <a:pt x="1318" y="3723"/>
                      </a:lnTo>
                      <a:cubicBezTo>
                        <a:pt x="1400" y="3762"/>
                        <a:pt x="1482" y="3797"/>
                        <a:pt x="1572" y="3828"/>
                      </a:cubicBezTo>
                      <a:lnTo>
                        <a:pt x="1642" y="4152"/>
                      </a:lnTo>
                      <a:cubicBezTo>
                        <a:pt x="1654" y="4210"/>
                        <a:pt x="1704" y="4253"/>
                        <a:pt x="1767" y="4253"/>
                      </a:cubicBezTo>
                      <a:lnTo>
                        <a:pt x="2484" y="4253"/>
                      </a:lnTo>
                      <a:cubicBezTo>
                        <a:pt x="2546" y="4253"/>
                        <a:pt x="2597" y="4210"/>
                        <a:pt x="2609" y="4152"/>
                      </a:cubicBezTo>
                      <a:lnTo>
                        <a:pt x="2679" y="3828"/>
                      </a:lnTo>
                      <a:cubicBezTo>
                        <a:pt x="2768" y="3797"/>
                        <a:pt x="2854" y="3762"/>
                        <a:pt x="2936" y="3723"/>
                      </a:cubicBezTo>
                      <a:lnTo>
                        <a:pt x="3217" y="3902"/>
                      </a:lnTo>
                      <a:cubicBezTo>
                        <a:pt x="3239" y="3916"/>
                        <a:pt x="3264" y="3923"/>
                        <a:pt x="3288" y="3923"/>
                      </a:cubicBezTo>
                      <a:cubicBezTo>
                        <a:pt x="3320" y="3923"/>
                        <a:pt x="3350" y="3911"/>
                        <a:pt x="3373" y="3887"/>
                      </a:cubicBezTo>
                      <a:lnTo>
                        <a:pt x="3883" y="3376"/>
                      </a:lnTo>
                      <a:cubicBezTo>
                        <a:pt x="3926" y="3333"/>
                        <a:pt x="3934" y="3267"/>
                        <a:pt x="3899" y="3216"/>
                      </a:cubicBezTo>
                      <a:lnTo>
                        <a:pt x="3719" y="2936"/>
                      </a:lnTo>
                      <a:cubicBezTo>
                        <a:pt x="3762" y="2854"/>
                        <a:pt x="3797" y="2768"/>
                        <a:pt x="3825" y="2682"/>
                      </a:cubicBezTo>
                      <a:lnTo>
                        <a:pt x="4152" y="2612"/>
                      </a:lnTo>
                      <a:cubicBezTo>
                        <a:pt x="4211" y="2601"/>
                        <a:pt x="4250" y="2546"/>
                        <a:pt x="4250" y="2488"/>
                      </a:cubicBezTo>
                      <a:lnTo>
                        <a:pt x="4250" y="1766"/>
                      </a:lnTo>
                      <a:cubicBezTo>
                        <a:pt x="4250" y="1708"/>
                        <a:pt x="4211" y="1657"/>
                        <a:pt x="4152" y="1642"/>
                      </a:cubicBezTo>
                      <a:lnTo>
                        <a:pt x="3825" y="1572"/>
                      </a:lnTo>
                      <a:cubicBezTo>
                        <a:pt x="3797" y="1486"/>
                        <a:pt x="3762" y="1400"/>
                        <a:pt x="3719" y="1318"/>
                      </a:cubicBezTo>
                      <a:lnTo>
                        <a:pt x="3899" y="1038"/>
                      </a:lnTo>
                      <a:cubicBezTo>
                        <a:pt x="3934" y="987"/>
                        <a:pt x="3926" y="921"/>
                        <a:pt x="3883" y="878"/>
                      </a:cubicBezTo>
                      <a:lnTo>
                        <a:pt x="3373" y="371"/>
                      </a:lnTo>
                      <a:cubicBezTo>
                        <a:pt x="3349" y="346"/>
                        <a:pt x="3317" y="333"/>
                        <a:pt x="3284" y="333"/>
                      </a:cubicBezTo>
                      <a:cubicBezTo>
                        <a:pt x="3261" y="333"/>
                        <a:pt x="3237" y="339"/>
                        <a:pt x="3217" y="352"/>
                      </a:cubicBezTo>
                      <a:lnTo>
                        <a:pt x="2936" y="535"/>
                      </a:lnTo>
                      <a:cubicBezTo>
                        <a:pt x="2854" y="492"/>
                        <a:pt x="2768" y="457"/>
                        <a:pt x="2679" y="430"/>
                      </a:cubicBezTo>
                      <a:lnTo>
                        <a:pt x="2609" y="102"/>
                      </a:lnTo>
                      <a:cubicBezTo>
                        <a:pt x="2597" y="44"/>
                        <a:pt x="2546" y="1"/>
                        <a:pt x="2484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36" name="Google Shape;2436;p99"/>
                <p:cNvSpPr/>
                <p:nvPr/>
              </p:nvSpPr>
              <p:spPr>
                <a:xfrm>
                  <a:off x="26487255" y="277703"/>
                  <a:ext cx="590994" cy="591551"/>
                </a:xfrm>
                <a:custGeom>
                  <a:rect b="b" l="l" r="r" t="t"/>
                  <a:pathLst>
                    <a:path extrusionOk="0" h="4254" w="4250">
                      <a:moveTo>
                        <a:pt x="2125" y="1365"/>
                      </a:moveTo>
                      <a:cubicBezTo>
                        <a:pt x="2546" y="1365"/>
                        <a:pt x="2889" y="1708"/>
                        <a:pt x="2889" y="2129"/>
                      </a:cubicBezTo>
                      <a:cubicBezTo>
                        <a:pt x="2889" y="2550"/>
                        <a:pt x="2546" y="2889"/>
                        <a:pt x="2125" y="2889"/>
                      </a:cubicBezTo>
                      <a:cubicBezTo>
                        <a:pt x="1704" y="2889"/>
                        <a:pt x="1361" y="2550"/>
                        <a:pt x="1361" y="2129"/>
                      </a:cubicBezTo>
                      <a:cubicBezTo>
                        <a:pt x="1361" y="1708"/>
                        <a:pt x="1704" y="1365"/>
                        <a:pt x="2125" y="1365"/>
                      </a:cubicBezTo>
                      <a:close/>
                      <a:moveTo>
                        <a:pt x="2125" y="1268"/>
                      </a:moveTo>
                      <a:cubicBezTo>
                        <a:pt x="1650" y="1268"/>
                        <a:pt x="1264" y="1653"/>
                        <a:pt x="1264" y="2129"/>
                      </a:cubicBezTo>
                      <a:cubicBezTo>
                        <a:pt x="1264" y="2601"/>
                        <a:pt x="1650" y="2986"/>
                        <a:pt x="2125" y="2986"/>
                      </a:cubicBezTo>
                      <a:cubicBezTo>
                        <a:pt x="2601" y="2986"/>
                        <a:pt x="2987" y="2601"/>
                        <a:pt x="2987" y="2129"/>
                      </a:cubicBezTo>
                      <a:cubicBezTo>
                        <a:pt x="2987" y="1653"/>
                        <a:pt x="2601" y="1268"/>
                        <a:pt x="2125" y="1268"/>
                      </a:cubicBezTo>
                      <a:close/>
                      <a:moveTo>
                        <a:pt x="2484" y="98"/>
                      </a:moveTo>
                      <a:cubicBezTo>
                        <a:pt x="2499" y="98"/>
                        <a:pt x="2511" y="110"/>
                        <a:pt x="2515" y="122"/>
                      </a:cubicBezTo>
                      <a:lnTo>
                        <a:pt x="2585" y="449"/>
                      </a:lnTo>
                      <a:lnTo>
                        <a:pt x="2597" y="504"/>
                      </a:lnTo>
                      <a:lnTo>
                        <a:pt x="2651" y="523"/>
                      </a:lnTo>
                      <a:cubicBezTo>
                        <a:pt x="2733" y="546"/>
                        <a:pt x="2811" y="582"/>
                        <a:pt x="2889" y="621"/>
                      </a:cubicBezTo>
                      <a:lnTo>
                        <a:pt x="2940" y="648"/>
                      </a:lnTo>
                      <a:lnTo>
                        <a:pt x="2987" y="617"/>
                      </a:lnTo>
                      <a:lnTo>
                        <a:pt x="3267" y="433"/>
                      </a:lnTo>
                      <a:cubicBezTo>
                        <a:pt x="3275" y="430"/>
                        <a:pt x="3279" y="430"/>
                        <a:pt x="3283" y="430"/>
                      </a:cubicBezTo>
                      <a:cubicBezTo>
                        <a:pt x="3291" y="430"/>
                        <a:pt x="3298" y="430"/>
                        <a:pt x="3306" y="437"/>
                      </a:cubicBezTo>
                      <a:lnTo>
                        <a:pt x="3813" y="948"/>
                      </a:lnTo>
                      <a:cubicBezTo>
                        <a:pt x="3825" y="960"/>
                        <a:pt x="3825" y="971"/>
                        <a:pt x="3817" y="983"/>
                      </a:cubicBezTo>
                      <a:lnTo>
                        <a:pt x="3638" y="1268"/>
                      </a:lnTo>
                      <a:lnTo>
                        <a:pt x="3606" y="1314"/>
                      </a:lnTo>
                      <a:lnTo>
                        <a:pt x="3634" y="1365"/>
                      </a:lnTo>
                      <a:cubicBezTo>
                        <a:pt x="3673" y="1439"/>
                        <a:pt x="3704" y="1521"/>
                        <a:pt x="3731" y="1603"/>
                      </a:cubicBezTo>
                      <a:lnTo>
                        <a:pt x="3751" y="1657"/>
                      </a:lnTo>
                      <a:lnTo>
                        <a:pt x="3805" y="1669"/>
                      </a:lnTo>
                      <a:lnTo>
                        <a:pt x="4133" y="1739"/>
                      </a:lnTo>
                      <a:cubicBezTo>
                        <a:pt x="4144" y="1743"/>
                        <a:pt x="4152" y="1755"/>
                        <a:pt x="4152" y="1766"/>
                      </a:cubicBezTo>
                      <a:lnTo>
                        <a:pt x="4152" y="2488"/>
                      </a:lnTo>
                      <a:cubicBezTo>
                        <a:pt x="4152" y="2503"/>
                        <a:pt x="4144" y="2515"/>
                        <a:pt x="4133" y="2515"/>
                      </a:cubicBezTo>
                      <a:lnTo>
                        <a:pt x="3805" y="2589"/>
                      </a:lnTo>
                      <a:lnTo>
                        <a:pt x="3751" y="2601"/>
                      </a:lnTo>
                      <a:lnTo>
                        <a:pt x="3731" y="2651"/>
                      </a:lnTo>
                      <a:cubicBezTo>
                        <a:pt x="3704" y="2733"/>
                        <a:pt x="3673" y="2815"/>
                        <a:pt x="3634" y="2893"/>
                      </a:cubicBezTo>
                      <a:lnTo>
                        <a:pt x="3606" y="2944"/>
                      </a:lnTo>
                      <a:lnTo>
                        <a:pt x="3638" y="2990"/>
                      </a:lnTo>
                      <a:lnTo>
                        <a:pt x="3817" y="3271"/>
                      </a:lnTo>
                      <a:cubicBezTo>
                        <a:pt x="3825" y="3283"/>
                        <a:pt x="3825" y="3298"/>
                        <a:pt x="3813" y="3306"/>
                      </a:cubicBezTo>
                      <a:lnTo>
                        <a:pt x="3306" y="3817"/>
                      </a:lnTo>
                      <a:cubicBezTo>
                        <a:pt x="3298" y="3824"/>
                        <a:pt x="3291" y="3824"/>
                        <a:pt x="3283" y="3824"/>
                      </a:cubicBezTo>
                      <a:cubicBezTo>
                        <a:pt x="3279" y="3824"/>
                        <a:pt x="3275" y="3824"/>
                        <a:pt x="3267" y="3821"/>
                      </a:cubicBezTo>
                      <a:lnTo>
                        <a:pt x="2987" y="3641"/>
                      </a:lnTo>
                      <a:lnTo>
                        <a:pt x="2940" y="3610"/>
                      </a:lnTo>
                      <a:lnTo>
                        <a:pt x="2889" y="3633"/>
                      </a:lnTo>
                      <a:cubicBezTo>
                        <a:pt x="2811" y="3672"/>
                        <a:pt x="2733" y="3708"/>
                        <a:pt x="2651" y="3735"/>
                      </a:cubicBezTo>
                      <a:lnTo>
                        <a:pt x="2597" y="3750"/>
                      </a:lnTo>
                      <a:lnTo>
                        <a:pt x="2585" y="3805"/>
                      </a:lnTo>
                      <a:lnTo>
                        <a:pt x="2515" y="4132"/>
                      </a:lnTo>
                      <a:cubicBezTo>
                        <a:pt x="2511" y="4148"/>
                        <a:pt x="2499" y="4156"/>
                        <a:pt x="2484" y="4156"/>
                      </a:cubicBezTo>
                      <a:lnTo>
                        <a:pt x="1767" y="4156"/>
                      </a:lnTo>
                      <a:cubicBezTo>
                        <a:pt x="1751" y="4156"/>
                        <a:pt x="1739" y="4148"/>
                        <a:pt x="1735" y="4132"/>
                      </a:cubicBezTo>
                      <a:lnTo>
                        <a:pt x="1665" y="3805"/>
                      </a:lnTo>
                      <a:lnTo>
                        <a:pt x="1654" y="3750"/>
                      </a:lnTo>
                      <a:lnTo>
                        <a:pt x="1599" y="3735"/>
                      </a:lnTo>
                      <a:cubicBezTo>
                        <a:pt x="1517" y="3708"/>
                        <a:pt x="1439" y="3672"/>
                        <a:pt x="1361" y="3633"/>
                      </a:cubicBezTo>
                      <a:lnTo>
                        <a:pt x="1311" y="3610"/>
                      </a:lnTo>
                      <a:lnTo>
                        <a:pt x="1264" y="3641"/>
                      </a:lnTo>
                      <a:lnTo>
                        <a:pt x="983" y="3821"/>
                      </a:lnTo>
                      <a:cubicBezTo>
                        <a:pt x="975" y="3824"/>
                        <a:pt x="972" y="3824"/>
                        <a:pt x="968" y="3824"/>
                      </a:cubicBezTo>
                      <a:cubicBezTo>
                        <a:pt x="964" y="3824"/>
                        <a:pt x="952" y="3824"/>
                        <a:pt x="944" y="3817"/>
                      </a:cubicBezTo>
                      <a:lnTo>
                        <a:pt x="438" y="3306"/>
                      </a:lnTo>
                      <a:cubicBezTo>
                        <a:pt x="426" y="3298"/>
                        <a:pt x="426" y="3283"/>
                        <a:pt x="434" y="3271"/>
                      </a:cubicBezTo>
                      <a:lnTo>
                        <a:pt x="613" y="2990"/>
                      </a:lnTo>
                      <a:lnTo>
                        <a:pt x="644" y="2944"/>
                      </a:lnTo>
                      <a:lnTo>
                        <a:pt x="617" y="2893"/>
                      </a:lnTo>
                      <a:cubicBezTo>
                        <a:pt x="578" y="2815"/>
                        <a:pt x="547" y="2733"/>
                        <a:pt x="519" y="2651"/>
                      </a:cubicBezTo>
                      <a:lnTo>
                        <a:pt x="500" y="2601"/>
                      </a:lnTo>
                      <a:lnTo>
                        <a:pt x="445" y="2589"/>
                      </a:lnTo>
                      <a:lnTo>
                        <a:pt x="122" y="2515"/>
                      </a:lnTo>
                      <a:cubicBezTo>
                        <a:pt x="106" y="2515"/>
                        <a:pt x="98" y="2503"/>
                        <a:pt x="98" y="2488"/>
                      </a:cubicBezTo>
                      <a:lnTo>
                        <a:pt x="98" y="1766"/>
                      </a:lnTo>
                      <a:cubicBezTo>
                        <a:pt x="98" y="1755"/>
                        <a:pt x="106" y="1743"/>
                        <a:pt x="122" y="1739"/>
                      </a:cubicBezTo>
                      <a:lnTo>
                        <a:pt x="445" y="1669"/>
                      </a:lnTo>
                      <a:lnTo>
                        <a:pt x="500" y="1657"/>
                      </a:lnTo>
                      <a:lnTo>
                        <a:pt x="519" y="1603"/>
                      </a:lnTo>
                      <a:cubicBezTo>
                        <a:pt x="547" y="1521"/>
                        <a:pt x="578" y="1439"/>
                        <a:pt x="617" y="1365"/>
                      </a:cubicBezTo>
                      <a:lnTo>
                        <a:pt x="644" y="1314"/>
                      </a:lnTo>
                      <a:lnTo>
                        <a:pt x="613" y="1268"/>
                      </a:lnTo>
                      <a:lnTo>
                        <a:pt x="434" y="983"/>
                      </a:lnTo>
                      <a:cubicBezTo>
                        <a:pt x="426" y="971"/>
                        <a:pt x="426" y="960"/>
                        <a:pt x="438" y="948"/>
                      </a:cubicBezTo>
                      <a:lnTo>
                        <a:pt x="944" y="437"/>
                      </a:lnTo>
                      <a:cubicBezTo>
                        <a:pt x="952" y="430"/>
                        <a:pt x="964" y="430"/>
                        <a:pt x="968" y="430"/>
                      </a:cubicBezTo>
                      <a:cubicBezTo>
                        <a:pt x="972" y="430"/>
                        <a:pt x="975" y="430"/>
                        <a:pt x="983" y="433"/>
                      </a:cubicBezTo>
                      <a:lnTo>
                        <a:pt x="1264" y="617"/>
                      </a:lnTo>
                      <a:lnTo>
                        <a:pt x="1311" y="648"/>
                      </a:lnTo>
                      <a:lnTo>
                        <a:pt x="1361" y="621"/>
                      </a:lnTo>
                      <a:cubicBezTo>
                        <a:pt x="1439" y="582"/>
                        <a:pt x="1517" y="546"/>
                        <a:pt x="1599" y="523"/>
                      </a:cubicBezTo>
                      <a:lnTo>
                        <a:pt x="1654" y="504"/>
                      </a:lnTo>
                      <a:lnTo>
                        <a:pt x="1665" y="449"/>
                      </a:lnTo>
                      <a:lnTo>
                        <a:pt x="1735" y="122"/>
                      </a:lnTo>
                      <a:cubicBezTo>
                        <a:pt x="1739" y="110"/>
                        <a:pt x="1751" y="98"/>
                        <a:pt x="1767" y="98"/>
                      </a:cubicBezTo>
                      <a:close/>
                      <a:moveTo>
                        <a:pt x="1767" y="1"/>
                      </a:moveTo>
                      <a:cubicBezTo>
                        <a:pt x="1704" y="1"/>
                        <a:pt x="1654" y="44"/>
                        <a:pt x="1642" y="102"/>
                      </a:cubicBezTo>
                      <a:lnTo>
                        <a:pt x="1572" y="430"/>
                      </a:lnTo>
                      <a:cubicBezTo>
                        <a:pt x="1482" y="457"/>
                        <a:pt x="1400" y="492"/>
                        <a:pt x="1318" y="535"/>
                      </a:cubicBezTo>
                      <a:lnTo>
                        <a:pt x="1034" y="352"/>
                      </a:lnTo>
                      <a:cubicBezTo>
                        <a:pt x="1014" y="340"/>
                        <a:pt x="991" y="332"/>
                        <a:pt x="968" y="332"/>
                      </a:cubicBezTo>
                      <a:cubicBezTo>
                        <a:pt x="933" y="332"/>
                        <a:pt x="901" y="344"/>
                        <a:pt x="878" y="371"/>
                      </a:cubicBezTo>
                      <a:lnTo>
                        <a:pt x="367" y="878"/>
                      </a:lnTo>
                      <a:cubicBezTo>
                        <a:pt x="325" y="921"/>
                        <a:pt x="317" y="987"/>
                        <a:pt x="352" y="1038"/>
                      </a:cubicBezTo>
                      <a:lnTo>
                        <a:pt x="531" y="1318"/>
                      </a:lnTo>
                      <a:cubicBezTo>
                        <a:pt x="488" y="1400"/>
                        <a:pt x="453" y="1486"/>
                        <a:pt x="426" y="1572"/>
                      </a:cubicBezTo>
                      <a:lnTo>
                        <a:pt x="98" y="1642"/>
                      </a:lnTo>
                      <a:cubicBezTo>
                        <a:pt x="40" y="1657"/>
                        <a:pt x="1" y="1708"/>
                        <a:pt x="1" y="1766"/>
                      </a:cubicBezTo>
                      <a:lnTo>
                        <a:pt x="1" y="2488"/>
                      </a:lnTo>
                      <a:cubicBezTo>
                        <a:pt x="1" y="2546"/>
                        <a:pt x="40" y="2601"/>
                        <a:pt x="98" y="2612"/>
                      </a:cubicBezTo>
                      <a:lnTo>
                        <a:pt x="426" y="2682"/>
                      </a:lnTo>
                      <a:cubicBezTo>
                        <a:pt x="453" y="2768"/>
                        <a:pt x="488" y="2854"/>
                        <a:pt x="531" y="2936"/>
                      </a:cubicBezTo>
                      <a:lnTo>
                        <a:pt x="352" y="3216"/>
                      </a:lnTo>
                      <a:cubicBezTo>
                        <a:pt x="317" y="3267"/>
                        <a:pt x="325" y="3333"/>
                        <a:pt x="367" y="3376"/>
                      </a:cubicBezTo>
                      <a:lnTo>
                        <a:pt x="878" y="3887"/>
                      </a:lnTo>
                      <a:cubicBezTo>
                        <a:pt x="901" y="3910"/>
                        <a:pt x="933" y="3922"/>
                        <a:pt x="968" y="3922"/>
                      </a:cubicBezTo>
                      <a:cubicBezTo>
                        <a:pt x="991" y="3922"/>
                        <a:pt x="1014" y="3918"/>
                        <a:pt x="1034" y="3902"/>
                      </a:cubicBezTo>
                      <a:lnTo>
                        <a:pt x="1318" y="3723"/>
                      </a:lnTo>
                      <a:cubicBezTo>
                        <a:pt x="1400" y="3762"/>
                        <a:pt x="1482" y="3797"/>
                        <a:pt x="1572" y="3828"/>
                      </a:cubicBezTo>
                      <a:lnTo>
                        <a:pt x="1642" y="4152"/>
                      </a:lnTo>
                      <a:cubicBezTo>
                        <a:pt x="1654" y="4210"/>
                        <a:pt x="1704" y="4253"/>
                        <a:pt x="1767" y="4253"/>
                      </a:cubicBezTo>
                      <a:lnTo>
                        <a:pt x="2484" y="4253"/>
                      </a:lnTo>
                      <a:cubicBezTo>
                        <a:pt x="2546" y="4253"/>
                        <a:pt x="2597" y="4210"/>
                        <a:pt x="2609" y="4152"/>
                      </a:cubicBezTo>
                      <a:lnTo>
                        <a:pt x="2679" y="3828"/>
                      </a:lnTo>
                      <a:cubicBezTo>
                        <a:pt x="2768" y="3797"/>
                        <a:pt x="2854" y="3762"/>
                        <a:pt x="2936" y="3723"/>
                      </a:cubicBezTo>
                      <a:lnTo>
                        <a:pt x="3217" y="3902"/>
                      </a:lnTo>
                      <a:cubicBezTo>
                        <a:pt x="3236" y="3918"/>
                        <a:pt x="3259" y="3922"/>
                        <a:pt x="3283" y="3922"/>
                      </a:cubicBezTo>
                      <a:cubicBezTo>
                        <a:pt x="3318" y="3922"/>
                        <a:pt x="3349" y="3910"/>
                        <a:pt x="3373" y="3887"/>
                      </a:cubicBezTo>
                      <a:lnTo>
                        <a:pt x="3883" y="3376"/>
                      </a:lnTo>
                      <a:cubicBezTo>
                        <a:pt x="3926" y="3333"/>
                        <a:pt x="3934" y="3267"/>
                        <a:pt x="3899" y="3216"/>
                      </a:cubicBezTo>
                      <a:lnTo>
                        <a:pt x="3719" y="2936"/>
                      </a:lnTo>
                      <a:cubicBezTo>
                        <a:pt x="3762" y="2854"/>
                        <a:pt x="3797" y="2768"/>
                        <a:pt x="3825" y="2682"/>
                      </a:cubicBezTo>
                      <a:lnTo>
                        <a:pt x="4152" y="2612"/>
                      </a:lnTo>
                      <a:cubicBezTo>
                        <a:pt x="4211" y="2601"/>
                        <a:pt x="4250" y="2546"/>
                        <a:pt x="4250" y="2488"/>
                      </a:cubicBezTo>
                      <a:lnTo>
                        <a:pt x="4250" y="1766"/>
                      </a:lnTo>
                      <a:cubicBezTo>
                        <a:pt x="4250" y="1708"/>
                        <a:pt x="4211" y="1657"/>
                        <a:pt x="4152" y="1642"/>
                      </a:cubicBezTo>
                      <a:lnTo>
                        <a:pt x="3825" y="1572"/>
                      </a:lnTo>
                      <a:cubicBezTo>
                        <a:pt x="3797" y="1486"/>
                        <a:pt x="3762" y="1400"/>
                        <a:pt x="3719" y="1318"/>
                      </a:cubicBezTo>
                      <a:lnTo>
                        <a:pt x="3899" y="1038"/>
                      </a:lnTo>
                      <a:cubicBezTo>
                        <a:pt x="3934" y="987"/>
                        <a:pt x="3926" y="921"/>
                        <a:pt x="3883" y="878"/>
                      </a:cubicBezTo>
                      <a:lnTo>
                        <a:pt x="3373" y="371"/>
                      </a:lnTo>
                      <a:cubicBezTo>
                        <a:pt x="3349" y="344"/>
                        <a:pt x="3318" y="332"/>
                        <a:pt x="3283" y="332"/>
                      </a:cubicBezTo>
                      <a:cubicBezTo>
                        <a:pt x="3259" y="332"/>
                        <a:pt x="3236" y="340"/>
                        <a:pt x="3217" y="352"/>
                      </a:cubicBezTo>
                      <a:lnTo>
                        <a:pt x="2936" y="535"/>
                      </a:lnTo>
                      <a:cubicBezTo>
                        <a:pt x="2854" y="492"/>
                        <a:pt x="2768" y="457"/>
                        <a:pt x="2679" y="430"/>
                      </a:cubicBezTo>
                      <a:lnTo>
                        <a:pt x="2609" y="102"/>
                      </a:lnTo>
                      <a:cubicBezTo>
                        <a:pt x="2597" y="44"/>
                        <a:pt x="2546" y="1"/>
                        <a:pt x="2484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2437" name="Google Shape;2437;p99"/>
            <p:cNvSpPr/>
            <p:nvPr/>
          </p:nvSpPr>
          <p:spPr>
            <a:xfrm>
              <a:off x="10156763" y="3430960"/>
              <a:ext cx="18488" cy="1057358"/>
            </a:xfrm>
            <a:custGeom>
              <a:rect b="b" l="l" r="r" t="t"/>
              <a:pathLst>
                <a:path extrusionOk="0" h="4670" w="99">
                  <a:moveTo>
                    <a:pt x="1" y="0"/>
                  </a:moveTo>
                  <a:lnTo>
                    <a:pt x="1" y="4670"/>
                  </a:lnTo>
                  <a:lnTo>
                    <a:pt x="98" y="4670"/>
                  </a:lnTo>
                  <a:lnTo>
                    <a:pt x="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8" name="Google Shape;2438;p99"/>
            <p:cNvSpPr/>
            <p:nvPr/>
          </p:nvSpPr>
          <p:spPr>
            <a:xfrm>
              <a:off x="10263762" y="3430960"/>
              <a:ext cx="18488" cy="1057358"/>
            </a:xfrm>
            <a:custGeom>
              <a:rect b="b" l="l" r="r" t="t"/>
              <a:pathLst>
                <a:path extrusionOk="0" h="4670" w="99">
                  <a:moveTo>
                    <a:pt x="1" y="0"/>
                  </a:moveTo>
                  <a:lnTo>
                    <a:pt x="1" y="4670"/>
                  </a:lnTo>
                  <a:lnTo>
                    <a:pt x="98" y="4670"/>
                  </a:lnTo>
                  <a:lnTo>
                    <a:pt x="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439" name="Google Shape;2439;p99"/>
            <p:cNvGrpSpPr/>
            <p:nvPr/>
          </p:nvGrpSpPr>
          <p:grpSpPr>
            <a:xfrm>
              <a:off x="9049522" y="3225661"/>
              <a:ext cx="1069769" cy="1130117"/>
              <a:chOff x="1653431" y="2980008"/>
              <a:chExt cx="4136772" cy="4370136"/>
            </a:xfrm>
          </p:grpSpPr>
          <p:grpSp>
            <p:nvGrpSpPr>
              <p:cNvPr id="2440" name="Google Shape;2440;p99"/>
              <p:cNvGrpSpPr/>
              <p:nvPr/>
            </p:nvGrpSpPr>
            <p:grpSpPr>
              <a:xfrm>
                <a:off x="1653431" y="2980008"/>
                <a:ext cx="4136772" cy="4370136"/>
                <a:chOff x="229484" y="466150"/>
                <a:chExt cx="625760" cy="671389"/>
              </a:xfrm>
            </p:grpSpPr>
            <p:grpSp>
              <p:nvGrpSpPr>
                <p:cNvPr id="2441" name="Google Shape;2441;p99"/>
                <p:cNvGrpSpPr/>
                <p:nvPr/>
              </p:nvGrpSpPr>
              <p:grpSpPr>
                <a:xfrm rot="-909576">
                  <a:off x="495253" y="643216"/>
                  <a:ext cx="177427" cy="78233"/>
                  <a:chOff x="4571995" y="2952911"/>
                  <a:chExt cx="355002" cy="156463"/>
                </a:xfrm>
              </p:grpSpPr>
              <p:sp>
                <p:nvSpPr>
                  <p:cNvPr id="2442" name="Google Shape;2442;p99"/>
                  <p:cNvSpPr/>
                  <p:nvPr/>
                </p:nvSpPr>
                <p:spPr>
                  <a:xfrm>
                    <a:off x="4571995" y="2952911"/>
                    <a:ext cx="156519" cy="156463"/>
                  </a:xfrm>
                  <a:custGeom>
                    <a:rect b="b" l="l" r="r" t="t"/>
                    <a:pathLst>
                      <a:path extrusionOk="0" h="3251" w="3252">
                        <a:moveTo>
                          <a:pt x="1626" y="153"/>
                        </a:moveTo>
                        <a:cubicBezTo>
                          <a:pt x="2438" y="153"/>
                          <a:pt x="3098" y="813"/>
                          <a:pt x="3098" y="1626"/>
                        </a:cubicBezTo>
                        <a:cubicBezTo>
                          <a:pt x="3098" y="2438"/>
                          <a:pt x="2438" y="3098"/>
                          <a:pt x="1626" y="3098"/>
                        </a:cubicBezTo>
                        <a:cubicBezTo>
                          <a:pt x="813" y="3098"/>
                          <a:pt x="153" y="2438"/>
                          <a:pt x="153" y="1626"/>
                        </a:cubicBezTo>
                        <a:cubicBezTo>
                          <a:pt x="153" y="813"/>
                          <a:pt x="813" y="153"/>
                          <a:pt x="1626" y="153"/>
                        </a:cubicBezTo>
                        <a:close/>
                        <a:moveTo>
                          <a:pt x="1626" y="0"/>
                        </a:moveTo>
                        <a:cubicBezTo>
                          <a:pt x="728" y="0"/>
                          <a:pt x="1" y="727"/>
                          <a:pt x="1" y="1626"/>
                        </a:cubicBezTo>
                        <a:cubicBezTo>
                          <a:pt x="1" y="2524"/>
                          <a:pt x="728" y="3251"/>
                          <a:pt x="1626" y="3251"/>
                        </a:cubicBezTo>
                        <a:cubicBezTo>
                          <a:pt x="2524" y="3251"/>
                          <a:pt x="3251" y="2524"/>
                          <a:pt x="3251" y="1626"/>
                        </a:cubicBezTo>
                        <a:cubicBezTo>
                          <a:pt x="3251" y="727"/>
                          <a:pt x="2524" y="0"/>
                          <a:pt x="162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43" name="Google Shape;2443;p99"/>
                  <p:cNvSpPr/>
                  <p:nvPr/>
                </p:nvSpPr>
                <p:spPr>
                  <a:xfrm>
                    <a:off x="4770190" y="2952911"/>
                    <a:ext cx="156808" cy="156463"/>
                  </a:xfrm>
                  <a:custGeom>
                    <a:rect b="b" l="l" r="r" t="t"/>
                    <a:pathLst>
                      <a:path extrusionOk="0" h="3251" w="3258">
                        <a:moveTo>
                          <a:pt x="1626" y="153"/>
                        </a:moveTo>
                        <a:cubicBezTo>
                          <a:pt x="2444" y="153"/>
                          <a:pt x="3104" y="813"/>
                          <a:pt x="3104" y="1626"/>
                        </a:cubicBezTo>
                        <a:cubicBezTo>
                          <a:pt x="3104" y="2438"/>
                          <a:pt x="2444" y="3098"/>
                          <a:pt x="1626" y="3098"/>
                        </a:cubicBezTo>
                        <a:cubicBezTo>
                          <a:pt x="813" y="3098"/>
                          <a:pt x="153" y="2438"/>
                          <a:pt x="153" y="1626"/>
                        </a:cubicBezTo>
                        <a:cubicBezTo>
                          <a:pt x="153" y="813"/>
                          <a:pt x="813" y="153"/>
                          <a:pt x="1626" y="153"/>
                        </a:cubicBezTo>
                        <a:close/>
                        <a:moveTo>
                          <a:pt x="1626" y="0"/>
                        </a:moveTo>
                        <a:cubicBezTo>
                          <a:pt x="734" y="0"/>
                          <a:pt x="1" y="727"/>
                          <a:pt x="1" y="1626"/>
                        </a:cubicBezTo>
                        <a:cubicBezTo>
                          <a:pt x="1" y="2524"/>
                          <a:pt x="734" y="3251"/>
                          <a:pt x="1626" y="3251"/>
                        </a:cubicBezTo>
                        <a:cubicBezTo>
                          <a:pt x="2524" y="3251"/>
                          <a:pt x="3257" y="2524"/>
                          <a:pt x="3257" y="1626"/>
                        </a:cubicBezTo>
                        <a:cubicBezTo>
                          <a:pt x="3257" y="727"/>
                          <a:pt x="2524" y="0"/>
                          <a:pt x="162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444" name="Google Shape;2444;p99"/>
                <p:cNvGrpSpPr/>
                <p:nvPr/>
              </p:nvGrpSpPr>
              <p:grpSpPr>
                <a:xfrm>
                  <a:off x="229484" y="466150"/>
                  <a:ext cx="625760" cy="671389"/>
                  <a:chOff x="7590669" y="3596083"/>
                  <a:chExt cx="1061870" cy="1139299"/>
                </a:xfrm>
              </p:grpSpPr>
              <p:sp>
                <p:nvSpPr>
                  <p:cNvPr id="2445" name="Google Shape;2445;p99"/>
                  <p:cNvSpPr/>
                  <p:nvPr/>
                </p:nvSpPr>
                <p:spPr>
                  <a:xfrm>
                    <a:off x="7810663" y="3989447"/>
                    <a:ext cx="169731" cy="224606"/>
                  </a:xfrm>
                  <a:custGeom>
                    <a:rect b="b" l="l" r="r" t="t"/>
                    <a:pathLst>
                      <a:path extrusionOk="0" h="925" w="699">
                        <a:moveTo>
                          <a:pt x="377" y="1"/>
                        </a:moveTo>
                        <a:cubicBezTo>
                          <a:pt x="129" y="89"/>
                          <a:pt x="0" y="363"/>
                          <a:pt x="88" y="611"/>
                        </a:cubicBezTo>
                        <a:cubicBezTo>
                          <a:pt x="159" y="803"/>
                          <a:pt x="343" y="924"/>
                          <a:pt x="538" y="924"/>
                        </a:cubicBezTo>
                        <a:cubicBezTo>
                          <a:pt x="591" y="924"/>
                          <a:pt x="645" y="915"/>
                          <a:pt x="698" y="896"/>
                        </a:cubicBezTo>
                        <a:lnTo>
                          <a:pt x="377" y="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46" name="Google Shape;2446;p99"/>
                  <p:cNvSpPr/>
                  <p:nvPr/>
                </p:nvSpPr>
                <p:spPr>
                  <a:xfrm>
                    <a:off x="8351906" y="3821418"/>
                    <a:ext cx="169246" cy="224363"/>
                  </a:xfrm>
                  <a:custGeom>
                    <a:rect b="b" l="l" r="r" t="t"/>
                    <a:pathLst>
                      <a:path extrusionOk="0" h="924" w="697">
                        <a:moveTo>
                          <a:pt x="161" y="0"/>
                        </a:moveTo>
                        <a:cubicBezTo>
                          <a:pt x="108" y="0"/>
                          <a:pt x="54" y="9"/>
                          <a:pt x="1" y="28"/>
                        </a:cubicBezTo>
                        <a:lnTo>
                          <a:pt x="322" y="924"/>
                        </a:lnTo>
                        <a:cubicBezTo>
                          <a:pt x="568" y="836"/>
                          <a:pt x="696" y="564"/>
                          <a:pt x="608" y="316"/>
                        </a:cubicBezTo>
                        <a:cubicBezTo>
                          <a:pt x="539" y="122"/>
                          <a:pt x="356" y="0"/>
                          <a:pt x="161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47" name="Google Shape;2447;p99"/>
                  <p:cNvSpPr/>
                  <p:nvPr/>
                </p:nvSpPr>
                <p:spPr>
                  <a:xfrm>
                    <a:off x="7844172" y="3596083"/>
                    <a:ext cx="601708" cy="616271"/>
                  </a:xfrm>
                  <a:custGeom>
                    <a:rect b="b" l="l" r="r" t="t"/>
                    <a:pathLst>
                      <a:path extrusionOk="0" h="2538" w="2478">
                        <a:moveTo>
                          <a:pt x="1083" y="0"/>
                        </a:moveTo>
                        <a:cubicBezTo>
                          <a:pt x="964" y="0"/>
                          <a:pt x="844" y="21"/>
                          <a:pt x="729" y="63"/>
                        </a:cubicBezTo>
                        <a:cubicBezTo>
                          <a:pt x="465" y="158"/>
                          <a:pt x="253" y="349"/>
                          <a:pt x="134" y="604"/>
                        </a:cubicBezTo>
                        <a:cubicBezTo>
                          <a:pt x="12" y="856"/>
                          <a:pt x="0" y="1142"/>
                          <a:pt x="93" y="1406"/>
                        </a:cubicBezTo>
                        <a:lnTo>
                          <a:pt x="501" y="2538"/>
                        </a:lnTo>
                        <a:lnTo>
                          <a:pt x="594" y="2505"/>
                        </a:lnTo>
                        <a:lnTo>
                          <a:pt x="189" y="1373"/>
                        </a:lnTo>
                        <a:cubicBezTo>
                          <a:pt x="103" y="1132"/>
                          <a:pt x="115" y="875"/>
                          <a:pt x="222" y="644"/>
                        </a:cubicBezTo>
                        <a:cubicBezTo>
                          <a:pt x="331" y="415"/>
                          <a:pt x="522" y="241"/>
                          <a:pt x="763" y="156"/>
                        </a:cubicBezTo>
                        <a:cubicBezTo>
                          <a:pt x="867" y="118"/>
                          <a:pt x="975" y="99"/>
                          <a:pt x="1084" y="99"/>
                        </a:cubicBezTo>
                        <a:cubicBezTo>
                          <a:pt x="1222" y="99"/>
                          <a:pt x="1360" y="130"/>
                          <a:pt x="1489" y="191"/>
                        </a:cubicBezTo>
                        <a:cubicBezTo>
                          <a:pt x="1718" y="299"/>
                          <a:pt x="1892" y="492"/>
                          <a:pt x="1978" y="730"/>
                        </a:cubicBezTo>
                        <a:lnTo>
                          <a:pt x="2383" y="1864"/>
                        </a:lnTo>
                        <a:lnTo>
                          <a:pt x="2478" y="1828"/>
                        </a:lnTo>
                        <a:lnTo>
                          <a:pt x="2070" y="696"/>
                        </a:lnTo>
                        <a:cubicBezTo>
                          <a:pt x="1975" y="432"/>
                          <a:pt x="1785" y="222"/>
                          <a:pt x="1530" y="101"/>
                        </a:cubicBezTo>
                        <a:cubicBezTo>
                          <a:pt x="1388" y="34"/>
                          <a:pt x="1236" y="0"/>
                          <a:pt x="1083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48" name="Google Shape;2448;p99"/>
                  <p:cNvSpPr/>
                  <p:nvPr/>
                </p:nvSpPr>
                <p:spPr>
                  <a:xfrm>
                    <a:off x="7755543" y="4302438"/>
                    <a:ext cx="826802" cy="413275"/>
                  </a:xfrm>
                  <a:custGeom>
                    <a:rect b="b" l="l" r="r" t="t"/>
                    <a:pathLst>
                      <a:path extrusionOk="0" h="1702" w="3405">
                        <a:moveTo>
                          <a:pt x="1702" y="0"/>
                        </a:moveTo>
                        <a:cubicBezTo>
                          <a:pt x="763" y="0"/>
                          <a:pt x="1" y="763"/>
                          <a:pt x="1" y="1701"/>
                        </a:cubicBezTo>
                        <a:lnTo>
                          <a:pt x="3405" y="1701"/>
                        </a:lnTo>
                        <a:cubicBezTo>
                          <a:pt x="3405" y="763"/>
                          <a:pt x="2643" y="0"/>
                          <a:pt x="1702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49" name="Google Shape;2449;p99"/>
                  <p:cNvSpPr/>
                  <p:nvPr/>
                </p:nvSpPr>
                <p:spPr>
                  <a:xfrm>
                    <a:off x="8115887" y="4665190"/>
                    <a:ext cx="536652" cy="52207"/>
                  </a:xfrm>
                  <a:custGeom>
                    <a:rect b="b" l="l" r="r" t="t"/>
                    <a:pathLst>
                      <a:path extrusionOk="0" h="215" w="2400">
                        <a:moveTo>
                          <a:pt x="1" y="0"/>
                        </a:moveTo>
                        <a:lnTo>
                          <a:pt x="1" y="172"/>
                        </a:lnTo>
                        <a:cubicBezTo>
                          <a:pt x="1" y="195"/>
                          <a:pt x="20" y="214"/>
                          <a:pt x="44" y="214"/>
                        </a:cubicBezTo>
                        <a:lnTo>
                          <a:pt x="2359" y="214"/>
                        </a:lnTo>
                        <a:cubicBezTo>
                          <a:pt x="2383" y="214"/>
                          <a:pt x="2400" y="195"/>
                          <a:pt x="2400" y="172"/>
                        </a:cubicBezTo>
                        <a:lnTo>
                          <a:pt x="2400" y="0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50" name="Google Shape;2450;p99"/>
                  <p:cNvSpPr/>
                  <p:nvPr/>
                </p:nvSpPr>
                <p:spPr>
                  <a:xfrm>
                    <a:off x="8370604" y="4395680"/>
                    <a:ext cx="74303" cy="74059"/>
                  </a:xfrm>
                  <a:custGeom>
                    <a:rect b="b" l="l" r="r" t="t"/>
                    <a:pathLst>
                      <a:path extrusionOk="0" h="305" w="306">
                        <a:moveTo>
                          <a:pt x="153" y="0"/>
                        </a:moveTo>
                        <a:cubicBezTo>
                          <a:pt x="69" y="0"/>
                          <a:pt x="0" y="69"/>
                          <a:pt x="0" y="152"/>
                        </a:cubicBezTo>
                        <a:cubicBezTo>
                          <a:pt x="0" y="238"/>
                          <a:pt x="69" y="305"/>
                          <a:pt x="153" y="305"/>
                        </a:cubicBezTo>
                        <a:cubicBezTo>
                          <a:pt x="236" y="305"/>
                          <a:pt x="305" y="238"/>
                          <a:pt x="305" y="152"/>
                        </a:cubicBezTo>
                        <a:cubicBezTo>
                          <a:pt x="305" y="69"/>
                          <a:pt x="236" y="0"/>
                          <a:pt x="153" y="0"/>
                        </a:cubicBezTo>
                        <a:close/>
                      </a:path>
                    </a:pathLst>
                  </a:custGeom>
                  <a:solidFill>
                    <a:srgbClr val="FFC51A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51" name="Google Shape;2451;p99"/>
                  <p:cNvSpPr/>
                  <p:nvPr/>
                </p:nvSpPr>
                <p:spPr>
                  <a:xfrm>
                    <a:off x="7638262" y="4532629"/>
                    <a:ext cx="202026" cy="202753"/>
                  </a:xfrm>
                  <a:custGeom>
                    <a:rect b="b" l="l" r="r" t="t"/>
                    <a:pathLst>
                      <a:path extrusionOk="0" h="835" w="832">
                        <a:moveTo>
                          <a:pt x="415" y="1"/>
                        </a:moveTo>
                        <a:cubicBezTo>
                          <a:pt x="186" y="1"/>
                          <a:pt x="0" y="186"/>
                          <a:pt x="0" y="417"/>
                        </a:cubicBezTo>
                        <a:cubicBezTo>
                          <a:pt x="0" y="649"/>
                          <a:pt x="186" y="834"/>
                          <a:pt x="415" y="834"/>
                        </a:cubicBezTo>
                        <a:cubicBezTo>
                          <a:pt x="646" y="834"/>
                          <a:pt x="832" y="649"/>
                          <a:pt x="832" y="417"/>
                        </a:cubicBezTo>
                        <a:cubicBezTo>
                          <a:pt x="832" y="186"/>
                          <a:pt x="646" y="1"/>
                          <a:pt x="415" y="1"/>
                        </a:cubicBezTo>
                        <a:close/>
                      </a:path>
                    </a:pathLst>
                  </a:custGeom>
                  <a:solidFill>
                    <a:srgbClr val="B9A7F7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52" name="Google Shape;2452;p99"/>
                  <p:cNvSpPr/>
                  <p:nvPr/>
                </p:nvSpPr>
                <p:spPr>
                  <a:xfrm>
                    <a:off x="7590669" y="4326720"/>
                    <a:ext cx="259575" cy="408662"/>
                  </a:xfrm>
                  <a:custGeom>
                    <a:rect b="b" l="l" r="r" t="t"/>
                    <a:pathLst>
                      <a:path extrusionOk="0" h="1683" w="1069">
                        <a:moveTo>
                          <a:pt x="460" y="0"/>
                        </a:moveTo>
                        <a:cubicBezTo>
                          <a:pt x="434" y="0"/>
                          <a:pt x="408" y="3"/>
                          <a:pt x="382" y="8"/>
                        </a:cubicBezTo>
                        <a:cubicBezTo>
                          <a:pt x="153" y="51"/>
                          <a:pt x="1" y="270"/>
                          <a:pt x="44" y="498"/>
                        </a:cubicBezTo>
                        <a:lnTo>
                          <a:pt x="199" y="1339"/>
                        </a:lnTo>
                        <a:cubicBezTo>
                          <a:pt x="235" y="1542"/>
                          <a:pt x="412" y="1682"/>
                          <a:pt x="611" y="1682"/>
                        </a:cubicBezTo>
                        <a:cubicBezTo>
                          <a:pt x="637" y="1682"/>
                          <a:pt x="663" y="1680"/>
                          <a:pt x="689" y="1675"/>
                        </a:cubicBezTo>
                        <a:cubicBezTo>
                          <a:pt x="918" y="1635"/>
                          <a:pt x="1068" y="1416"/>
                          <a:pt x="1025" y="1187"/>
                        </a:cubicBezTo>
                        <a:lnTo>
                          <a:pt x="870" y="344"/>
                        </a:lnTo>
                        <a:cubicBezTo>
                          <a:pt x="835" y="143"/>
                          <a:pt x="658" y="0"/>
                          <a:pt x="460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53" name="Google Shape;2453;p99"/>
                  <p:cNvSpPr/>
                  <p:nvPr/>
                </p:nvSpPr>
                <p:spPr>
                  <a:xfrm>
                    <a:off x="8191307" y="3984847"/>
                    <a:ext cx="58369" cy="124555"/>
                  </a:xfrm>
                  <a:custGeom>
                    <a:rect b="b" l="l" r="r" t="t"/>
                    <a:pathLst>
                      <a:path extrusionOk="0" h="668" w="313">
                        <a:moveTo>
                          <a:pt x="101" y="1"/>
                        </a:moveTo>
                        <a:lnTo>
                          <a:pt x="8" y="37"/>
                        </a:lnTo>
                        <a:lnTo>
                          <a:pt x="184" y="506"/>
                        </a:lnTo>
                        <a:lnTo>
                          <a:pt x="1" y="575"/>
                        </a:lnTo>
                        <a:lnTo>
                          <a:pt x="36" y="668"/>
                        </a:lnTo>
                        <a:lnTo>
                          <a:pt x="313" y="563"/>
                        </a:lnTo>
                        <a:lnTo>
                          <a:pt x="101" y="1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54" name="Google Shape;2454;p99"/>
                  <p:cNvSpPr/>
                  <p:nvPr/>
                </p:nvSpPr>
                <p:spPr>
                  <a:xfrm>
                    <a:off x="7900749" y="3803206"/>
                    <a:ext cx="536632" cy="475194"/>
                  </a:xfrm>
                  <a:custGeom>
                    <a:rect b="b" l="l" r="r" t="t"/>
                    <a:pathLst>
                      <a:path extrusionOk="0" h="1957" w="2210">
                        <a:moveTo>
                          <a:pt x="1105" y="0"/>
                        </a:moveTo>
                        <a:cubicBezTo>
                          <a:pt x="994" y="0"/>
                          <a:pt x="881" y="20"/>
                          <a:pt x="770" y="60"/>
                        </a:cubicBezTo>
                        <a:cubicBezTo>
                          <a:pt x="260" y="244"/>
                          <a:pt x="1" y="806"/>
                          <a:pt x="184" y="1313"/>
                        </a:cubicBezTo>
                        <a:cubicBezTo>
                          <a:pt x="329" y="1710"/>
                          <a:pt x="705" y="1957"/>
                          <a:pt x="1104" y="1957"/>
                        </a:cubicBezTo>
                        <a:cubicBezTo>
                          <a:pt x="1216" y="1957"/>
                          <a:pt x="1329" y="1937"/>
                          <a:pt x="1440" y="1897"/>
                        </a:cubicBezTo>
                        <a:cubicBezTo>
                          <a:pt x="1947" y="1713"/>
                          <a:pt x="2209" y="1151"/>
                          <a:pt x="2023" y="644"/>
                        </a:cubicBezTo>
                        <a:cubicBezTo>
                          <a:pt x="1878" y="247"/>
                          <a:pt x="1504" y="0"/>
                          <a:pt x="1105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2455" name="Google Shape;2455;p99"/>
              <p:cNvSpPr/>
              <p:nvPr/>
            </p:nvSpPr>
            <p:spPr>
              <a:xfrm rot="-230553">
                <a:off x="4106268" y="4477820"/>
                <a:ext cx="152005" cy="319548"/>
              </a:xfrm>
              <a:custGeom>
                <a:rect b="b" l="l" r="r" t="t"/>
                <a:pathLst>
                  <a:path extrusionOk="0" h="668" w="313">
                    <a:moveTo>
                      <a:pt x="101" y="1"/>
                    </a:moveTo>
                    <a:lnTo>
                      <a:pt x="8" y="37"/>
                    </a:lnTo>
                    <a:lnTo>
                      <a:pt x="184" y="506"/>
                    </a:lnTo>
                    <a:lnTo>
                      <a:pt x="1" y="575"/>
                    </a:lnTo>
                    <a:lnTo>
                      <a:pt x="36" y="668"/>
                    </a:lnTo>
                    <a:lnTo>
                      <a:pt x="313" y="563"/>
                    </a:lnTo>
                    <a:lnTo>
                      <a:pt x="101" y="1"/>
                    </a:ln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anchorCtr="0" anchor="ctr" bIns="13725" lIns="13725" spcFirstLastPara="1" rIns="13725" wrap="square" tIns="13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456" name="Google Shape;2456;p99"/>
          <p:cNvSpPr txBox="1"/>
          <p:nvPr/>
        </p:nvSpPr>
        <p:spPr>
          <a:xfrm>
            <a:off x="3884700" y="2877075"/>
            <a:ext cx="4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Serie: Senior Tracks Certificate</a:t>
            </a:r>
            <a:endParaRPr sz="1800"/>
          </a:p>
        </p:txBody>
      </p:sp>
      <p:sp>
        <p:nvSpPr>
          <p:cNvPr id="2457" name="Google Shape;2457;p99"/>
          <p:cNvSpPr txBox="1"/>
          <p:nvPr/>
        </p:nvSpPr>
        <p:spPr>
          <a:xfrm>
            <a:off x="3237838" y="4141175"/>
            <a:ext cx="40776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15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Área(s):  PROGRAMACIÓN POR CÓDIGO (PYTHON)</a:t>
            </a:r>
            <a:endParaRPr i="1" sz="15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458" name="Google Shape;2458;p99"/>
          <p:cNvSpPr txBox="1"/>
          <p:nvPr/>
        </p:nvSpPr>
        <p:spPr>
          <a:xfrm>
            <a:off x="3237838" y="3574825"/>
            <a:ext cx="48699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15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Módulo: GRÁFICOS EN MATPLOTLIB</a:t>
            </a:r>
            <a:endParaRPr i="1" sz="1500"/>
          </a:p>
        </p:txBody>
      </p:sp>
      <p:grpSp>
        <p:nvGrpSpPr>
          <p:cNvPr id="2459" name="Google Shape;2459;p99"/>
          <p:cNvGrpSpPr/>
          <p:nvPr/>
        </p:nvGrpSpPr>
        <p:grpSpPr>
          <a:xfrm>
            <a:off x="2743900" y="3588710"/>
            <a:ext cx="350385" cy="268145"/>
            <a:chOff x="12870166" y="7583426"/>
            <a:chExt cx="1461154" cy="1118203"/>
          </a:xfrm>
        </p:grpSpPr>
        <p:sp>
          <p:nvSpPr>
            <p:cNvPr id="2460" name="Google Shape;2460;p99"/>
            <p:cNvSpPr/>
            <p:nvPr/>
          </p:nvSpPr>
          <p:spPr>
            <a:xfrm>
              <a:off x="13380436" y="7643165"/>
              <a:ext cx="399697" cy="144231"/>
            </a:xfrm>
            <a:custGeom>
              <a:rect b="b" l="l" r="r" t="t"/>
              <a:pathLst>
                <a:path extrusionOk="0" h="437" w="1211">
                  <a:moveTo>
                    <a:pt x="809" y="0"/>
                  </a:moveTo>
                  <a:lnTo>
                    <a:pt x="1" y="7"/>
                  </a:lnTo>
                  <a:lnTo>
                    <a:pt x="289" y="436"/>
                  </a:lnTo>
                  <a:lnTo>
                    <a:pt x="1211" y="430"/>
                  </a:lnTo>
                  <a:lnTo>
                    <a:pt x="987" y="96"/>
                  </a:lnTo>
                  <a:cubicBezTo>
                    <a:pt x="947" y="36"/>
                    <a:pt x="880" y="0"/>
                    <a:pt x="809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1" name="Google Shape;2461;p99"/>
            <p:cNvSpPr/>
            <p:nvPr/>
          </p:nvSpPr>
          <p:spPr>
            <a:xfrm>
              <a:off x="13380436" y="7631943"/>
              <a:ext cx="409268" cy="159413"/>
            </a:xfrm>
            <a:custGeom>
              <a:rect b="b" l="l" r="r" t="t"/>
              <a:pathLst>
                <a:path extrusionOk="0" h="483" w="1240">
                  <a:moveTo>
                    <a:pt x="807" y="0"/>
                  </a:moveTo>
                  <a:lnTo>
                    <a:pt x="1" y="7"/>
                  </a:lnTo>
                  <a:lnTo>
                    <a:pt x="2" y="75"/>
                  </a:lnTo>
                  <a:lnTo>
                    <a:pt x="809" y="68"/>
                  </a:lnTo>
                  <a:cubicBezTo>
                    <a:pt x="869" y="68"/>
                    <a:pt x="926" y="98"/>
                    <a:pt x="960" y="148"/>
                  </a:cubicBezTo>
                  <a:lnTo>
                    <a:pt x="1183" y="483"/>
                  </a:lnTo>
                  <a:lnTo>
                    <a:pt x="1240" y="446"/>
                  </a:lnTo>
                  <a:lnTo>
                    <a:pt x="1015" y="111"/>
                  </a:lnTo>
                  <a:cubicBezTo>
                    <a:pt x="969" y="41"/>
                    <a:pt x="892" y="0"/>
                    <a:pt x="80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2" name="Google Shape;2462;p99"/>
            <p:cNvSpPr/>
            <p:nvPr/>
          </p:nvSpPr>
          <p:spPr>
            <a:xfrm>
              <a:off x="12870166" y="7583426"/>
              <a:ext cx="1193149" cy="1118201"/>
            </a:xfrm>
            <a:custGeom>
              <a:rect b="b" l="l" r="r" t="t"/>
              <a:pathLst>
                <a:path extrusionOk="0" h="3388" w="3615">
                  <a:moveTo>
                    <a:pt x="272" y="0"/>
                  </a:moveTo>
                  <a:cubicBezTo>
                    <a:pt x="122" y="0"/>
                    <a:pt x="0" y="122"/>
                    <a:pt x="0" y="272"/>
                  </a:cubicBezTo>
                  <a:lnTo>
                    <a:pt x="0" y="3116"/>
                  </a:lnTo>
                  <a:cubicBezTo>
                    <a:pt x="0" y="3266"/>
                    <a:pt x="122" y="3388"/>
                    <a:pt x="272" y="3388"/>
                  </a:cubicBezTo>
                  <a:lnTo>
                    <a:pt x="3597" y="3388"/>
                  </a:lnTo>
                  <a:lnTo>
                    <a:pt x="3615" y="881"/>
                  </a:lnTo>
                  <a:cubicBezTo>
                    <a:pt x="3615" y="730"/>
                    <a:pt x="3493" y="607"/>
                    <a:pt x="3344" y="607"/>
                  </a:cubicBezTo>
                  <a:cubicBezTo>
                    <a:pt x="3343" y="607"/>
                    <a:pt x="3342" y="607"/>
                    <a:pt x="3341" y="607"/>
                  </a:cubicBezTo>
                  <a:lnTo>
                    <a:pt x="1835" y="617"/>
                  </a:lnTo>
                  <a:lnTo>
                    <a:pt x="1502" y="120"/>
                  </a:lnTo>
                  <a:cubicBezTo>
                    <a:pt x="1451" y="45"/>
                    <a:pt x="1367" y="0"/>
                    <a:pt x="12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3" name="Google Shape;2463;p99"/>
            <p:cNvSpPr/>
            <p:nvPr/>
          </p:nvSpPr>
          <p:spPr>
            <a:xfrm>
              <a:off x="12954661" y="7907864"/>
              <a:ext cx="1025811" cy="736666"/>
            </a:xfrm>
            <a:custGeom>
              <a:rect b="b" l="l" r="r" t="t"/>
              <a:pathLst>
                <a:path extrusionOk="0" h="2232" w="3108">
                  <a:moveTo>
                    <a:pt x="0" y="0"/>
                  </a:moveTo>
                  <a:lnTo>
                    <a:pt x="0" y="2232"/>
                  </a:lnTo>
                  <a:lnTo>
                    <a:pt x="3108" y="2232"/>
                  </a:lnTo>
                  <a:lnTo>
                    <a:pt x="31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4" name="Google Shape;2464;p99"/>
            <p:cNvSpPr/>
            <p:nvPr/>
          </p:nvSpPr>
          <p:spPr>
            <a:xfrm>
              <a:off x="13077112" y="8004568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0"/>
                  </a:moveTo>
                  <a:lnTo>
                    <a:pt x="0" y="68"/>
                  </a:lnTo>
                  <a:lnTo>
                    <a:pt x="2309" y="68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5" name="Google Shape;2465;p99"/>
            <p:cNvSpPr/>
            <p:nvPr/>
          </p:nvSpPr>
          <p:spPr>
            <a:xfrm>
              <a:off x="13077112" y="8057376"/>
              <a:ext cx="762427" cy="22113"/>
            </a:xfrm>
            <a:custGeom>
              <a:rect b="b" l="l" r="r" t="t"/>
              <a:pathLst>
                <a:path extrusionOk="0" h="67" w="2310">
                  <a:moveTo>
                    <a:pt x="0" y="0"/>
                  </a:moveTo>
                  <a:lnTo>
                    <a:pt x="0" y="67"/>
                  </a:lnTo>
                  <a:lnTo>
                    <a:pt x="2309" y="67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6" name="Google Shape;2466;p99"/>
            <p:cNvSpPr/>
            <p:nvPr/>
          </p:nvSpPr>
          <p:spPr>
            <a:xfrm>
              <a:off x="13077112" y="8109854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0"/>
                  </a:moveTo>
                  <a:lnTo>
                    <a:pt x="0" y="68"/>
                  </a:lnTo>
                  <a:lnTo>
                    <a:pt x="2309" y="68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7" name="Google Shape;2467;p99"/>
            <p:cNvSpPr/>
            <p:nvPr/>
          </p:nvSpPr>
          <p:spPr>
            <a:xfrm>
              <a:off x="13077112" y="8162662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0"/>
                  </a:moveTo>
                  <a:lnTo>
                    <a:pt x="0" y="69"/>
                  </a:lnTo>
                  <a:lnTo>
                    <a:pt x="2309" y="69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8" name="Google Shape;2468;p99"/>
            <p:cNvSpPr/>
            <p:nvPr/>
          </p:nvSpPr>
          <p:spPr>
            <a:xfrm>
              <a:off x="13077112" y="8215469"/>
              <a:ext cx="762427" cy="22443"/>
            </a:xfrm>
            <a:custGeom>
              <a:rect b="b" l="l" r="r" t="t"/>
              <a:pathLst>
                <a:path extrusionOk="0" h="68" w="2310">
                  <a:moveTo>
                    <a:pt x="0" y="1"/>
                  </a:moveTo>
                  <a:lnTo>
                    <a:pt x="0" y="67"/>
                  </a:lnTo>
                  <a:lnTo>
                    <a:pt x="2309" y="67"/>
                  </a:lnTo>
                  <a:lnTo>
                    <a:pt x="230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9" name="Google Shape;2469;p99"/>
            <p:cNvSpPr/>
            <p:nvPr/>
          </p:nvSpPr>
          <p:spPr>
            <a:xfrm>
              <a:off x="13077112" y="8267947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1"/>
                  </a:moveTo>
                  <a:lnTo>
                    <a:pt x="0" y="69"/>
                  </a:lnTo>
                  <a:lnTo>
                    <a:pt x="2309" y="69"/>
                  </a:lnTo>
                  <a:lnTo>
                    <a:pt x="230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0" name="Google Shape;2470;p99"/>
            <p:cNvSpPr/>
            <p:nvPr/>
          </p:nvSpPr>
          <p:spPr>
            <a:xfrm>
              <a:off x="13077112" y="8320755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1"/>
                  </a:moveTo>
                  <a:lnTo>
                    <a:pt x="0" y="69"/>
                  </a:lnTo>
                  <a:lnTo>
                    <a:pt x="2309" y="69"/>
                  </a:lnTo>
                  <a:lnTo>
                    <a:pt x="230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1" name="Google Shape;2471;p99"/>
            <p:cNvSpPr/>
            <p:nvPr/>
          </p:nvSpPr>
          <p:spPr>
            <a:xfrm>
              <a:off x="13077112" y="8373893"/>
              <a:ext cx="762427" cy="22113"/>
            </a:xfrm>
            <a:custGeom>
              <a:rect b="b" l="l" r="r" t="t"/>
              <a:pathLst>
                <a:path extrusionOk="0" h="67" w="2310">
                  <a:moveTo>
                    <a:pt x="0" y="0"/>
                  </a:moveTo>
                  <a:lnTo>
                    <a:pt x="0" y="67"/>
                  </a:lnTo>
                  <a:lnTo>
                    <a:pt x="2309" y="67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2" name="Google Shape;2472;p99"/>
            <p:cNvSpPr/>
            <p:nvPr/>
          </p:nvSpPr>
          <p:spPr>
            <a:xfrm>
              <a:off x="13077112" y="8426041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1"/>
                  </a:moveTo>
                  <a:lnTo>
                    <a:pt x="0" y="69"/>
                  </a:lnTo>
                  <a:lnTo>
                    <a:pt x="2309" y="69"/>
                  </a:lnTo>
                  <a:lnTo>
                    <a:pt x="230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3" name="Google Shape;2473;p99"/>
            <p:cNvSpPr/>
            <p:nvPr/>
          </p:nvSpPr>
          <p:spPr>
            <a:xfrm>
              <a:off x="13077112" y="8479178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0"/>
                  </a:moveTo>
                  <a:lnTo>
                    <a:pt x="0" y="68"/>
                  </a:lnTo>
                  <a:lnTo>
                    <a:pt x="2309" y="68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4" name="Google Shape;2474;p99"/>
            <p:cNvSpPr/>
            <p:nvPr/>
          </p:nvSpPr>
          <p:spPr>
            <a:xfrm>
              <a:off x="13077112" y="8531986"/>
              <a:ext cx="762427" cy="22113"/>
            </a:xfrm>
            <a:custGeom>
              <a:rect b="b" l="l" r="r" t="t"/>
              <a:pathLst>
                <a:path extrusionOk="0" h="67" w="2310">
                  <a:moveTo>
                    <a:pt x="0" y="0"/>
                  </a:moveTo>
                  <a:lnTo>
                    <a:pt x="0" y="67"/>
                  </a:lnTo>
                  <a:lnTo>
                    <a:pt x="2309" y="67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5" name="Google Shape;2475;p99"/>
            <p:cNvSpPr/>
            <p:nvPr/>
          </p:nvSpPr>
          <p:spPr>
            <a:xfrm>
              <a:off x="12895251" y="8067937"/>
              <a:ext cx="1436069" cy="633691"/>
            </a:xfrm>
            <a:custGeom>
              <a:rect b="b" l="l" r="r" t="t"/>
              <a:pathLst>
                <a:path extrusionOk="0" h="1920" w="4351">
                  <a:moveTo>
                    <a:pt x="1085" y="1"/>
                  </a:moveTo>
                  <a:cubicBezTo>
                    <a:pt x="946" y="1"/>
                    <a:pt x="818" y="82"/>
                    <a:pt x="757" y="207"/>
                  </a:cubicBezTo>
                  <a:lnTo>
                    <a:pt x="67" y="1627"/>
                  </a:lnTo>
                  <a:cubicBezTo>
                    <a:pt x="0" y="1761"/>
                    <a:pt x="99" y="1920"/>
                    <a:pt x="250" y="1920"/>
                  </a:cubicBezTo>
                  <a:lnTo>
                    <a:pt x="3521" y="1920"/>
                  </a:lnTo>
                  <a:lnTo>
                    <a:pt x="4287" y="292"/>
                  </a:lnTo>
                  <a:cubicBezTo>
                    <a:pt x="4350" y="158"/>
                    <a:pt x="4251" y="1"/>
                    <a:pt x="41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6" name="Google Shape;2476;p99"/>
            <p:cNvSpPr/>
            <p:nvPr/>
          </p:nvSpPr>
          <p:spPr>
            <a:xfrm>
              <a:off x="12907133" y="8057376"/>
              <a:ext cx="1156183" cy="552500"/>
            </a:xfrm>
            <a:custGeom>
              <a:rect b="b" l="l" r="r" t="t"/>
              <a:pathLst>
                <a:path extrusionOk="0" h="1674" w="3503">
                  <a:moveTo>
                    <a:pt x="1049" y="0"/>
                  </a:moveTo>
                  <a:cubicBezTo>
                    <a:pt x="897" y="0"/>
                    <a:pt x="756" y="88"/>
                    <a:pt x="690" y="224"/>
                  </a:cubicBezTo>
                  <a:lnTo>
                    <a:pt x="0" y="1643"/>
                  </a:lnTo>
                  <a:lnTo>
                    <a:pt x="62" y="1673"/>
                  </a:lnTo>
                  <a:lnTo>
                    <a:pt x="751" y="255"/>
                  </a:lnTo>
                  <a:cubicBezTo>
                    <a:pt x="807" y="141"/>
                    <a:pt x="923" y="67"/>
                    <a:pt x="1049" y="67"/>
                  </a:cubicBezTo>
                  <a:lnTo>
                    <a:pt x="3503" y="67"/>
                  </a:lnTo>
                  <a:lnTo>
                    <a:pt x="350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77" name="Google Shape;2477;p99"/>
          <p:cNvSpPr/>
          <p:nvPr/>
        </p:nvSpPr>
        <p:spPr>
          <a:xfrm>
            <a:off x="7753830" y="4560916"/>
            <a:ext cx="52175" cy="52280"/>
          </a:xfrm>
          <a:custGeom>
            <a:rect b="b" l="l" r="r" t="t"/>
            <a:pathLst>
              <a:path extrusionOk="0" h="515" w="514">
                <a:moveTo>
                  <a:pt x="257" y="1"/>
                </a:moveTo>
                <a:cubicBezTo>
                  <a:pt x="116" y="1"/>
                  <a:pt x="0" y="111"/>
                  <a:pt x="0" y="258"/>
                </a:cubicBezTo>
                <a:cubicBezTo>
                  <a:pt x="0" y="398"/>
                  <a:pt x="116" y="514"/>
                  <a:pt x="257" y="514"/>
                </a:cubicBezTo>
                <a:cubicBezTo>
                  <a:pt x="404" y="514"/>
                  <a:pt x="514" y="398"/>
                  <a:pt x="514" y="258"/>
                </a:cubicBezTo>
                <a:cubicBezTo>
                  <a:pt x="514" y="111"/>
                  <a:pt x="404" y="1"/>
                  <a:pt x="257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8" name="Google Shape;2478;p99"/>
          <p:cNvSpPr/>
          <p:nvPr/>
        </p:nvSpPr>
        <p:spPr>
          <a:xfrm>
            <a:off x="7760630" y="4627306"/>
            <a:ext cx="39182" cy="39185"/>
          </a:xfrm>
          <a:custGeom>
            <a:rect b="b" l="l" r="r" t="t"/>
            <a:pathLst>
              <a:path extrusionOk="0" h="386" w="386">
                <a:moveTo>
                  <a:pt x="190" y="1"/>
                </a:moveTo>
                <a:cubicBezTo>
                  <a:pt x="86" y="1"/>
                  <a:pt x="1" y="86"/>
                  <a:pt x="1" y="196"/>
                </a:cubicBezTo>
                <a:cubicBezTo>
                  <a:pt x="1" y="300"/>
                  <a:pt x="86" y="386"/>
                  <a:pt x="190" y="386"/>
                </a:cubicBezTo>
                <a:cubicBezTo>
                  <a:pt x="300" y="386"/>
                  <a:pt x="385" y="300"/>
                  <a:pt x="385" y="196"/>
                </a:cubicBezTo>
                <a:cubicBezTo>
                  <a:pt x="385" y="86"/>
                  <a:pt x="300" y="1"/>
                  <a:pt x="190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79" name="Google Shape;2479;p99"/>
          <p:cNvGrpSpPr/>
          <p:nvPr/>
        </p:nvGrpSpPr>
        <p:grpSpPr>
          <a:xfrm>
            <a:off x="7599671" y="3917723"/>
            <a:ext cx="1260147" cy="1270287"/>
            <a:chOff x="15204966" y="7201785"/>
            <a:chExt cx="3082552" cy="3107357"/>
          </a:xfrm>
        </p:grpSpPr>
        <p:grpSp>
          <p:nvGrpSpPr>
            <p:cNvPr id="2480" name="Google Shape;2480;p99"/>
            <p:cNvGrpSpPr/>
            <p:nvPr/>
          </p:nvGrpSpPr>
          <p:grpSpPr>
            <a:xfrm>
              <a:off x="15441883" y="7201785"/>
              <a:ext cx="2845635" cy="2977210"/>
              <a:chOff x="15441883" y="7201785"/>
              <a:chExt cx="2845635" cy="2977210"/>
            </a:xfrm>
          </p:grpSpPr>
          <p:sp>
            <p:nvSpPr>
              <p:cNvPr id="2481" name="Google Shape;2481;p99"/>
              <p:cNvSpPr/>
              <p:nvPr/>
            </p:nvSpPr>
            <p:spPr>
              <a:xfrm>
                <a:off x="15742140" y="9154113"/>
                <a:ext cx="2030531" cy="1014934"/>
              </a:xfrm>
              <a:custGeom>
                <a:rect b="b" l="l" r="r" t="t"/>
                <a:pathLst>
                  <a:path extrusionOk="0" h="4999" w="10002">
                    <a:moveTo>
                      <a:pt x="5004" y="1"/>
                    </a:moveTo>
                    <a:cubicBezTo>
                      <a:pt x="2242" y="1"/>
                      <a:pt x="0" y="2237"/>
                      <a:pt x="0" y="4998"/>
                    </a:cubicBezTo>
                    <a:lnTo>
                      <a:pt x="10002" y="4998"/>
                    </a:lnTo>
                    <a:cubicBezTo>
                      <a:pt x="10002" y="2237"/>
                      <a:pt x="7765" y="1"/>
                      <a:pt x="5004" y="1"/>
                    </a:cubicBezTo>
                    <a:close/>
                  </a:path>
                </a:pathLst>
              </a:custGeom>
              <a:solidFill>
                <a:srgbClr val="3F3F3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2" name="Google Shape;2482;p99"/>
              <p:cNvSpPr/>
              <p:nvPr/>
            </p:nvSpPr>
            <p:spPr>
              <a:xfrm>
                <a:off x="16173746" y="7927411"/>
                <a:ext cx="1167322" cy="1167408"/>
              </a:xfrm>
              <a:custGeom>
                <a:rect b="b" l="l" r="r" t="t"/>
                <a:pathLst>
                  <a:path extrusionOk="0" h="5750" w="5750">
                    <a:moveTo>
                      <a:pt x="2878" y="0"/>
                    </a:moveTo>
                    <a:cubicBezTo>
                      <a:pt x="1289" y="0"/>
                      <a:pt x="0" y="1289"/>
                      <a:pt x="0" y="2878"/>
                    </a:cubicBezTo>
                    <a:cubicBezTo>
                      <a:pt x="0" y="4460"/>
                      <a:pt x="1289" y="5749"/>
                      <a:pt x="2878" y="5749"/>
                    </a:cubicBezTo>
                    <a:cubicBezTo>
                      <a:pt x="4460" y="5749"/>
                      <a:pt x="5749" y="4460"/>
                      <a:pt x="5749" y="2878"/>
                    </a:cubicBezTo>
                    <a:cubicBezTo>
                      <a:pt x="5749" y="1289"/>
                      <a:pt x="4460" y="0"/>
                      <a:pt x="2878" y="0"/>
                    </a:cubicBezTo>
                    <a:close/>
                  </a:path>
                </a:pathLst>
              </a:custGeom>
              <a:solidFill>
                <a:srgbClr val="FFDC76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3" name="Google Shape;2483;p99"/>
              <p:cNvSpPr/>
              <p:nvPr/>
            </p:nvSpPr>
            <p:spPr>
              <a:xfrm>
                <a:off x="15893385" y="8368999"/>
                <a:ext cx="599293" cy="598119"/>
              </a:xfrm>
              <a:custGeom>
                <a:rect b="b" l="l" r="r" t="t"/>
                <a:pathLst>
                  <a:path extrusionOk="0" h="2946" w="2952">
                    <a:moveTo>
                      <a:pt x="1479" y="153"/>
                    </a:moveTo>
                    <a:cubicBezTo>
                      <a:pt x="2206" y="153"/>
                      <a:pt x="2799" y="746"/>
                      <a:pt x="2799" y="1473"/>
                    </a:cubicBezTo>
                    <a:cubicBezTo>
                      <a:pt x="2799" y="2200"/>
                      <a:pt x="2206" y="2792"/>
                      <a:pt x="1479" y="2792"/>
                    </a:cubicBezTo>
                    <a:cubicBezTo>
                      <a:pt x="746" y="2792"/>
                      <a:pt x="153" y="2200"/>
                      <a:pt x="153" y="1473"/>
                    </a:cubicBezTo>
                    <a:cubicBezTo>
                      <a:pt x="153" y="746"/>
                      <a:pt x="746" y="153"/>
                      <a:pt x="1479" y="153"/>
                    </a:cubicBezTo>
                    <a:close/>
                    <a:moveTo>
                      <a:pt x="1479" y="0"/>
                    </a:moveTo>
                    <a:cubicBezTo>
                      <a:pt x="666" y="0"/>
                      <a:pt x="0" y="660"/>
                      <a:pt x="0" y="1473"/>
                    </a:cubicBezTo>
                    <a:cubicBezTo>
                      <a:pt x="0" y="2285"/>
                      <a:pt x="666" y="2945"/>
                      <a:pt x="1479" y="2945"/>
                    </a:cubicBezTo>
                    <a:cubicBezTo>
                      <a:pt x="2292" y="2945"/>
                      <a:pt x="2951" y="2285"/>
                      <a:pt x="2951" y="1473"/>
                    </a:cubicBezTo>
                    <a:cubicBezTo>
                      <a:pt x="2951" y="660"/>
                      <a:pt x="2292" y="0"/>
                      <a:pt x="14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4" name="Google Shape;2484;p99"/>
              <p:cNvSpPr/>
              <p:nvPr/>
            </p:nvSpPr>
            <p:spPr>
              <a:xfrm>
                <a:off x="16647580" y="8368999"/>
                <a:ext cx="597872" cy="598119"/>
              </a:xfrm>
              <a:custGeom>
                <a:rect b="b" l="l" r="r" t="t"/>
                <a:pathLst>
                  <a:path extrusionOk="0" h="2946" w="2945">
                    <a:moveTo>
                      <a:pt x="1473" y="153"/>
                    </a:moveTo>
                    <a:cubicBezTo>
                      <a:pt x="2200" y="153"/>
                      <a:pt x="2792" y="746"/>
                      <a:pt x="2792" y="1473"/>
                    </a:cubicBezTo>
                    <a:cubicBezTo>
                      <a:pt x="2792" y="2200"/>
                      <a:pt x="2200" y="2792"/>
                      <a:pt x="1473" y="2792"/>
                    </a:cubicBezTo>
                    <a:cubicBezTo>
                      <a:pt x="746" y="2792"/>
                      <a:pt x="153" y="2200"/>
                      <a:pt x="153" y="1473"/>
                    </a:cubicBezTo>
                    <a:cubicBezTo>
                      <a:pt x="153" y="746"/>
                      <a:pt x="746" y="153"/>
                      <a:pt x="1473" y="153"/>
                    </a:cubicBezTo>
                    <a:close/>
                    <a:moveTo>
                      <a:pt x="1473" y="0"/>
                    </a:moveTo>
                    <a:cubicBezTo>
                      <a:pt x="660" y="0"/>
                      <a:pt x="0" y="660"/>
                      <a:pt x="0" y="1473"/>
                    </a:cubicBezTo>
                    <a:cubicBezTo>
                      <a:pt x="0" y="2285"/>
                      <a:pt x="660" y="2945"/>
                      <a:pt x="1473" y="2945"/>
                    </a:cubicBezTo>
                    <a:cubicBezTo>
                      <a:pt x="2285" y="2945"/>
                      <a:pt x="2945" y="2285"/>
                      <a:pt x="2945" y="1473"/>
                    </a:cubicBezTo>
                    <a:cubicBezTo>
                      <a:pt x="2945" y="660"/>
                      <a:pt x="2285" y="0"/>
                      <a:pt x="147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5" name="Google Shape;2485;p99"/>
              <p:cNvSpPr/>
              <p:nvPr/>
            </p:nvSpPr>
            <p:spPr>
              <a:xfrm>
                <a:off x="16551961" y="8674152"/>
                <a:ext cx="111860" cy="234700"/>
              </a:xfrm>
              <a:custGeom>
                <a:rect b="b" l="l" r="r" t="t"/>
                <a:pathLst>
                  <a:path extrusionOk="0" h="1156" w="551">
                    <a:moveTo>
                      <a:pt x="1" y="0"/>
                    </a:moveTo>
                    <a:lnTo>
                      <a:pt x="1" y="1155"/>
                    </a:lnTo>
                    <a:lnTo>
                      <a:pt x="551" y="1155"/>
                    </a:lnTo>
                    <a:lnTo>
                      <a:pt x="551" y="1002"/>
                    </a:lnTo>
                    <a:lnTo>
                      <a:pt x="153" y="1002"/>
                    </a:lnTo>
                    <a:lnTo>
                      <a:pt x="15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6" name="Google Shape;2486;p99"/>
              <p:cNvSpPr/>
              <p:nvPr/>
            </p:nvSpPr>
            <p:spPr>
              <a:xfrm>
                <a:off x="17188205" y="7201785"/>
                <a:ext cx="1099313" cy="1037064"/>
              </a:xfrm>
              <a:custGeom>
                <a:rect b="b" l="l" r="r" t="t"/>
                <a:pathLst>
                  <a:path extrusionOk="0" h="5108" w="5415">
                    <a:moveTo>
                      <a:pt x="1644" y="0"/>
                    </a:moveTo>
                    <a:cubicBezTo>
                      <a:pt x="740" y="0"/>
                      <a:pt x="1" y="739"/>
                      <a:pt x="1" y="1644"/>
                    </a:cubicBezTo>
                    <a:cubicBezTo>
                      <a:pt x="1" y="2554"/>
                      <a:pt x="740" y="3287"/>
                      <a:pt x="1644" y="3287"/>
                    </a:cubicBezTo>
                    <a:lnTo>
                      <a:pt x="1864" y="3287"/>
                    </a:lnTo>
                    <a:lnTo>
                      <a:pt x="1101" y="5108"/>
                    </a:lnTo>
                    <a:lnTo>
                      <a:pt x="1101" y="5108"/>
                    </a:lnTo>
                    <a:lnTo>
                      <a:pt x="3587" y="3287"/>
                    </a:lnTo>
                    <a:lnTo>
                      <a:pt x="3777" y="3287"/>
                    </a:lnTo>
                    <a:cubicBezTo>
                      <a:pt x="4681" y="3287"/>
                      <a:pt x="5414" y="2554"/>
                      <a:pt x="5414" y="1644"/>
                    </a:cubicBezTo>
                    <a:cubicBezTo>
                      <a:pt x="5414" y="739"/>
                      <a:pt x="4681" y="0"/>
                      <a:pt x="377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/>
              </a:p>
            </p:txBody>
          </p:sp>
          <p:sp>
            <p:nvSpPr>
              <p:cNvPr id="2487" name="Google Shape;2487;p99"/>
              <p:cNvSpPr/>
              <p:nvPr/>
            </p:nvSpPr>
            <p:spPr>
              <a:xfrm>
                <a:off x="17612027" y="7351823"/>
                <a:ext cx="249502" cy="372352"/>
              </a:xfrm>
              <a:custGeom>
                <a:rect b="b" l="l" r="r" t="t"/>
                <a:pathLst>
                  <a:path extrusionOk="0" h="1834" w="1229">
                    <a:moveTo>
                      <a:pt x="636" y="0"/>
                    </a:moveTo>
                    <a:cubicBezTo>
                      <a:pt x="348" y="0"/>
                      <a:pt x="135" y="98"/>
                      <a:pt x="0" y="269"/>
                    </a:cubicBezTo>
                    <a:lnTo>
                      <a:pt x="135" y="373"/>
                    </a:lnTo>
                    <a:cubicBezTo>
                      <a:pt x="244" y="239"/>
                      <a:pt x="409" y="165"/>
                      <a:pt x="623" y="165"/>
                    </a:cubicBezTo>
                    <a:cubicBezTo>
                      <a:pt x="886" y="165"/>
                      <a:pt x="1039" y="294"/>
                      <a:pt x="1039" y="477"/>
                    </a:cubicBezTo>
                    <a:cubicBezTo>
                      <a:pt x="1039" y="819"/>
                      <a:pt x="568" y="856"/>
                      <a:pt x="568" y="1277"/>
                    </a:cubicBezTo>
                    <a:lnTo>
                      <a:pt x="758" y="1277"/>
                    </a:lnTo>
                    <a:cubicBezTo>
                      <a:pt x="758" y="911"/>
                      <a:pt x="1228" y="892"/>
                      <a:pt x="1228" y="452"/>
                    </a:cubicBezTo>
                    <a:cubicBezTo>
                      <a:pt x="1228" y="178"/>
                      <a:pt x="996" y="0"/>
                      <a:pt x="636" y="0"/>
                    </a:cubicBezTo>
                    <a:close/>
                    <a:moveTo>
                      <a:pt x="666" y="1571"/>
                    </a:moveTo>
                    <a:cubicBezTo>
                      <a:pt x="587" y="1571"/>
                      <a:pt x="532" y="1626"/>
                      <a:pt x="532" y="1699"/>
                    </a:cubicBezTo>
                    <a:cubicBezTo>
                      <a:pt x="532" y="1772"/>
                      <a:pt x="587" y="1833"/>
                      <a:pt x="666" y="1833"/>
                    </a:cubicBezTo>
                    <a:cubicBezTo>
                      <a:pt x="739" y="1833"/>
                      <a:pt x="800" y="1772"/>
                      <a:pt x="800" y="1699"/>
                    </a:cubicBezTo>
                    <a:cubicBezTo>
                      <a:pt x="800" y="1626"/>
                      <a:pt x="739" y="1571"/>
                      <a:pt x="666" y="157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8" name="Google Shape;2488;p99"/>
              <p:cNvSpPr/>
              <p:nvPr/>
            </p:nvSpPr>
            <p:spPr>
              <a:xfrm>
                <a:off x="15441883" y="9053613"/>
                <a:ext cx="655121" cy="1125381"/>
              </a:xfrm>
              <a:custGeom>
                <a:rect b="b" l="l" r="r" t="t"/>
                <a:pathLst>
                  <a:path extrusionOk="0" h="5543" w="3227">
                    <a:moveTo>
                      <a:pt x="355" y="1"/>
                    </a:moveTo>
                    <a:cubicBezTo>
                      <a:pt x="159" y="1"/>
                      <a:pt x="1" y="160"/>
                      <a:pt x="1" y="355"/>
                    </a:cubicBezTo>
                    <a:lnTo>
                      <a:pt x="1" y="5194"/>
                    </a:lnTo>
                    <a:cubicBezTo>
                      <a:pt x="1" y="5390"/>
                      <a:pt x="159" y="5542"/>
                      <a:pt x="355" y="5542"/>
                    </a:cubicBezTo>
                    <a:lnTo>
                      <a:pt x="2878" y="5542"/>
                    </a:lnTo>
                    <a:cubicBezTo>
                      <a:pt x="3068" y="5542"/>
                      <a:pt x="3226" y="5390"/>
                      <a:pt x="3226" y="5194"/>
                    </a:cubicBezTo>
                    <a:lnTo>
                      <a:pt x="3226" y="355"/>
                    </a:lnTo>
                    <a:cubicBezTo>
                      <a:pt x="3226" y="160"/>
                      <a:pt x="3068" y="1"/>
                      <a:pt x="2878" y="1"/>
                    </a:cubicBezTo>
                    <a:close/>
                  </a:path>
                </a:pathLst>
              </a:custGeom>
              <a:solidFill>
                <a:srgbClr val="FFC51A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9" name="Google Shape;2489;p99"/>
              <p:cNvSpPr/>
              <p:nvPr/>
            </p:nvSpPr>
            <p:spPr>
              <a:xfrm>
                <a:off x="16600278" y="9799136"/>
                <a:ext cx="1244264" cy="369916"/>
              </a:xfrm>
              <a:custGeom>
                <a:rect b="b" l="l" r="r" t="t"/>
                <a:pathLst>
                  <a:path extrusionOk="0" h="1822" w="6129">
                    <a:moveTo>
                      <a:pt x="4887" y="1"/>
                    </a:moveTo>
                    <a:cubicBezTo>
                      <a:pt x="4879" y="1"/>
                      <a:pt x="4872" y="1"/>
                      <a:pt x="4864" y="1"/>
                    </a:cubicBezTo>
                    <a:lnTo>
                      <a:pt x="3355" y="31"/>
                    </a:lnTo>
                    <a:lnTo>
                      <a:pt x="1229" y="74"/>
                    </a:lnTo>
                    <a:cubicBezTo>
                      <a:pt x="545" y="86"/>
                      <a:pt x="1" y="648"/>
                      <a:pt x="13" y="1333"/>
                    </a:cubicBezTo>
                    <a:cubicBezTo>
                      <a:pt x="19" y="1510"/>
                      <a:pt x="56" y="1675"/>
                      <a:pt x="123" y="1821"/>
                    </a:cubicBezTo>
                    <a:lnTo>
                      <a:pt x="5982" y="1821"/>
                    </a:lnTo>
                    <a:cubicBezTo>
                      <a:pt x="6080" y="1644"/>
                      <a:pt x="6129" y="1437"/>
                      <a:pt x="6129" y="1217"/>
                    </a:cubicBezTo>
                    <a:cubicBezTo>
                      <a:pt x="6117" y="540"/>
                      <a:pt x="5561" y="1"/>
                      <a:pt x="4887" y="1"/>
                    </a:cubicBezTo>
                    <a:close/>
                  </a:path>
                </a:pathLst>
              </a:custGeom>
              <a:solidFill>
                <a:srgbClr val="FFDC76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0" name="Google Shape;2490;p99"/>
              <p:cNvSpPr/>
              <p:nvPr/>
            </p:nvSpPr>
            <p:spPr>
              <a:xfrm>
                <a:off x="16476237" y="8651819"/>
                <a:ext cx="187584" cy="31266"/>
              </a:xfrm>
              <a:custGeom>
                <a:rect b="b" l="l" r="r" t="t"/>
                <a:pathLst>
                  <a:path extrusionOk="0" h="154" w="924">
                    <a:moveTo>
                      <a:pt x="1" y="0"/>
                    </a:moveTo>
                    <a:lnTo>
                      <a:pt x="1" y="153"/>
                    </a:lnTo>
                    <a:lnTo>
                      <a:pt x="924" y="153"/>
                    </a:lnTo>
                    <a:lnTo>
                      <a:pt x="92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491" name="Google Shape;2491;p99"/>
            <p:cNvSpPr/>
            <p:nvPr/>
          </p:nvSpPr>
          <p:spPr>
            <a:xfrm>
              <a:off x="15204966" y="9799136"/>
              <a:ext cx="709732" cy="510005"/>
            </a:xfrm>
            <a:custGeom>
              <a:rect b="b" l="l" r="r" t="t"/>
              <a:pathLst>
                <a:path extrusionOk="0" h="2512" w="3496">
                  <a:moveTo>
                    <a:pt x="1255" y="1"/>
                  </a:moveTo>
                  <a:cubicBezTo>
                    <a:pt x="581" y="1"/>
                    <a:pt x="31" y="540"/>
                    <a:pt x="13" y="1217"/>
                  </a:cubicBezTo>
                  <a:cubicBezTo>
                    <a:pt x="1" y="1901"/>
                    <a:pt x="544" y="2469"/>
                    <a:pt x="1229" y="2481"/>
                  </a:cubicBezTo>
                  <a:lnTo>
                    <a:pt x="1320" y="2481"/>
                  </a:lnTo>
                  <a:lnTo>
                    <a:pt x="1320" y="2512"/>
                  </a:lnTo>
                  <a:lnTo>
                    <a:pt x="1748" y="2500"/>
                  </a:lnTo>
                  <a:lnTo>
                    <a:pt x="2182" y="2512"/>
                  </a:lnTo>
                  <a:lnTo>
                    <a:pt x="2182" y="2481"/>
                  </a:lnTo>
                  <a:lnTo>
                    <a:pt x="2267" y="2481"/>
                  </a:lnTo>
                  <a:cubicBezTo>
                    <a:pt x="2952" y="2469"/>
                    <a:pt x="3495" y="1901"/>
                    <a:pt x="3483" y="1217"/>
                  </a:cubicBezTo>
                  <a:cubicBezTo>
                    <a:pt x="3471" y="540"/>
                    <a:pt x="2915" y="1"/>
                    <a:pt x="2241" y="1"/>
                  </a:cubicBezTo>
                  <a:cubicBezTo>
                    <a:pt x="2234" y="1"/>
                    <a:pt x="2226" y="1"/>
                    <a:pt x="2218" y="1"/>
                  </a:cubicBezTo>
                  <a:lnTo>
                    <a:pt x="1809" y="19"/>
                  </a:lnTo>
                  <a:lnTo>
                    <a:pt x="1278" y="1"/>
                  </a:lnTo>
                  <a:cubicBezTo>
                    <a:pt x="1270" y="1"/>
                    <a:pt x="1262" y="1"/>
                    <a:pt x="1255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92" name="Google Shape;2492;p99"/>
          <p:cNvGrpSpPr/>
          <p:nvPr/>
        </p:nvGrpSpPr>
        <p:grpSpPr>
          <a:xfrm>
            <a:off x="2727302" y="4127559"/>
            <a:ext cx="481010" cy="323364"/>
            <a:chOff x="2745675" y="1571799"/>
            <a:chExt cx="4474516" cy="3008034"/>
          </a:xfrm>
        </p:grpSpPr>
        <p:sp>
          <p:nvSpPr>
            <p:cNvPr id="2493" name="Google Shape;2493;p99"/>
            <p:cNvSpPr/>
            <p:nvPr/>
          </p:nvSpPr>
          <p:spPr>
            <a:xfrm>
              <a:off x="2745675" y="2134751"/>
              <a:ext cx="3832953" cy="408995"/>
            </a:xfrm>
            <a:custGeom>
              <a:rect b="b" l="l" r="r" t="t"/>
              <a:pathLst>
                <a:path extrusionOk="0" h="1749" w="16391">
                  <a:moveTo>
                    <a:pt x="0" y="1"/>
                  </a:moveTo>
                  <a:lnTo>
                    <a:pt x="0" y="1749"/>
                  </a:lnTo>
                  <a:lnTo>
                    <a:pt x="16391" y="1749"/>
                  </a:lnTo>
                  <a:lnTo>
                    <a:pt x="16391" y="1"/>
                  </a:lnTo>
                  <a:close/>
                </a:path>
              </a:pathLst>
            </a:custGeom>
            <a:solidFill>
              <a:srgbClr val="CC9E1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4" name="Google Shape;2494;p99"/>
            <p:cNvSpPr/>
            <p:nvPr/>
          </p:nvSpPr>
          <p:spPr>
            <a:xfrm>
              <a:off x="3030966" y="2265937"/>
              <a:ext cx="146621" cy="146855"/>
            </a:xfrm>
            <a:custGeom>
              <a:rect b="b" l="l" r="r" t="t"/>
              <a:pathLst>
                <a:path extrusionOk="0" h="628" w="627">
                  <a:moveTo>
                    <a:pt x="314" y="0"/>
                  </a:moveTo>
                  <a:cubicBezTo>
                    <a:pt x="132" y="0"/>
                    <a:pt x="0" y="149"/>
                    <a:pt x="0" y="314"/>
                  </a:cubicBezTo>
                  <a:cubicBezTo>
                    <a:pt x="0" y="495"/>
                    <a:pt x="132" y="627"/>
                    <a:pt x="314" y="627"/>
                  </a:cubicBezTo>
                  <a:cubicBezTo>
                    <a:pt x="478" y="627"/>
                    <a:pt x="627" y="495"/>
                    <a:pt x="627" y="314"/>
                  </a:cubicBezTo>
                  <a:cubicBezTo>
                    <a:pt x="627" y="149"/>
                    <a:pt x="478" y="0"/>
                    <a:pt x="31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5" name="Google Shape;2495;p99"/>
            <p:cNvSpPr/>
            <p:nvPr/>
          </p:nvSpPr>
          <p:spPr>
            <a:xfrm>
              <a:off x="3250781" y="2265937"/>
              <a:ext cx="146621" cy="146855"/>
            </a:xfrm>
            <a:custGeom>
              <a:rect b="b" l="l" r="r" t="t"/>
              <a:pathLst>
                <a:path extrusionOk="0" h="628" w="627">
                  <a:moveTo>
                    <a:pt x="313" y="0"/>
                  </a:moveTo>
                  <a:cubicBezTo>
                    <a:pt x="149" y="0"/>
                    <a:pt x="0" y="149"/>
                    <a:pt x="0" y="314"/>
                  </a:cubicBezTo>
                  <a:cubicBezTo>
                    <a:pt x="0" y="495"/>
                    <a:pt x="149" y="627"/>
                    <a:pt x="313" y="627"/>
                  </a:cubicBezTo>
                  <a:cubicBezTo>
                    <a:pt x="495" y="627"/>
                    <a:pt x="627" y="495"/>
                    <a:pt x="627" y="314"/>
                  </a:cubicBezTo>
                  <a:cubicBezTo>
                    <a:pt x="627" y="149"/>
                    <a:pt x="495" y="0"/>
                    <a:pt x="31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6" name="Google Shape;2496;p99"/>
            <p:cNvSpPr/>
            <p:nvPr/>
          </p:nvSpPr>
          <p:spPr>
            <a:xfrm>
              <a:off x="3466621" y="2265937"/>
              <a:ext cx="146855" cy="146855"/>
            </a:xfrm>
            <a:custGeom>
              <a:rect b="b" l="l" r="r" t="t"/>
              <a:pathLst>
                <a:path extrusionOk="0" h="628" w="628">
                  <a:moveTo>
                    <a:pt x="314" y="0"/>
                  </a:moveTo>
                  <a:cubicBezTo>
                    <a:pt x="149" y="0"/>
                    <a:pt x="1" y="149"/>
                    <a:pt x="1" y="314"/>
                  </a:cubicBezTo>
                  <a:cubicBezTo>
                    <a:pt x="1" y="495"/>
                    <a:pt x="149" y="627"/>
                    <a:pt x="314" y="627"/>
                  </a:cubicBezTo>
                  <a:cubicBezTo>
                    <a:pt x="495" y="627"/>
                    <a:pt x="627" y="495"/>
                    <a:pt x="627" y="314"/>
                  </a:cubicBezTo>
                  <a:cubicBezTo>
                    <a:pt x="627" y="149"/>
                    <a:pt x="495" y="0"/>
                    <a:pt x="31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7" name="Google Shape;2497;p99"/>
            <p:cNvSpPr/>
            <p:nvPr/>
          </p:nvSpPr>
          <p:spPr>
            <a:xfrm>
              <a:off x="2745675" y="2543510"/>
              <a:ext cx="3836929" cy="2036322"/>
            </a:xfrm>
            <a:custGeom>
              <a:rect b="b" l="l" r="r" t="t"/>
              <a:pathLst>
                <a:path extrusionOk="0" h="8708" w="16408">
                  <a:moveTo>
                    <a:pt x="0" y="1"/>
                  </a:moveTo>
                  <a:lnTo>
                    <a:pt x="0" y="8707"/>
                  </a:lnTo>
                  <a:lnTo>
                    <a:pt x="16407" y="8707"/>
                  </a:lnTo>
                  <a:lnTo>
                    <a:pt x="16407" y="1"/>
                  </a:ln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8" name="Google Shape;2498;p99"/>
            <p:cNvSpPr/>
            <p:nvPr/>
          </p:nvSpPr>
          <p:spPr>
            <a:xfrm>
              <a:off x="3312517" y="3384180"/>
              <a:ext cx="929300" cy="694286"/>
            </a:xfrm>
            <a:custGeom>
              <a:rect b="b" l="l" r="r" t="t"/>
              <a:pathLst>
                <a:path extrusionOk="0" h="2969" w="3974">
                  <a:moveTo>
                    <a:pt x="0" y="0"/>
                  </a:moveTo>
                  <a:lnTo>
                    <a:pt x="0" y="2969"/>
                  </a:lnTo>
                  <a:lnTo>
                    <a:pt x="3974" y="2969"/>
                  </a:lnTo>
                  <a:lnTo>
                    <a:pt x="39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9" name="Google Shape;2499;p99"/>
            <p:cNvSpPr/>
            <p:nvPr/>
          </p:nvSpPr>
          <p:spPr>
            <a:xfrm flipH="1">
              <a:off x="4604276" y="3384175"/>
              <a:ext cx="1476974" cy="17100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0" name="Google Shape;2500;p99"/>
            <p:cNvSpPr/>
            <p:nvPr/>
          </p:nvSpPr>
          <p:spPr>
            <a:xfrm flipH="1">
              <a:off x="4604276" y="3718800"/>
              <a:ext cx="1476974" cy="17100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1" name="Google Shape;2501;p99"/>
            <p:cNvSpPr/>
            <p:nvPr/>
          </p:nvSpPr>
          <p:spPr>
            <a:xfrm flipH="1">
              <a:off x="4604276" y="4069800"/>
              <a:ext cx="1476974" cy="17100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2" name="Google Shape;2502;p99"/>
            <p:cNvSpPr/>
            <p:nvPr/>
          </p:nvSpPr>
          <p:spPr>
            <a:xfrm flipH="1">
              <a:off x="2745675" y="2535075"/>
              <a:ext cx="3832950" cy="17100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3" name="Google Shape;2503;p99"/>
            <p:cNvSpPr/>
            <p:nvPr/>
          </p:nvSpPr>
          <p:spPr>
            <a:xfrm flipH="1">
              <a:off x="3312523" y="3024750"/>
              <a:ext cx="2768727" cy="17100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04" name="Google Shape;2504;p99"/>
            <p:cNvGrpSpPr/>
            <p:nvPr/>
          </p:nvGrpSpPr>
          <p:grpSpPr>
            <a:xfrm>
              <a:off x="5432370" y="1571799"/>
              <a:ext cx="1787821" cy="1110626"/>
              <a:chOff x="9585270" y="1688849"/>
              <a:chExt cx="1787821" cy="1110626"/>
            </a:xfrm>
          </p:grpSpPr>
          <p:sp>
            <p:nvSpPr>
              <p:cNvPr id="2505" name="Google Shape;2505;p99"/>
              <p:cNvSpPr/>
              <p:nvPr/>
            </p:nvSpPr>
            <p:spPr>
              <a:xfrm>
                <a:off x="9607309" y="1710888"/>
                <a:ext cx="1743743" cy="1064656"/>
              </a:xfrm>
              <a:custGeom>
                <a:rect b="b" l="l" r="r" t="t"/>
                <a:pathLst>
                  <a:path extrusionOk="0" h="9565" w="15666">
                    <a:moveTo>
                      <a:pt x="8658" y="1"/>
                    </a:moveTo>
                    <a:cubicBezTo>
                      <a:pt x="6531" y="1"/>
                      <a:pt x="4651" y="1419"/>
                      <a:pt x="4057" y="3464"/>
                    </a:cubicBezTo>
                    <a:lnTo>
                      <a:pt x="4008" y="3645"/>
                    </a:lnTo>
                    <a:lnTo>
                      <a:pt x="3810" y="3596"/>
                    </a:lnTo>
                    <a:cubicBezTo>
                      <a:pt x="3562" y="3530"/>
                      <a:pt x="3299" y="3497"/>
                      <a:pt x="3035" y="3497"/>
                    </a:cubicBezTo>
                    <a:cubicBezTo>
                      <a:pt x="1369" y="3497"/>
                      <a:pt x="1" y="4865"/>
                      <a:pt x="1" y="6531"/>
                    </a:cubicBezTo>
                    <a:cubicBezTo>
                      <a:pt x="1" y="8213"/>
                      <a:pt x="1369" y="9565"/>
                      <a:pt x="3035" y="9565"/>
                    </a:cubicBezTo>
                    <a:lnTo>
                      <a:pt x="13638" y="9565"/>
                    </a:lnTo>
                    <a:cubicBezTo>
                      <a:pt x="14759" y="9565"/>
                      <a:pt x="15666" y="8658"/>
                      <a:pt x="15666" y="7553"/>
                    </a:cubicBezTo>
                    <a:cubicBezTo>
                      <a:pt x="15666" y="6432"/>
                      <a:pt x="14759" y="5525"/>
                      <a:pt x="13654" y="5525"/>
                    </a:cubicBezTo>
                    <a:lnTo>
                      <a:pt x="13390" y="5525"/>
                    </a:lnTo>
                    <a:lnTo>
                      <a:pt x="13407" y="5294"/>
                    </a:lnTo>
                    <a:cubicBezTo>
                      <a:pt x="13423" y="5129"/>
                      <a:pt x="13440" y="4948"/>
                      <a:pt x="13440" y="4783"/>
                    </a:cubicBezTo>
                    <a:cubicBezTo>
                      <a:pt x="13440" y="2144"/>
                      <a:pt x="11296" y="1"/>
                      <a:pt x="865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/>
              </a:p>
            </p:txBody>
          </p:sp>
          <p:sp>
            <p:nvSpPr>
              <p:cNvPr id="2506" name="Google Shape;2506;p99"/>
              <p:cNvSpPr/>
              <p:nvPr/>
            </p:nvSpPr>
            <p:spPr>
              <a:xfrm>
                <a:off x="9585270" y="1688849"/>
                <a:ext cx="1787821" cy="1110626"/>
              </a:xfrm>
              <a:custGeom>
                <a:rect b="b" l="l" r="r" t="t"/>
                <a:pathLst>
                  <a:path extrusionOk="0" h="9978" w="16062">
                    <a:moveTo>
                      <a:pt x="8856" y="413"/>
                    </a:moveTo>
                    <a:cubicBezTo>
                      <a:pt x="11379" y="413"/>
                      <a:pt x="13423" y="2458"/>
                      <a:pt x="13423" y="4981"/>
                    </a:cubicBezTo>
                    <a:cubicBezTo>
                      <a:pt x="13423" y="5146"/>
                      <a:pt x="13423" y="5311"/>
                      <a:pt x="13407" y="5475"/>
                    </a:cubicBezTo>
                    <a:lnTo>
                      <a:pt x="13357" y="5937"/>
                    </a:lnTo>
                    <a:lnTo>
                      <a:pt x="13852" y="5937"/>
                    </a:lnTo>
                    <a:cubicBezTo>
                      <a:pt x="14841" y="5937"/>
                      <a:pt x="15649" y="6745"/>
                      <a:pt x="15649" y="7751"/>
                    </a:cubicBezTo>
                    <a:cubicBezTo>
                      <a:pt x="15649" y="8740"/>
                      <a:pt x="14841" y="9565"/>
                      <a:pt x="13836" y="9565"/>
                    </a:cubicBezTo>
                    <a:lnTo>
                      <a:pt x="3233" y="9565"/>
                    </a:lnTo>
                    <a:cubicBezTo>
                      <a:pt x="1666" y="9565"/>
                      <a:pt x="413" y="8295"/>
                      <a:pt x="413" y="6729"/>
                    </a:cubicBezTo>
                    <a:cubicBezTo>
                      <a:pt x="413" y="5179"/>
                      <a:pt x="1666" y="3909"/>
                      <a:pt x="3233" y="3909"/>
                    </a:cubicBezTo>
                    <a:cubicBezTo>
                      <a:pt x="3480" y="3909"/>
                      <a:pt x="3711" y="3942"/>
                      <a:pt x="3958" y="3991"/>
                    </a:cubicBezTo>
                    <a:lnTo>
                      <a:pt x="4338" y="4107"/>
                    </a:lnTo>
                    <a:lnTo>
                      <a:pt x="4453" y="3711"/>
                    </a:lnTo>
                    <a:cubicBezTo>
                      <a:pt x="5014" y="1765"/>
                      <a:pt x="6828" y="413"/>
                      <a:pt x="8856" y="413"/>
                    </a:cubicBezTo>
                    <a:close/>
                    <a:moveTo>
                      <a:pt x="8856" y="1"/>
                    </a:moveTo>
                    <a:cubicBezTo>
                      <a:pt x="6580" y="1"/>
                      <a:pt x="4651" y="1518"/>
                      <a:pt x="4057" y="3596"/>
                    </a:cubicBezTo>
                    <a:cubicBezTo>
                      <a:pt x="3793" y="3530"/>
                      <a:pt x="3513" y="3497"/>
                      <a:pt x="3233" y="3497"/>
                    </a:cubicBezTo>
                    <a:cubicBezTo>
                      <a:pt x="1452" y="3497"/>
                      <a:pt x="1" y="4948"/>
                      <a:pt x="1" y="6729"/>
                    </a:cubicBezTo>
                    <a:cubicBezTo>
                      <a:pt x="1" y="8526"/>
                      <a:pt x="1452" y="9977"/>
                      <a:pt x="3233" y="9977"/>
                    </a:cubicBezTo>
                    <a:lnTo>
                      <a:pt x="13836" y="9977"/>
                    </a:lnTo>
                    <a:cubicBezTo>
                      <a:pt x="15072" y="9977"/>
                      <a:pt x="16062" y="8971"/>
                      <a:pt x="16062" y="7751"/>
                    </a:cubicBezTo>
                    <a:cubicBezTo>
                      <a:pt x="16062" y="6514"/>
                      <a:pt x="15072" y="5525"/>
                      <a:pt x="13836" y="5525"/>
                    </a:cubicBezTo>
                    <a:lnTo>
                      <a:pt x="13819" y="5525"/>
                    </a:lnTo>
                    <a:cubicBezTo>
                      <a:pt x="13836" y="5344"/>
                      <a:pt x="13836" y="5162"/>
                      <a:pt x="13836" y="4981"/>
                    </a:cubicBezTo>
                    <a:cubicBezTo>
                      <a:pt x="13836" y="2227"/>
                      <a:pt x="11609" y="1"/>
                      <a:pt x="8856" y="1"/>
                    </a:cubicBezTo>
                    <a:close/>
                  </a:path>
                </a:pathLst>
              </a:custGeom>
              <a:solidFill>
                <a:srgbClr val="FFC51A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507" name="Google Shape;2507;p99"/>
            <p:cNvSpPr/>
            <p:nvPr/>
          </p:nvSpPr>
          <p:spPr>
            <a:xfrm>
              <a:off x="5432357" y="1571918"/>
              <a:ext cx="1787821" cy="1110515"/>
            </a:xfrm>
            <a:custGeom>
              <a:rect b="b" l="l" r="r" t="t"/>
              <a:pathLst>
                <a:path extrusionOk="0" h="9977" w="16062">
                  <a:moveTo>
                    <a:pt x="8856" y="0"/>
                  </a:moveTo>
                  <a:cubicBezTo>
                    <a:pt x="6580" y="0"/>
                    <a:pt x="4651" y="1518"/>
                    <a:pt x="4057" y="3595"/>
                  </a:cubicBezTo>
                  <a:cubicBezTo>
                    <a:pt x="3793" y="3529"/>
                    <a:pt x="3513" y="3496"/>
                    <a:pt x="3233" y="3496"/>
                  </a:cubicBezTo>
                  <a:cubicBezTo>
                    <a:pt x="1452" y="3496"/>
                    <a:pt x="1" y="4947"/>
                    <a:pt x="1" y="6745"/>
                  </a:cubicBezTo>
                  <a:cubicBezTo>
                    <a:pt x="1" y="8526"/>
                    <a:pt x="1452" y="9977"/>
                    <a:pt x="3233" y="9977"/>
                  </a:cubicBezTo>
                  <a:lnTo>
                    <a:pt x="13836" y="9977"/>
                  </a:lnTo>
                  <a:cubicBezTo>
                    <a:pt x="15072" y="9977"/>
                    <a:pt x="16062" y="8987"/>
                    <a:pt x="16062" y="7751"/>
                  </a:cubicBezTo>
                  <a:cubicBezTo>
                    <a:pt x="16062" y="6514"/>
                    <a:pt x="15072" y="5525"/>
                    <a:pt x="13836" y="5525"/>
                  </a:cubicBezTo>
                  <a:lnTo>
                    <a:pt x="13819" y="5525"/>
                  </a:lnTo>
                  <a:cubicBezTo>
                    <a:pt x="13836" y="5343"/>
                    <a:pt x="13836" y="5162"/>
                    <a:pt x="13836" y="4980"/>
                  </a:cubicBezTo>
                  <a:cubicBezTo>
                    <a:pt x="13836" y="2227"/>
                    <a:pt x="11609" y="0"/>
                    <a:pt x="8856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08" name="Google Shape;2508;p99"/>
          <p:cNvGrpSpPr/>
          <p:nvPr/>
        </p:nvGrpSpPr>
        <p:grpSpPr>
          <a:xfrm>
            <a:off x="7030707" y="76801"/>
            <a:ext cx="1978986" cy="268074"/>
            <a:chOff x="14061414" y="9450001"/>
            <a:chExt cx="3957972" cy="536147"/>
          </a:xfrm>
        </p:grpSpPr>
        <p:grpSp>
          <p:nvGrpSpPr>
            <p:cNvPr id="2509" name="Google Shape;2509;p99"/>
            <p:cNvGrpSpPr/>
            <p:nvPr/>
          </p:nvGrpSpPr>
          <p:grpSpPr>
            <a:xfrm>
              <a:off x="14061414" y="9628077"/>
              <a:ext cx="2251983" cy="179993"/>
              <a:chOff x="4935498" y="1642212"/>
              <a:chExt cx="2734980" cy="217042"/>
            </a:xfrm>
          </p:grpSpPr>
          <p:sp>
            <p:nvSpPr>
              <p:cNvPr id="2510" name="Google Shape;2510;p99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511" name="Google Shape;2511;p99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512" name="Google Shape;2512;p99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513" name="Google Shape;2513;p99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514" name="Google Shape;2514;p99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515" name="Google Shape;2515;p99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516" name="Google Shape;2516;p99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517" name="Google Shape;2517;p99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518" name="Google Shape;2518;p99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519" name="Google Shape;2519;p99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520" name="Google Shape;2520;p99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521" name="Google Shape;2521;p99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2522" name="Google Shape;2522;p99"/>
            <p:cNvSpPr/>
            <p:nvPr/>
          </p:nvSpPr>
          <p:spPr>
            <a:xfrm>
              <a:off x="16467827" y="9450001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523" name="Google Shape;2523;p99"/>
          <p:cNvSpPr txBox="1"/>
          <p:nvPr>
            <p:ph type="title"/>
          </p:nvPr>
        </p:nvSpPr>
        <p:spPr>
          <a:xfrm>
            <a:off x="3351550" y="1313600"/>
            <a:ext cx="2669700" cy="692400"/>
          </a:xfrm>
          <a:prstGeom prst="rect">
            <a:avLst/>
          </a:prstGeom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Digital Skills Diploma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2524" name="Google Shape;2524;p99"/>
          <p:cNvGrpSpPr/>
          <p:nvPr/>
        </p:nvGrpSpPr>
        <p:grpSpPr>
          <a:xfrm>
            <a:off x="2727162" y="2831759"/>
            <a:ext cx="1104988" cy="483660"/>
            <a:chOff x="66465" y="28380"/>
            <a:chExt cx="6779066" cy="2967236"/>
          </a:xfrm>
        </p:grpSpPr>
        <p:sp>
          <p:nvSpPr>
            <p:cNvPr id="2525" name="Google Shape;2525;p99"/>
            <p:cNvSpPr/>
            <p:nvPr/>
          </p:nvSpPr>
          <p:spPr>
            <a:xfrm flipH="1" rot="-5400000">
              <a:off x="6302288" y="-145770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6" name="Google Shape;2526;p99"/>
            <p:cNvSpPr/>
            <p:nvPr/>
          </p:nvSpPr>
          <p:spPr>
            <a:xfrm>
              <a:off x="3812462" y="212880"/>
              <a:ext cx="637799" cy="2598751"/>
            </a:xfrm>
            <a:custGeom>
              <a:rect b="b" l="l" r="r" t="t"/>
              <a:pathLst>
                <a:path extrusionOk="0" h="9040" w="2690">
                  <a:moveTo>
                    <a:pt x="0" y="1"/>
                  </a:moveTo>
                  <a:lnTo>
                    <a:pt x="0" y="9039"/>
                  </a:lnTo>
                  <a:lnTo>
                    <a:pt x="2689" y="9039"/>
                  </a:lnTo>
                  <a:lnTo>
                    <a:pt x="2689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7" name="Google Shape;2527;p99"/>
            <p:cNvSpPr/>
            <p:nvPr/>
          </p:nvSpPr>
          <p:spPr>
            <a:xfrm>
              <a:off x="3126207" y="475055"/>
              <a:ext cx="638036" cy="2336576"/>
            </a:xfrm>
            <a:custGeom>
              <a:rect b="b" l="l" r="r" t="t"/>
              <a:pathLst>
                <a:path extrusionOk="0" h="8128" w="2691">
                  <a:moveTo>
                    <a:pt x="1" y="1"/>
                  </a:moveTo>
                  <a:lnTo>
                    <a:pt x="1" y="8127"/>
                  </a:lnTo>
                  <a:lnTo>
                    <a:pt x="2690" y="8127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8" name="Google Shape;2528;p99"/>
            <p:cNvSpPr/>
            <p:nvPr/>
          </p:nvSpPr>
          <p:spPr>
            <a:xfrm>
              <a:off x="2442741" y="782075"/>
              <a:ext cx="638036" cy="2029556"/>
            </a:xfrm>
            <a:custGeom>
              <a:rect b="b" l="l" r="r" t="t"/>
              <a:pathLst>
                <a:path extrusionOk="0" h="7060" w="2691">
                  <a:moveTo>
                    <a:pt x="1" y="1"/>
                  </a:moveTo>
                  <a:lnTo>
                    <a:pt x="1" y="7059"/>
                  </a:lnTo>
                  <a:lnTo>
                    <a:pt x="2690" y="7059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9" name="Google Shape;2529;p99"/>
            <p:cNvSpPr/>
            <p:nvPr/>
          </p:nvSpPr>
          <p:spPr>
            <a:xfrm>
              <a:off x="935710" y="212880"/>
              <a:ext cx="637806" cy="2598751"/>
            </a:xfrm>
            <a:custGeom>
              <a:rect b="b" l="l" r="r" t="t"/>
              <a:pathLst>
                <a:path extrusionOk="0" h="9040" w="2690">
                  <a:moveTo>
                    <a:pt x="0" y="1"/>
                  </a:moveTo>
                  <a:lnTo>
                    <a:pt x="0" y="9039"/>
                  </a:lnTo>
                  <a:lnTo>
                    <a:pt x="2690" y="9039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0" name="Google Shape;2530;p99"/>
            <p:cNvSpPr/>
            <p:nvPr/>
          </p:nvSpPr>
          <p:spPr>
            <a:xfrm>
              <a:off x="1620452" y="475055"/>
              <a:ext cx="637806" cy="2336576"/>
            </a:xfrm>
            <a:custGeom>
              <a:rect b="b" l="l" r="r" t="t"/>
              <a:pathLst>
                <a:path extrusionOk="0" h="8128" w="2690">
                  <a:moveTo>
                    <a:pt x="0" y="1"/>
                  </a:moveTo>
                  <a:lnTo>
                    <a:pt x="0" y="8127"/>
                  </a:lnTo>
                  <a:lnTo>
                    <a:pt x="2690" y="8127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1" name="Google Shape;2531;p99"/>
            <p:cNvSpPr/>
            <p:nvPr/>
          </p:nvSpPr>
          <p:spPr>
            <a:xfrm>
              <a:off x="250968" y="475055"/>
              <a:ext cx="637806" cy="2336576"/>
            </a:xfrm>
            <a:custGeom>
              <a:rect b="b" l="l" r="r" t="t"/>
              <a:pathLst>
                <a:path extrusionOk="0" h="8128" w="2690">
                  <a:moveTo>
                    <a:pt x="0" y="1"/>
                  </a:moveTo>
                  <a:lnTo>
                    <a:pt x="0" y="8127"/>
                  </a:lnTo>
                  <a:lnTo>
                    <a:pt x="2689" y="8127"/>
                  </a:lnTo>
                  <a:lnTo>
                    <a:pt x="2689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2" name="Google Shape;2532;p99"/>
            <p:cNvSpPr/>
            <p:nvPr/>
          </p:nvSpPr>
          <p:spPr>
            <a:xfrm>
              <a:off x="1052126" y="488566"/>
              <a:ext cx="344984" cy="28172"/>
            </a:xfrm>
            <a:custGeom>
              <a:rect b="b" l="l" r="r" t="t"/>
              <a:pathLst>
                <a:path extrusionOk="0" h="98" w="1455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3" name="Google Shape;2533;p99"/>
            <p:cNvSpPr/>
            <p:nvPr/>
          </p:nvSpPr>
          <p:spPr>
            <a:xfrm>
              <a:off x="1052126" y="653288"/>
              <a:ext cx="344984" cy="28172"/>
            </a:xfrm>
            <a:custGeom>
              <a:rect b="b" l="l" r="r" t="t"/>
              <a:pathLst>
                <a:path extrusionOk="0" h="98" w="1455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4" name="Google Shape;2534;p99"/>
            <p:cNvSpPr/>
            <p:nvPr/>
          </p:nvSpPr>
          <p:spPr>
            <a:xfrm>
              <a:off x="1052126" y="2358573"/>
              <a:ext cx="344984" cy="28460"/>
            </a:xfrm>
            <a:custGeom>
              <a:rect b="b" l="l" r="r" t="t"/>
              <a:pathLst>
                <a:path extrusionOk="0" h="99" w="1455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5" name="Google Shape;2535;p99"/>
            <p:cNvSpPr/>
            <p:nvPr/>
          </p:nvSpPr>
          <p:spPr>
            <a:xfrm>
              <a:off x="1052126" y="2523295"/>
              <a:ext cx="344984" cy="28460"/>
            </a:xfrm>
            <a:custGeom>
              <a:rect b="b" l="l" r="r" t="t"/>
              <a:pathLst>
                <a:path extrusionOk="0" h="99" w="1455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6" name="Google Shape;2536;p99"/>
            <p:cNvSpPr/>
            <p:nvPr/>
          </p:nvSpPr>
          <p:spPr>
            <a:xfrm>
              <a:off x="3265237" y="766552"/>
              <a:ext cx="344980" cy="28172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7" name="Google Shape;2537;p99"/>
            <p:cNvSpPr/>
            <p:nvPr/>
          </p:nvSpPr>
          <p:spPr>
            <a:xfrm>
              <a:off x="3265237" y="944497"/>
              <a:ext cx="344980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8" name="Google Shape;2538;p99"/>
            <p:cNvSpPr/>
            <p:nvPr/>
          </p:nvSpPr>
          <p:spPr>
            <a:xfrm>
              <a:off x="3265237" y="2345062"/>
              <a:ext cx="344980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9" name="Google Shape;2539;p99"/>
            <p:cNvSpPr/>
            <p:nvPr/>
          </p:nvSpPr>
          <p:spPr>
            <a:xfrm>
              <a:off x="3265237" y="2523295"/>
              <a:ext cx="344980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0" name="Google Shape;2540;p99"/>
            <p:cNvSpPr/>
            <p:nvPr/>
          </p:nvSpPr>
          <p:spPr>
            <a:xfrm>
              <a:off x="2599197" y="944634"/>
              <a:ext cx="344743" cy="28172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1" name="Google Shape;2541;p99"/>
            <p:cNvSpPr/>
            <p:nvPr/>
          </p:nvSpPr>
          <p:spPr>
            <a:xfrm>
              <a:off x="2599197" y="1103747"/>
              <a:ext cx="344743" cy="28172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2" name="Google Shape;2542;p99"/>
            <p:cNvSpPr/>
            <p:nvPr/>
          </p:nvSpPr>
          <p:spPr>
            <a:xfrm>
              <a:off x="2583340" y="2370935"/>
              <a:ext cx="344743" cy="28460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3" name="Google Shape;2543;p99"/>
            <p:cNvSpPr/>
            <p:nvPr/>
          </p:nvSpPr>
          <p:spPr>
            <a:xfrm>
              <a:off x="2583340" y="2523295"/>
              <a:ext cx="344743" cy="28460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4" name="Google Shape;2544;p99"/>
            <p:cNvSpPr/>
            <p:nvPr/>
          </p:nvSpPr>
          <p:spPr>
            <a:xfrm>
              <a:off x="396784" y="2370935"/>
              <a:ext cx="344984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5" name="Google Shape;2545;p99"/>
            <p:cNvSpPr/>
            <p:nvPr/>
          </p:nvSpPr>
          <p:spPr>
            <a:xfrm>
              <a:off x="396784" y="2523295"/>
              <a:ext cx="344984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6" name="Google Shape;2546;p99"/>
            <p:cNvSpPr/>
            <p:nvPr/>
          </p:nvSpPr>
          <p:spPr>
            <a:xfrm>
              <a:off x="1852335" y="1103757"/>
              <a:ext cx="23473" cy="1342497"/>
            </a:xfrm>
            <a:custGeom>
              <a:rect b="b" l="l" r="r" t="t"/>
              <a:pathLst>
                <a:path extrusionOk="0" h="4670" w="99">
                  <a:moveTo>
                    <a:pt x="1" y="0"/>
                  </a:moveTo>
                  <a:lnTo>
                    <a:pt x="1" y="4670"/>
                  </a:lnTo>
                  <a:lnTo>
                    <a:pt x="98" y="4670"/>
                  </a:lnTo>
                  <a:lnTo>
                    <a:pt x="98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7" name="Google Shape;2547;p99"/>
            <p:cNvSpPr/>
            <p:nvPr/>
          </p:nvSpPr>
          <p:spPr>
            <a:xfrm>
              <a:off x="1988193" y="1103757"/>
              <a:ext cx="23473" cy="1342497"/>
            </a:xfrm>
            <a:custGeom>
              <a:rect b="b" l="l" r="r" t="t"/>
              <a:pathLst>
                <a:path extrusionOk="0" h="4670" w="99">
                  <a:moveTo>
                    <a:pt x="1" y="0"/>
                  </a:moveTo>
                  <a:lnTo>
                    <a:pt x="1" y="4670"/>
                  </a:lnTo>
                  <a:lnTo>
                    <a:pt x="98" y="4670"/>
                  </a:lnTo>
                  <a:lnTo>
                    <a:pt x="98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8" name="Google Shape;2548;p99"/>
            <p:cNvSpPr/>
            <p:nvPr/>
          </p:nvSpPr>
          <p:spPr>
            <a:xfrm>
              <a:off x="1620452" y="766552"/>
              <a:ext cx="637806" cy="28172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7"/>
                  </a:lnTo>
                  <a:lnTo>
                    <a:pt x="2690" y="97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9" name="Google Shape;2549;p99"/>
            <p:cNvSpPr/>
            <p:nvPr/>
          </p:nvSpPr>
          <p:spPr>
            <a:xfrm>
              <a:off x="3808668" y="599530"/>
              <a:ext cx="637799" cy="28172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8"/>
                  </a:lnTo>
                  <a:lnTo>
                    <a:pt x="2690" y="98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0" name="Google Shape;2550;p99"/>
            <p:cNvSpPr/>
            <p:nvPr/>
          </p:nvSpPr>
          <p:spPr>
            <a:xfrm>
              <a:off x="2819615" y="1522795"/>
              <a:ext cx="1173596" cy="84"/>
            </a:xfrm>
            <a:custGeom>
              <a:rect b="b" l="l" r="r" t="t"/>
              <a:pathLst>
                <a:path extrusionOk="0" fill="none" h="1" w="16391">
                  <a:moveTo>
                    <a:pt x="0" y="1"/>
                  </a:moveTo>
                  <a:lnTo>
                    <a:pt x="1639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1" name="Google Shape;2551;p99"/>
            <p:cNvSpPr/>
            <p:nvPr/>
          </p:nvSpPr>
          <p:spPr>
            <a:xfrm>
              <a:off x="3822186" y="2423647"/>
              <a:ext cx="637799" cy="28172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8"/>
                  </a:lnTo>
                  <a:lnTo>
                    <a:pt x="2690" y="98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2" name="Google Shape;2552;p99"/>
            <p:cNvSpPr/>
            <p:nvPr/>
          </p:nvSpPr>
          <p:spPr>
            <a:xfrm>
              <a:off x="66465" y="28380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3" name="Google Shape;2553;p99"/>
            <p:cNvSpPr/>
            <p:nvPr/>
          </p:nvSpPr>
          <p:spPr>
            <a:xfrm rot="5400000">
              <a:off x="425205" y="-145770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4" name="Google Shape;2554;p99"/>
            <p:cNvSpPr/>
            <p:nvPr/>
          </p:nvSpPr>
          <p:spPr>
            <a:xfrm rot="-5400000">
              <a:off x="6302288" y="2636963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55" name="Google Shape;2555;p99"/>
            <p:cNvGrpSpPr/>
            <p:nvPr/>
          </p:nvGrpSpPr>
          <p:grpSpPr>
            <a:xfrm>
              <a:off x="446547" y="843268"/>
              <a:ext cx="1358516" cy="1435153"/>
              <a:chOff x="1653431" y="2980008"/>
              <a:chExt cx="4136772" cy="4370136"/>
            </a:xfrm>
          </p:grpSpPr>
          <p:grpSp>
            <p:nvGrpSpPr>
              <p:cNvPr id="2556" name="Google Shape;2556;p99"/>
              <p:cNvGrpSpPr/>
              <p:nvPr/>
            </p:nvGrpSpPr>
            <p:grpSpPr>
              <a:xfrm>
                <a:off x="1653431" y="2980008"/>
                <a:ext cx="4136772" cy="4370136"/>
                <a:chOff x="229484" y="466150"/>
                <a:chExt cx="625760" cy="671389"/>
              </a:xfrm>
            </p:grpSpPr>
            <p:grpSp>
              <p:nvGrpSpPr>
                <p:cNvPr id="2557" name="Google Shape;2557;p99"/>
                <p:cNvGrpSpPr/>
                <p:nvPr/>
              </p:nvGrpSpPr>
              <p:grpSpPr>
                <a:xfrm rot="-909576">
                  <a:off x="495253" y="643216"/>
                  <a:ext cx="177427" cy="78233"/>
                  <a:chOff x="4571995" y="2952911"/>
                  <a:chExt cx="355002" cy="156463"/>
                </a:xfrm>
              </p:grpSpPr>
              <p:sp>
                <p:nvSpPr>
                  <p:cNvPr id="2558" name="Google Shape;2558;p99"/>
                  <p:cNvSpPr/>
                  <p:nvPr/>
                </p:nvSpPr>
                <p:spPr>
                  <a:xfrm>
                    <a:off x="4571995" y="2952911"/>
                    <a:ext cx="156519" cy="156463"/>
                  </a:xfrm>
                  <a:custGeom>
                    <a:rect b="b" l="l" r="r" t="t"/>
                    <a:pathLst>
                      <a:path extrusionOk="0" h="3251" w="3252">
                        <a:moveTo>
                          <a:pt x="1626" y="153"/>
                        </a:moveTo>
                        <a:cubicBezTo>
                          <a:pt x="2438" y="153"/>
                          <a:pt x="3098" y="813"/>
                          <a:pt x="3098" y="1626"/>
                        </a:cubicBezTo>
                        <a:cubicBezTo>
                          <a:pt x="3098" y="2438"/>
                          <a:pt x="2438" y="3098"/>
                          <a:pt x="1626" y="3098"/>
                        </a:cubicBezTo>
                        <a:cubicBezTo>
                          <a:pt x="813" y="3098"/>
                          <a:pt x="153" y="2438"/>
                          <a:pt x="153" y="1626"/>
                        </a:cubicBezTo>
                        <a:cubicBezTo>
                          <a:pt x="153" y="813"/>
                          <a:pt x="813" y="153"/>
                          <a:pt x="1626" y="153"/>
                        </a:cubicBezTo>
                        <a:close/>
                        <a:moveTo>
                          <a:pt x="1626" y="0"/>
                        </a:moveTo>
                        <a:cubicBezTo>
                          <a:pt x="728" y="0"/>
                          <a:pt x="1" y="727"/>
                          <a:pt x="1" y="1626"/>
                        </a:cubicBezTo>
                        <a:cubicBezTo>
                          <a:pt x="1" y="2524"/>
                          <a:pt x="728" y="3251"/>
                          <a:pt x="1626" y="3251"/>
                        </a:cubicBezTo>
                        <a:cubicBezTo>
                          <a:pt x="2524" y="3251"/>
                          <a:pt x="3251" y="2524"/>
                          <a:pt x="3251" y="1626"/>
                        </a:cubicBezTo>
                        <a:cubicBezTo>
                          <a:pt x="3251" y="727"/>
                          <a:pt x="2524" y="0"/>
                          <a:pt x="162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59" name="Google Shape;2559;p99"/>
                  <p:cNvSpPr/>
                  <p:nvPr/>
                </p:nvSpPr>
                <p:spPr>
                  <a:xfrm>
                    <a:off x="4770190" y="2952911"/>
                    <a:ext cx="156808" cy="156463"/>
                  </a:xfrm>
                  <a:custGeom>
                    <a:rect b="b" l="l" r="r" t="t"/>
                    <a:pathLst>
                      <a:path extrusionOk="0" h="3251" w="3258">
                        <a:moveTo>
                          <a:pt x="1626" y="153"/>
                        </a:moveTo>
                        <a:cubicBezTo>
                          <a:pt x="2444" y="153"/>
                          <a:pt x="3104" y="813"/>
                          <a:pt x="3104" y="1626"/>
                        </a:cubicBezTo>
                        <a:cubicBezTo>
                          <a:pt x="3104" y="2438"/>
                          <a:pt x="2444" y="3098"/>
                          <a:pt x="1626" y="3098"/>
                        </a:cubicBezTo>
                        <a:cubicBezTo>
                          <a:pt x="813" y="3098"/>
                          <a:pt x="153" y="2438"/>
                          <a:pt x="153" y="1626"/>
                        </a:cubicBezTo>
                        <a:cubicBezTo>
                          <a:pt x="153" y="813"/>
                          <a:pt x="813" y="153"/>
                          <a:pt x="1626" y="153"/>
                        </a:cubicBezTo>
                        <a:close/>
                        <a:moveTo>
                          <a:pt x="1626" y="0"/>
                        </a:moveTo>
                        <a:cubicBezTo>
                          <a:pt x="734" y="0"/>
                          <a:pt x="1" y="727"/>
                          <a:pt x="1" y="1626"/>
                        </a:cubicBezTo>
                        <a:cubicBezTo>
                          <a:pt x="1" y="2524"/>
                          <a:pt x="734" y="3251"/>
                          <a:pt x="1626" y="3251"/>
                        </a:cubicBezTo>
                        <a:cubicBezTo>
                          <a:pt x="2524" y="3251"/>
                          <a:pt x="3257" y="2524"/>
                          <a:pt x="3257" y="1626"/>
                        </a:cubicBezTo>
                        <a:cubicBezTo>
                          <a:pt x="3257" y="727"/>
                          <a:pt x="2524" y="0"/>
                          <a:pt x="162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560" name="Google Shape;2560;p99"/>
                <p:cNvGrpSpPr/>
                <p:nvPr/>
              </p:nvGrpSpPr>
              <p:grpSpPr>
                <a:xfrm>
                  <a:off x="229484" y="466150"/>
                  <a:ext cx="625760" cy="671389"/>
                  <a:chOff x="7590669" y="3596083"/>
                  <a:chExt cx="1061870" cy="1139299"/>
                </a:xfrm>
              </p:grpSpPr>
              <p:sp>
                <p:nvSpPr>
                  <p:cNvPr id="2561" name="Google Shape;2561;p99"/>
                  <p:cNvSpPr/>
                  <p:nvPr/>
                </p:nvSpPr>
                <p:spPr>
                  <a:xfrm>
                    <a:off x="7810663" y="3989447"/>
                    <a:ext cx="169731" cy="224606"/>
                  </a:xfrm>
                  <a:custGeom>
                    <a:rect b="b" l="l" r="r" t="t"/>
                    <a:pathLst>
                      <a:path extrusionOk="0" h="925" w="699">
                        <a:moveTo>
                          <a:pt x="377" y="1"/>
                        </a:moveTo>
                        <a:cubicBezTo>
                          <a:pt x="129" y="89"/>
                          <a:pt x="0" y="363"/>
                          <a:pt x="88" y="611"/>
                        </a:cubicBezTo>
                        <a:cubicBezTo>
                          <a:pt x="159" y="803"/>
                          <a:pt x="343" y="924"/>
                          <a:pt x="538" y="924"/>
                        </a:cubicBezTo>
                        <a:cubicBezTo>
                          <a:pt x="591" y="924"/>
                          <a:pt x="645" y="915"/>
                          <a:pt x="698" y="896"/>
                        </a:cubicBezTo>
                        <a:lnTo>
                          <a:pt x="377" y="1"/>
                        </a:lnTo>
                        <a:close/>
                      </a:path>
                    </a:pathLst>
                  </a:custGeom>
                  <a:solidFill>
                    <a:srgbClr val="B7B7B7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62" name="Google Shape;2562;p99"/>
                  <p:cNvSpPr/>
                  <p:nvPr/>
                </p:nvSpPr>
                <p:spPr>
                  <a:xfrm>
                    <a:off x="8351906" y="3821418"/>
                    <a:ext cx="169246" cy="224363"/>
                  </a:xfrm>
                  <a:custGeom>
                    <a:rect b="b" l="l" r="r" t="t"/>
                    <a:pathLst>
                      <a:path extrusionOk="0" h="924" w="697">
                        <a:moveTo>
                          <a:pt x="161" y="0"/>
                        </a:moveTo>
                        <a:cubicBezTo>
                          <a:pt x="108" y="0"/>
                          <a:pt x="54" y="9"/>
                          <a:pt x="1" y="28"/>
                        </a:cubicBezTo>
                        <a:lnTo>
                          <a:pt x="322" y="924"/>
                        </a:lnTo>
                        <a:cubicBezTo>
                          <a:pt x="568" y="836"/>
                          <a:pt x="696" y="564"/>
                          <a:pt x="608" y="316"/>
                        </a:cubicBezTo>
                        <a:cubicBezTo>
                          <a:pt x="539" y="122"/>
                          <a:pt x="356" y="0"/>
                          <a:pt x="161" y="0"/>
                        </a:cubicBezTo>
                        <a:close/>
                      </a:path>
                    </a:pathLst>
                  </a:custGeom>
                  <a:solidFill>
                    <a:srgbClr val="B7B7B7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63" name="Google Shape;2563;p99"/>
                  <p:cNvSpPr/>
                  <p:nvPr/>
                </p:nvSpPr>
                <p:spPr>
                  <a:xfrm>
                    <a:off x="7844172" y="3596083"/>
                    <a:ext cx="601708" cy="616271"/>
                  </a:xfrm>
                  <a:custGeom>
                    <a:rect b="b" l="l" r="r" t="t"/>
                    <a:pathLst>
                      <a:path extrusionOk="0" h="2538" w="2478">
                        <a:moveTo>
                          <a:pt x="1083" y="0"/>
                        </a:moveTo>
                        <a:cubicBezTo>
                          <a:pt x="964" y="0"/>
                          <a:pt x="844" y="21"/>
                          <a:pt x="729" y="63"/>
                        </a:cubicBezTo>
                        <a:cubicBezTo>
                          <a:pt x="465" y="158"/>
                          <a:pt x="253" y="349"/>
                          <a:pt x="134" y="604"/>
                        </a:cubicBezTo>
                        <a:cubicBezTo>
                          <a:pt x="12" y="856"/>
                          <a:pt x="0" y="1142"/>
                          <a:pt x="93" y="1406"/>
                        </a:cubicBezTo>
                        <a:lnTo>
                          <a:pt x="501" y="2538"/>
                        </a:lnTo>
                        <a:lnTo>
                          <a:pt x="594" y="2505"/>
                        </a:lnTo>
                        <a:lnTo>
                          <a:pt x="189" y="1373"/>
                        </a:lnTo>
                        <a:cubicBezTo>
                          <a:pt x="103" y="1132"/>
                          <a:pt x="115" y="875"/>
                          <a:pt x="222" y="644"/>
                        </a:cubicBezTo>
                        <a:cubicBezTo>
                          <a:pt x="331" y="415"/>
                          <a:pt x="522" y="241"/>
                          <a:pt x="763" y="156"/>
                        </a:cubicBezTo>
                        <a:cubicBezTo>
                          <a:pt x="867" y="118"/>
                          <a:pt x="975" y="99"/>
                          <a:pt x="1084" y="99"/>
                        </a:cubicBezTo>
                        <a:cubicBezTo>
                          <a:pt x="1222" y="99"/>
                          <a:pt x="1360" y="130"/>
                          <a:pt x="1489" y="191"/>
                        </a:cubicBezTo>
                        <a:cubicBezTo>
                          <a:pt x="1718" y="299"/>
                          <a:pt x="1892" y="492"/>
                          <a:pt x="1978" y="730"/>
                        </a:cubicBezTo>
                        <a:lnTo>
                          <a:pt x="2383" y="1864"/>
                        </a:lnTo>
                        <a:lnTo>
                          <a:pt x="2478" y="1828"/>
                        </a:lnTo>
                        <a:lnTo>
                          <a:pt x="2070" y="696"/>
                        </a:lnTo>
                        <a:cubicBezTo>
                          <a:pt x="1975" y="432"/>
                          <a:pt x="1785" y="222"/>
                          <a:pt x="1530" y="101"/>
                        </a:cubicBezTo>
                        <a:cubicBezTo>
                          <a:pt x="1388" y="34"/>
                          <a:pt x="1236" y="0"/>
                          <a:pt x="1083" y="0"/>
                        </a:cubicBezTo>
                        <a:close/>
                      </a:path>
                    </a:pathLst>
                  </a:custGeom>
                  <a:solidFill>
                    <a:srgbClr val="B7B7B7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64" name="Google Shape;2564;p99"/>
                  <p:cNvSpPr/>
                  <p:nvPr/>
                </p:nvSpPr>
                <p:spPr>
                  <a:xfrm>
                    <a:off x="7755543" y="4302438"/>
                    <a:ext cx="826802" cy="413275"/>
                  </a:xfrm>
                  <a:custGeom>
                    <a:rect b="b" l="l" r="r" t="t"/>
                    <a:pathLst>
                      <a:path extrusionOk="0" h="1702" w="3405">
                        <a:moveTo>
                          <a:pt x="1702" y="0"/>
                        </a:moveTo>
                        <a:cubicBezTo>
                          <a:pt x="763" y="0"/>
                          <a:pt x="1" y="763"/>
                          <a:pt x="1" y="1701"/>
                        </a:cubicBezTo>
                        <a:lnTo>
                          <a:pt x="3405" y="1701"/>
                        </a:lnTo>
                        <a:cubicBezTo>
                          <a:pt x="3405" y="763"/>
                          <a:pt x="2643" y="0"/>
                          <a:pt x="1702" y="0"/>
                        </a:cubicBezTo>
                        <a:close/>
                      </a:path>
                    </a:pathLst>
                  </a:custGeom>
                  <a:solidFill>
                    <a:srgbClr val="B7B7B7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65" name="Google Shape;2565;p99"/>
                  <p:cNvSpPr/>
                  <p:nvPr/>
                </p:nvSpPr>
                <p:spPr>
                  <a:xfrm>
                    <a:off x="8115887" y="4665190"/>
                    <a:ext cx="536652" cy="52207"/>
                  </a:xfrm>
                  <a:custGeom>
                    <a:rect b="b" l="l" r="r" t="t"/>
                    <a:pathLst>
                      <a:path extrusionOk="0" h="215" w="2400">
                        <a:moveTo>
                          <a:pt x="1" y="0"/>
                        </a:moveTo>
                        <a:lnTo>
                          <a:pt x="1" y="172"/>
                        </a:lnTo>
                        <a:cubicBezTo>
                          <a:pt x="1" y="195"/>
                          <a:pt x="20" y="214"/>
                          <a:pt x="44" y="214"/>
                        </a:cubicBezTo>
                        <a:lnTo>
                          <a:pt x="2359" y="214"/>
                        </a:lnTo>
                        <a:cubicBezTo>
                          <a:pt x="2383" y="214"/>
                          <a:pt x="2400" y="195"/>
                          <a:pt x="2400" y="172"/>
                        </a:cubicBezTo>
                        <a:lnTo>
                          <a:pt x="2400" y="0"/>
                        </a:ln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66" name="Google Shape;2566;p99"/>
                  <p:cNvSpPr/>
                  <p:nvPr/>
                </p:nvSpPr>
                <p:spPr>
                  <a:xfrm>
                    <a:off x="8370604" y="4395680"/>
                    <a:ext cx="74303" cy="74059"/>
                  </a:xfrm>
                  <a:custGeom>
                    <a:rect b="b" l="l" r="r" t="t"/>
                    <a:pathLst>
                      <a:path extrusionOk="0" h="305" w="306">
                        <a:moveTo>
                          <a:pt x="153" y="0"/>
                        </a:moveTo>
                        <a:cubicBezTo>
                          <a:pt x="69" y="0"/>
                          <a:pt x="0" y="69"/>
                          <a:pt x="0" y="152"/>
                        </a:cubicBezTo>
                        <a:cubicBezTo>
                          <a:pt x="0" y="238"/>
                          <a:pt x="69" y="305"/>
                          <a:pt x="153" y="305"/>
                        </a:cubicBezTo>
                        <a:cubicBezTo>
                          <a:pt x="236" y="305"/>
                          <a:pt x="305" y="238"/>
                          <a:pt x="305" y="152"/>
                        </a:cubicBezTo>
                        <a:cubicBezTo>
                          <a:pt x="305" y="69"/>
                          <a:pt x="236" y="0"/>
                          <a:pt x="153" y="0"/>
                        </a:cubicBez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67" name="Google Shape;2567;p99"/>
                  <p:cNvSpPr/>
                  <p:nvPr/>
                </p:nvSpPr>
                <p:spPr>
                  <a:xfrm>
                    <a:off x="7638262" y="4532629"/>
                    <a:ext cx="202026" cy="202753"/>
                  </a:xfrm>
                  <a:custGeom>
                    <a:rect b="b" l="l" r="r" t="t"/>
                    <a:pathLst>
                      <a:path extrusionOk="0" h="835" w="832">
                        <a:moveTo>
                          <a:pt x="415" y="1"/>
                        </a:moveTo>
                        <a:cubicBezTo>
                          <a:pt x="186" y="1"/>
                          <a:pt x="0" y="186"/>
                          <a:pt x="0" y="417"/>
                        </a:cubicBezTo>
                        <a:cubicBezTo>
                          <a:pt x="0" y="649"/>
                          <a:pt x="186" y="834"/>
                          <a:pt x="415" y="834"/>
                        </a:cubicBezTo>
                        <a:cubicBezTo>
                          <a:pt x="646" y="834"/>
                          <a:pt x="832" y="649"/>
                          <a:pt x="832" y="417"/>
                        </a:cubicBezTo>
                        <a:cubicBezTo>
                          <a:pt x="832" y="186"/>
                          <a:pt x="646" y="1"/>
                          <a:pt x="415" y="1"/>
                        </a:cubicBezTo>
                        <a:close/>
                      </a:path>
                    </a:pathLst>
                  </a:custGeom>
                  <a:solidFill>
                    <a:srgbClr val="B9A7F7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68" name="Google Shape;2568;p99"/>
                  <p:cNvSpPr/>
                  <p:nvPr/>
                </p:nvSpPr>
                <p:spPr>
                  <a:xfrm>
                    <a:off x="7590669" y="4326720"/>
                    <a:ext cx="259575" cy="408662"/>
                  </a:xfrm>
                  <a:custGeom>
                    <a:rect b="b" l="l" r="r" t="t"/>
                    <a:pathLst>
                      <a:path extrusionOk="0" h="1683" w="1069">
                        <a:moveTo>
                          <a:pt x="460" y="0"/>
                        </a:moveTo>
                        <a:cubicBezTo>
                          <a:pt x="434" y="0"/>
                          <a:pt x="408" y="3"/>
                          <a:pt x="382" y="8"/>
                        </a:cubicBezTo>
                        <a:cubicBezTo>
                          <a:pt x="153" y="51"/>
                          <a:pt x="1" y="270"/>
                          <a:pt x="44" y="498"/>
                        </a:cubicBezTo>
                        <a:lnTo>
                          <a:pt x="199" y="1339"/>
                        </a:lnTo>
                        <a:cubicBezTo>
                          <a:pt x="235" y="1542"/>
                          <a:pt x="412" y="1682"/>
                          <a:pt x="611" y="1682"/>
                        </a:cubicBezTo>
                        <a:cubicBezTo>
                          <a:pt x="637" y="1682"/>
                          <a:pt x="663" y="1680"/>
                          <a:pt x="689" y="1675"/>
                        </a:cubicBezTo>
                        <a:cubicBezTo>
                          <a:pt x="918" y="1635"/>
                          <a:pt x="1068" y="1416"/>
                          <a:pt x="1025" y="1187"/>
                        </a:cubicBezTo>
                        <a:lnTo>
                          <a:pt x="870" y="344"/>
                        </a:lnTo>
                        <a:cubicBezTo>
                          <a:pt x="835" y="143"/>
                          <a:pt x="658" y="0"/>
                          <a:pt x="460" y="0"/>
                        </a:cubicBezTo>
                        <a:close/>
                      </a:path>
                    </a:pathLst>
                  </a:custGeom>
                  <a:solidFill>
                    <a:srgbClr val="EFEFEF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69" name="Google Shape;2569;p99"/>
                  <p:cNvSpPr/>
                  <p:nvPr/>
                </p:nvSpPr>
                <p:spPr>
                  <a:xfrm>
                    <a:off x="8191307" y="3984847"/>
                    <a:ext cx="58369" cy="124555"/>
                  </a:xfrm>
                  <a:custGeom>
                    <a:rect b="b" l="l" r="r" t="t"/>
                    <a:pathLst>
                      <a:path extrusionOk="0" h="668" w="313">
                        <a:moveTo>
                          <a:pt x="101" y="1"/>
                        </a:moveTo>
                        <a:lnTo>
                          <a:pt x="8" y="37"/>
                        </a:lnTo>
                        <a:lnTo>
                          <a:pt x="184" y="506"/>
                        </a:lnTo>
                        <a:lnTo>
                          <a:pt x="1" y="575"/>
                        </a:lnTo>
                        <a:lnTo>
                          <a:pt x="36" y="668"/>
                        </a:lnTo>
                        <a:lnTo>
                          <a:pt x="313" y="563"/>
                        </a:lnTo>
                        <a:lnTo>
                          <a:pt x="101" y="1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70" name="Google Shape;2570;p99"/>
                  <p:cNvSpPr/>
                  <p:nvPr/>
                </p:nvSpPr>
                <p:spPr>
                  <a:xfrm>
                    <a:off x="7900749" y="3803206"/>
                    <a:ext cx="536632" cy="475194"/>
                  </a:xfrm>
                  <a:custGeom>
                    <a:rect b="b" l="l" r="r" t="t"/>
                    <a:pathLst>
                      <a:path extrusionOk="0" h="1957" w="2210">
                        <a:moveTo>
                          <a:pt x="1105" y="0"/>
                        </a:moveTo>
                        <a:cubicBezTo>
                          <a:pt x="994" y="0"/>
                          <a:pt x="881" y="20"/>
                          <a:pt x="770" y="60"/>
                        </a:cubicBezTo>
                        <a:cubicBezTo>
                          <a:pt x="260" y="244"/>
                          <a:pt x="1" y="806"/>
                          <a:pt x="184" y="1313"/>
                        </a:cubicBezTo>
                        <a:cubicBezTo>
                          <a:pt x="329" y="1710"/>
                          <a:pt x="705" y="1957"/>
                          <a:pt x="1104" y="1957"/>
                        </a:cubicBezTo>
                        <a:cubicBezTo>
                          <a:pt x="1216" y="1957"/>
                          <a:pt x="1329" y="1937"/>
                          <a:pt x="1440" y="1897"/>
                        </a:cubicBezTo>
                        <a:cubicBezTo>
                          <a:pt x="1947" y="1713"/>
                          <a:pt x="2209" y="1151"/>
                          <a:pt x="2023" y="644"/>
                        </a:cubicBezTo>
                        <a:cubicBezTo>
                          <a:pt x="1878" y="247"/>
                          <a:pt x="1504" y="0"/>
                          <a:pt x="1105" y="0"/>
                        </a:cubicBezTo>
                        <a:close/>
                      </a:path>
                    </a:pathLst>
                  </a:custGeom>
                  <a:solidFill>
                    <a:srgbClr val="EFEFEF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2571" name="Google Shape;2571;p99"/>
              <p:cNvSpPr/>
              <p:nvPr/>
            </p:nvSpPr>
            <p:spPr>
              <a:xfrm rot="-230553">
                <a:off x="4106268" y="4477820"/>
                <a:ext cx="152005" cy="319548"/>
              </a:xfrm>
              <a:custGeom>
                <a:rect b="b" l="l" r="r" t="t"/>
                <a:pathLst>
                  <a:path extrusionOk="0" h="668" w="313">
                    <a:moveTo>
                      <a:pt x="101" y="1"/>
                    </a:moveTo>
                    <a:lnTo>
                      <a:pt x="8" y="37"/>
                    </a:lnTo>
                    <a:lnTo>
                      <a:pt x="184" y="506"/>
                    </a:lnTo>
                    <a:lnTo>
                      <a:pt x="1" y="575"/>
                    </a:lnTo>
                    <a:lnTo>
                      <a:pt x="36" y="668"/>
                    </a:lnTo>
                    <a:lnTo>
                      <a:pt x="313" y="563"/>
                    </a:lnTo>
                    <a:lnTo>
                      <a:pt x="101" y="1"/>
                    </a:ln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anchorCtr="0" anchor="ctr" bIns="13725" lIns="13725" spcFirstLastPara="1" rIns="13725" wrap="square" tIns="13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572" name="Google Shape;2572;p99"/>
            <p:cNvSpPr/>
            <p:nvPr/>
          </p:nvSpPr>
          <p:spPr>
            <a:xfrm>
              <a:off x="407538" y="689794"/>
              <a:ext cx="344988" cy="28173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3" name="Google Shape;2573;p99"/>
            <p:cNvSpPr/>
            <p:nvPr/>
          </p:nvSpPr>
          <p:spPr>
            <a:xfrm>
              <a:off x="407538" y="843304"/>
              <a:ext cx="344988" cy="28173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74" name="Google Shape;2574;p99"/>
            <p:cNvGrpSpPr/>
            <p:nvPr/>
          </p:nvGrpSpPr>
          <p:grpSpPr>
            <a:xfrm>
              <a:off x="2672707" y="985383"/>
              <a:ext cx="1685115" cy="1247608"/>
              <a:chOff x="24096522" y="6919508"/>
              <a:chExt cx="5617050" cy="4158694"/>
            </a:xfrm>
          </p:grpSpPr>
          <p:grpSp>
            <p:nvGrpSpPr>
              <p:cNvPr id="2575" name="Google Shape;2575;p99"/>
              <p:cNvGrpSpPr/>
              <p:nvPr/>
            </p:nvGrpSpPr>
            <p:grpSpPr>
              <a:xfrm>
                <a:off x="24096522" y="7907504"/>
                <a:ext cx="4365295" cy="3170699"/>
                <a:chOff x="24426922" y="6782591"/>
                <a:chExt cx="4365295" cy="3170699"/>
              </a:xfrm>
            </p:grpSpPr>
            <p:sp>
              <p:nvSpPr>
                <p:cNvPr id="2576" name="Google Shape;2576;p99"/>
                <p:cNvSpPr/>
                <p:nvPr/>
              </p:nvSpPr>
              <p:spPr>
                <a:xfrm>
                  <a:off x="24456725" y="6806437"/>
                  <a:ext cx="4305708" cy="3100549"/>
                </a:xfrm>
                <a:custGeom>
                  <a:rect b="b" l="l" r="r" t="t"/>
                  <a:pathLst>
                    <a:path extrusionOk="0" h="15185" w="16764">
                      <a:moveTo>
                        <a:pt x="0" y="1"/>
                      </a:moveTo>
                      <a:lnTo>
                        <a:pt x="0" y="15184"/>
                      </a:lnTo>
                      <a:lnTo>
                        <a:pt x="16763" y="15184"/>
                      </a:lnTo>
                      <a:lnTo>
                        <a:pt x="16763" y="1"/>
                      </a:lnTo>
                      <a:close/>
                    </a:path>
                  </a:pathLst>
                </a:custGeom>
                <a:solidFill>
                  <a:srgbClr val="F3F3F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577" name="Google Shape;2577;p99"/>
                <p:cNvSpPr/>
                <p:nvPr/>
              </p:nvSpPr>
              <p:spPr>
                <a:xfrm>
                  <a:off x="24481970" y="6824863"/>
                  <a:ext cx="4280443" cy="439423"/>
                </a:xfrm>
                <a:custGeom>
                  <a:rect b="b" l="l" r="r" t="t"/>
                  <a:pathLst>
                    <a:path extrusionOk="0" h="2285" w="16996">
                      <a:moveTo>
                        <a:pt x="0" y="1"/>
                      </a:moveTo>
                      <a:lnTo>
                        <a:pt x="0" y="2284"/>
                      </a:lnTo>
                      <a:lnTo>
                        <a:pt x="16995" y="2284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578" name="Google Shape;2578;p99"/>
                <p:cNvSpPr/>
                <p:nvPr/>
              </p:nvSpPr>
              <p:spPr>
                <a:xfrm>
                  <a:off x="24426922" y="6782591"/>
                  <a:ext cx="4365295" cy="3170699"/>
                </a:xfrm>
                <a:custGeom>
                  <a:rect b="b" l="l" r="r" t="t"/>
                  <a:pathLst>
                    <a:path extrusionOk="0" h="15417" w="16996">
                      <a:moveTo>
                        <a:pt x="16763" y="233"/>
                      </a:moveTo>
                      <a:lnTo>
                        <a:pt x="16763" y="15184"/>
                      </a:lnTo>
                      <a:lnTo>
                        <a:pt x="232" y="15184"/>
                      </a:lnTo>
                      <a:lnTo>
                        <a:pt x="232" y="233"/>
                      </a:lnTo>
                      <a:close/>
                      <a:moveTo>
                        <a:pt x="0" y="1"/>
                      </a:moveTo>
                      <a:lnTo>
                        <a:pt x="0" y="15416"/>
                      </a:lnTo>
                      <a:lnTo>
                        <a:pt x="16995" y="15416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79" name="Google Shape;2579;p99"/>
                <p:cNvSpPr/>
                <p:nvPr/>
              </p:nvSpPr>
              <p:spPr>
                <a:xfrm>
                  <a:off x="25047550" y="7882088"/>
                  <a:ext cx="3204325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>
                  <a:noFill/>
                </a:ln>
              </p:spPr>
              <p:txBody>
                <a:bodyPr anchorCtr="0" anchor="ctr" bIns="41125" lIns="41125" spcFirstLastPara="1" rIns="41125" wrap="square" tIns="411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80" name="Google Shape;2580;p99"/>
                <p:cNvSpPr/>
                <p:nvPr/>
              </p:nvSpPr>
              <p:spPr>
                <a:xfrm>
                  <a:off x="26533447" y="8348813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>
                  <a:noFill/>
                </a:ln>
              </p:spPr>
              <p:txBody>
                <a:bodyPr anchorCtr="0" anchor="ctr" bIns="41125" lIns="41125" spcFirstLastPara="1" rIns="41125" wrap="square" tIns="411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81" name="Google Shape;2581;p99"/>
                <p:cNvSpPr/>
                <p:nvPr/>
              </p:nvSpPr>
              <p:spPr>
                <a:xfrm>
                  <a:off x="26533447" y="8815538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>
                  <a:noFill/>
                </a:ln>
              </p:spPr>
              <p:txBody>
                <a:bodyPr anchorCtr="0" anchor="ctr" bIns="41125" lIns="41125" spcFirstLastPara="1" rIns="41125" wrap="square" tIns="411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82" name="Google Shape;2582;p99"/>
                <p:cNvSpPr/>
                <p:nvPr/>
              </p:nvSpPr>
              <p:spPr>
                <a:xfrm>
                  <a:off x="26533447" y="9282263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>
                  <a:noFill/>
                </a:ln>
              </p:spPr>
              <p:txBody>
                <a:bodyPr anchorCtr="0" anchor="ctr" bIns="41125" lIns="41125" spcFirstLastPara="1" rIns="41125" wrap="square" tIns="411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583" name="Google Shape;2583;p99"/>
                <p:cNvGrpSpPr/>
                <p:nvPr/>
              </p:nvGrpSpPr>
              <p:grpSpPr>
                <a:xfrm>
                  <a:off x="24762500" y="6921711"/>
                  <a:ext cx="667252" cy="196809"/>
                  <a:chOff x="1518936" y="711822"/>
                  <a:chExt cx="99125" cy="29695"/>
                </a:xfrm>
              </p:grpSpPr>
              <p:sp>
                <p:nvSpPr>
                  <p:cNvPr id="2584" name="Google Shape;2584;p99"/>
                  <p:cNvSpPr/>
                  <p:nvPr/>
                </p:nvSpPr>
                <p:spPr>
                  <a:xfrm>
                    <a:off x="1518936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4" y="0"/>
                        </a:moveTo>
                        <a:cubicBezTo>
                          <a:pt x="132" y="0"/>
                          <a:pt x="0" y="149"/>
                          <a:pt x="0" y="314"/>
                        </a:cubicBezTo>
                        <a:cubicBezTo>
                          <a:pt x="0" y="495"/>
                          <a:pt x="132" y="627"/>
                          <a:pt x="314" y="627"/>
                        </a:cubicBezTo>
                        <a:cubicBezTo>
                          <a:pt x="478" y="627"/>
                          <a:pt x="627" y="495"/>
                          <a:pt x="627" y="314"/>
                        </a:cubicBezTo>
                        <a:cubicBezTo>
                          <a:pt x="627" y="149"/>
                          <a:pt x="478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1125" lIns="41125" spcFirstLastPara="1" rIns="41125" wrap="square" tIns="411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85" name="Google Shape;2585;p99"/>
                  <p:cNvSpPr/>
                  <p:nvPr/>
                </p:nvSpPr>
                <p:spPr>
                  <a:xfrm>
                    <a:off x="1593072" y="711822"/>
                    <a:ext cx="24990" cy="29695"/>
                  </a:xfrm>
                  <a:custGeom>
                    <a:rect b="b" l="l" r="r" t="t"/>
                    <a:pathLst>
                      <a:path extrusionOk="0" h="628" w="628">
                        <a:moveTo>
                          <a:pt x="314" y="0"/>
                        </a:moveTo>
                        <a:cubicBezTo>
                          <a:pt x="149" y="0"/>
                          <a:pt x="1" y="149"/>
                          <a:pt x="1" y="314"/>
                        </a:cubicBezTo>
                        <a:cubicBezTo>
                          <a:pt x="1" y="495"/>
                          <a:pt x="149" y="627"/>
                          <a:pt x="314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666666"/>
                  </a:solidFill>
                  <a:ln>
                    <a:noFill/>
                  </a:ln>
                </p:spPr>
                <p:txBody>
                  <a:bodyPr anchorCtr="0" anchor="ctr" bIns="41125" lIns="41125" spcFirstLastPara="1" rIns="41125" wrap="square" tIns="411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86" name="Google Shape;2586;p99"/>
                  <p:cNvSpPr/>
                  <p:nvPr/>
                </p:nvSpPr>
                <p:spPr>
                  <a:xfrm>
                    <a:off x="1556342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3" y="0"/>
                        </a:moveTo>
                        <a:cubicBezTo>
                          <a:pt x="149" y="0"/>
                          <a:pt x="0" y="149"/>
                          <a:pt x="0" y="314"/>
                        </a:cubicBezTo>
                        <a:cubicBezTo>
                          <a:pt x="0" y="495"/>
                          <a:pt x="149" y="627"/>
                          <a:pt x="313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3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1125" lIns="41125" spcFirstLastPara="1" rIns="41125" wrap="square" tIns="411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2587" name="Google Shape;2587;p99"/>
                <p:cNvSpPr/>
                <p:nvPr/>
              </p:nvSpPr>
              <p:spPr>
                <a:xfrm>
                  <a:off x="25047550" y="8348825"/>
                  <a:ext cx="1078295" cy="1028298"/>
                </a:xfrm>
                <a:custGeom>
                  <a:rect b="b" l="l" r="r" t="t"/>
                  <a:pathLst>
                    <a:path extrusionOk="0" h="2969" w="3974">
                      <a:moveTo>
                        <a:pt x="0" y="0"/>
                      </a:moveTo>
                      <a:lnTo>
                        <a:pt x="0" y="2969"/>
                      </a:lnTo>
                      <a:lnTo>
                        <a:pt x="3974" y="2969"/>
                      </a:lnTo>
                      <a:lnTo>
                        <a:pt x="3974" y="0"/>
                      </a:lnTo>
                      <a:close/>
                    </a:path>
                  </a:pathLst>
                </a:custGeom>
                <a:solidFill>
                  <a:srgbClr val="666666"/>
                </a:solidFill>
                <a:ln>
                  <a:noFill/>
                </a:ln>
              </p:spPr>
              <p:txBody>
                <a:bodyPr anchorCtr="0" anchor="ctr" bIns="41125" lIns="41125" spcFirstLastPara="1" rIns="41125" wrap="square" tIns="411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588" name="Google Shape;2588;p99"/>
              <p:cNvGrpSpPr/>
              <p:nvPr/>
            </p:nvGrpSpPr>
            <p:grpSpPr>
              <a:xfrm>
                <a:off x="26993904" y="6919508"/>
                <a:ext cx="2719668" cy="1687825"/>
                <a:chOff x="26132876" y="2480046"/>
                <a:chExt cx="790073" cy="490319"/>
              </a:xfrm>
            </p:grpSpPr>
            <p:sp>
              <p:nvSpPr>
                <p:cNvPr id="2589" name="Google Shape;2589;p99"/>
                <p:cNvSpPr/>
                <p:nvPr/>
              </p:nvSpPr>
              <p:spPr>
                <a:xfrm>
                  <a:off x="26143392" y="2489775"/>
                  <a:ext cx="769876" cy="470024"/>
                </a:xfrm>
                <a:custGeom>
                  <a:rect b="b" l="l" r="r" t="t"/>
                  <a:pathLst>
                    <a:path extrusionOk="0" h="9565" w="15667">
                      <a:moveTo>
                        <a:pt x="8658" y="1"/>
                      </a:moveTo>
                      <a:cubicBezTo>
                        <a:pt x="6531" y="1"/>
                        <a:pt x="4635" y="1419"/>
                        <a:pt x="4057" y="3464"/>
                      </a:cubicBezTo>
                      <a:lnTo>
                        <a:pt x="3991" y="3645"/>
                      </a:lnTo>
                      <a:lnTo>
                        <a:pt x="3810" y="3596"/>
                      </a:lnTo>
                      <a:cubicBezTo>
                        <a:pt x="3546" y="3530"/>
                        <a:pt x="3299" y="3497"/>
                        <a:pt x="3035" y="3497"/>
                      </a:cubicBezTo>
                      <a:cubicBezTo>
                        <a:pt x="1353" y="3497"/>
                        <a:pt x="1" y="4865"/>
                        <a:pt x="1" y="6531"/>
                      </a:cubicBezTo>
                      <a:cubicBezTo>
                        <a:pt x="1" y="8213"/>
                        <a:pt x="1353" y="9565"/>
                        <a:pt x="3035" y="9565"/>
                      </a:cubicBezTo>
                      <a:lnTo>
                        <a:pt x="13638" y="9565"/>
                      </a:lnTo>
                      <a:cubicBezTo>
                        <a:pt x="14759" y="9565"/>
                        <a:pt x="15666" y="8658"/>
                        <a:pt x="15666" y="7553"/>
                      </a:cubicBezTo>
                      <a:cubicBezTo>
                        <a:pt x="15666" y="6432"/>
                        <a:pt x="14759" y="5525"/>
                        <a:pt x="13638" y="5525"/>
                      </a:cubicBezTo>
                      <a:lnTo>
                        <a:pt x="13391" y="5525"/>
                      </a:lnTo>
                      <a:lnTo>
                        <a:pt x="13407" y="5294"/>
                      </a:lnTo>
                      <a:cubicBezTo>
                        <a:pt x="13423" y="5129"/>
                        <a:pt x="13440" y="4948"/>
                        <a:pt x="13440" y="4783"/>
                      </a:cubicBezTo>
                      <a:cubicBezTo>
                        <a:pt x="13440" y="2144"/>
                        <a:pt x="11296" y="1"/>
                        <a:pt x="8658" y="1"/>
                      </a:cubicBezTo>
                      <a:close/>
                    </a:path>
                  </a:pathLst>
                </a:custGeom>
                <a:solidFill>
                  <a:srgbClr val="EFEFE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90" name="Google Shape;2590;p99"/>
                <p:cNvSpPr/>
                <p:nvPr/>
              </p:nvSpPr>
              <p:spPr>
                <a:xfrm>
                  <a:off x="26132876" y="2480046"/>
                  <a:ext cx="790073" cy="490319"/>
                </a:xfrm>
                <a:custGeom>
                  <a:rect b="b" l="l" r="r" t="t"/>
                  <a:pathLst>
                    <a:path extrusionOk="0" h="9978" w="16078">
                      <a:moveTo>
                        <a:pt x="8872" y="413"/>
                      </a:moveTo>
                      <a:cubicBezTo>
                        <a:pt x="11395" y="413"/>
                        <a:pt x="13440" y="2458"/>
                        <a:pt x="13440" y="4981"/>
                      </a:cubicBezTo>
                      <a:cubicBezTo>
                        <a:pt x="13440" y="5146"/>
                        <a:pt x="13440" y="5311"/>
                        <a:pt x="13423" y="5475"/>
                      </a:cubicBezTo>
                      <a:lnTo>
                        <a:pt x="13374" y="5937"/>
                      </a:lnTo>
                      <a:lnTo>
                        <a:pt x="13868" y="5937"/>
                      </a:lnTo>
                      <a:cubicBezTo>
                        <a:pt x="14858" y="5937"/>
                        <a:pt x="15666" y="6745"/>
                        <a:pt x="15666" y="7751"/>
                      </a:cubicBezTo>
                      <a:cubicBezTo>
                        <a:pt x="15666" y="8740"/>
                        <a:pt x="14858" y="9565"/>
                        <a:pt x="13852" y="9565"/>
                      </a:cubicBezTo>
                      <a:lnTo>
                        <a:pt x="3249" y="9565"/>
                      </a:lnTo>
                      <a:cubicBezTo>
                        <a:pt x="1683" y="9565"/>
                        <a:pt x="413" y="8295"/>
                        <a:pt x="413" y="6729"/>
                      </a:cubicBezTo>
                      <a:cubicBezTo>
                        <a:pt x="413" y="5179"/>
                        <a:pt x="1683" y="3909"/>
                        <a:pt x="3249" y="3909"/>
                      </a:cubicBezTo>
                      <a:cubicBezTo>
                        <a:pt x="3496" y="3909"/>
                        <a:pt x="3727" y="3942"/>
                        <a:pt x="3958" y="3991"/>
                      </a:cubicBezTo>
                      <a:lnTo>
                        <a:pt x="4354" y="4107"/>
                      </a:lnTo>
                      <a:lnTo>
                        <a:pt x="4469" y="3711"/>
                      </a:lnTo>
                      <a:cubicBezTo>
                        <a:pt x="5030" y="1765"/>
                        <a:pt x="6844" y="413"/>
                        <a:pt x="8872" y="413"/>
                      </a:cubicBezTo>
                      <a:close/>
                      <a:moveTo>
                        <a:pt x="8872" y="1"/>
                      </a:moveTo>
                      <a:cubicBezTo>
                        <a:pt x="6596" y="1"/>
                        <a:pt x="4667" y="1518"/>
                        <a:pt x="4074" y="3596"/>
                      </a:cubicBezTo>
                      <a:cubicBezTo>
                        <a:pt x="3810" y="3530"/>
                        <a:pt x="3529" y="3497"/>
                        <a:pt x="3249" y="3497"/>
                      </a:cubicBezTo>
                      <a:cubicBezTo>
                        <a:pt x="1452" y="3497"/>
                        <a:pt x="1" y="4948"/>
                        <a:pt x="1" y="6729"/>
                      </a:cubicBezTo>
                      <a:cubicBezTo>
                        <a:pt x="1" y="8526"/>
                        <a:pt x="1452" y="9977"/>
                        <a:pt x="3249" y="9977"/>
                      </a:cubicBezTo>
                      <a:lnTo>
                        <a:pt x="13852" y="9977"/>
                      </a:lnTo>
                      <a:cubicBezTo>
                        <a:pt x="15089" y="9977"/>
                        <a:pt x="16078" y="8971"/>
                        <a:pt x="16078" y="7751"/>
                      </a:cubicBezTo>
                      <a:cubicBezTo>
                        <a:pt x="16078" y="6514"/>
                        <a:pt x="15089" y="5525"/>
                        <a:pt x="13852" y="5525"/>
                      </a:cubicBezTo>
                      <a:lnTo>
                        <a:pt x="13819" y="5525"/>
                      </a:lnTo>
                      <a:cubicBezTo>
                        <a:pt x="13852" y="5344"/>
                        <a:pt x="13852" y="5162"/>
                        <a:pt x="13852" y="4981"/>
                      </a:cubicBezTo>
                      <a:cubicBezTo>
                        <a:pt x="13852" y="2227"/>
                        <a:pt x="11626" y="1"/>
                        <a:pt x="8872" y="1"/>
                      </a:cubicBez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2591" name="Google Shape;2591;p99"/>
            <p:cNvSpPr/>
            <p:nvPr/>
          </p:nvSpPr>
          <p:spPr>
            <a:xfrm>
              <a:off x="4654451" y="212884"/>
              <a:ext cx="636864" cy="2598786"/>
            </a:xfrm>
            <a:custGeom>
              <a:rect b="b" l="l" r="r" t="t"/>
              <a:pathLst>
                <a:path extrusionOk="0" h="8128" w="2686">
                  <a:moveTo>
                    <a:pt x="0" y="1"/>
                  </a:moveTo>
                  <a:lnTo>
                    <a:pt x="0" y="8127"/>
                  </a:lnTo>
                  <a:lnTo>
                    <a:pt x="2686" y="8127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2" name="Google Shape;2592;p99"/>
            <p:cNvSpPr/>
            <p:nvPr/>
          </p:nvSpPr>
          <p:spPr>
            <a:xfrm>
              <a:off x="5339194" y="541864"/>
              <a:ext cx="636864" cy="2269761"/>
            </a:xfrm>
            <a:custGeom>
              <a:rect b="b" l="l" r="r" t="t"/>
              <a:pathLst>
                <a:path extrusionOk="0" h="7629" w="2686">
                  <a:moveTo>
                    <a:pt x="0" y="1"/>
                  </a:moveTo>
                  <a:lnTo>
                    <a:pt x="0" y="7628"/>
                  </a:lnTo>
                  <a:lnTo>
                    <a:pt x="2686" y="7628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3" name="Google Shape;2593;p99"/>
            <p:cNvSpPr/>
            <p:nvPr/>
          </p:nvSpPr>
          <p:spPr>
            <a:xfrm>
              <a:off x="6023936" y="290576"/>
              <a:ext cx="637101" cy="2521062"/>
            </a:xfrm>
            <a:custGeom>
              <a:rect b="b" l="l" r="r" t="t"/>
              <a:pathLst>
                <a:path extrusionOk="0" h="8128" w="2687">
                  <a:moveTo>
                    <a:pt x="1" y="1"/>
                  </a:moveTo>
                  <a:lnTo>
                    <a:pt x="1" y="8127"/>
                  </a:lnTo>
                  <a:lnTo>
                    <a:pt x="2686" y="8127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4" name="Google Shape;2594;p99"/>
            <p:cNvSpPr/>
            <p:nvPr/>
          </p:nvSpPr>
          <p:spPr>
            <a:xfrm>
              <a:off x="5485247" y="731508"/>
              <a:ext cx="344751" cy="28173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5" name="Google Shape;2595;p99"/>
            <p:cNvSpPr/>
            <p:nvPr/>
          </p:nvSpPr>
          <p:spPr>
            <a:xfrm>
              <a:off x="5485247" y="892974"/>
              <a:ext cx="344751" cy="28173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6" name="Google Shape;2596;p99"/>
            <p:cNvSpPr/>
            <p:nvPr/>
          </p:nvSpPr>
          <p:spPr>
            <a:xfrm>
              <a:off x="5485187" y="2523296"/>
              <a:ext cx="344751" cy="28460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7" name="Google Shape;2597;p99"/>
            <p:cNvSpPr/>
            <p:nvPr/>
          </p:nvSpPr>
          <p:spPr>
            <a:xfrm>
              <a:off x="5485187" y="2623176"/>
              <a:ext cx="344751" cy="28460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8" name="Google Shape;2598;p99"/>
            <p:cNvSpPr/>
            <p:nvPr/>
          </p:nvSpPr>
          <p:spPr>
            <a:xfrm>
              <a:off x="6180168" y="653290"/>
              <a:ext cx="344988" cy="28173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9" name="Google Shape;2599;p99"/>
            <p:cNvSpPr/>
            <p:nvPr/>
          </p:nvSpPr>
          <p:spPr>
            <a:xfrm>
              <a:off x="6178218" y="2523299"/>
              <a:ext cx="344988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0" name="Google Shape;2600;p99"/>
            <p:cNvSpPr/>
            <p:nvPr/>
          </p:nvSpPr>
          <p:spPr>
            <a:xfrm>
              <a:off x="4652486" y="2450568"/>
              <a:ext cx="638761" cy="28173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1" name="Google Shape;2601;p99"/>
            <p:cNvSpPr/>
            <p:nvPr/>
          </p:nvSpPr>
          <p:spPr>
            <a:xfrm>
              <a:off x="4652441" y="2551774"/>
              <a:ext cx="638761" cy="28173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2" name="Google Shape;2602;p99"/>
            <p:cNvSpPr/>
            <p:nvPr/>
          </p:nvSpPr>
          <p:spPr>
            <a:xfrm>
              <a:off x="4652508" y="446891"/>
              <a:ext cx="638761" cy="28173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3" name="Google Shape;2603;p99"/>
            <p:cNvSpPr/>
            <p:nvPr/>
          </p:nvSpPr>
          <p:spPr>
            <a:xfrm>
              <a:off x="6180168" y="488568"/>
              <a:ext cx="344988" cy="28173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4" name="Google Shape;2604;p99"/>
            <p:cNvSpPr/>
            <p:nvPr/>
          </p:nvSpPr>
          <p:spPr>
            <a:xfrm flipH="1">
              <a:off x="6661031" y="28384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5" name="Google Shape;2605;p99"/>
            <p:cNvSpPr/>
            <p:nvPr/>
          </p:nvSpPr>
          <p:spPr>
            <a:xfrm rot="10800000">
              <a:off x="6661031" y="2462816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06" name="Google Shape;2606;p99"/>
            <p:cNvGrpSpPr/>
            <p:nvPr/>
          </p:nvGrpSpPr>
          <p:grpSpPr>
            <a:xfrm>
              <a:off x="4937040" y="903296"/>
              <a:ext cx="1597212" cy="1403652"/>
              <a:chOff x="23473411" y="7907511"/>
              <a:chExt cx="5324041" cy="4678839"/>
            </a:xfrm>
          </p:grpSpPr>
          <p:grpSp>
            <p:nvGrpSpPr>
              <p:cNvPr id="2607" name="Google Shape;2607;p99"/>
              <p:cNvGrpSpPr/>
              <p:nvPr/>
            </p:nvGrpSpPr>
            <p:grpSpPr>
              <a:xfrm>
                <a:off x="23570297" y="8895504"/>
                <a:ext cx="4365295" cy="3170699"/>
                <a:chOff x="24426922" y="6782591"/>
                <a:chExt cx="4365295" cy="3170699"/>
              </a:xfrm>
            </p:grpSpPr>
            <p:sp>
              <p:nvSpPr>
                <p:cNvPr id="2608" name="Google Shape;2608;p99"/>
                <p:cNvSpPr/>
                <p:nvPr/>
              </p:nvSpPr>
              <p:spPr>
                <a:xfrm>
                  <a:off x="24456725" y="6806437"/>
                  <a:ext cx="4305708" cy="3100549"/>
                </a:xfrm>
                <a:custGeom>
                  <a:rect b="b" l="l" r="r" t="t"/>
                  <a:pathLst>
                    <a:path extrusionOk="0" h="15185" w="16764">
                      <a:moveTo>
                        <a:pt x="0" y="1"/>
                      </a:moveTo>
                      <a:lnTo>
                        <a:pt x="0" y="15184"/>
                      </a:lnTo>
                      <a:lnTo>
                        <a:pt x="16763" y="15184"/>
                      </a:lnTo>
                      <a:lnTo>
                        <a:pt x="16763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609" name="Google Shape;2609;p99"/>
                <p:cNvSpPr/>
                <p:nvPr/>
              </p:nvSpPr>
              <p:spPr>
                <a:xfrm>
                  <a:off x="24481993" y="6824863"/>
                  <a:ext cx="4305682" cy="439417"/>
                </a:xfrm>
                <a:custGeom>
                  <a:rect b="b" l="l" r="r" t="t"/>
                  <a:pathLst>
                    <a:path extrusionOk="0" h="2285" w="16996">
                      <a:moveTo>
                        <a:pt x="0" y="1"/>
                      </a:moveTo>
                      <a:lnTo>
                        <a:pt x="0" y="2284"/>
                      </a:lnTo>
                      <a:lnTo>
                        <a:pt x="16995" y="2284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610" name="Google Shape;2610;p99"/>
                <p:cNvSpPr/>
                <p:nvPr/>
              </p:nvSpPr>
              <p:spPr>
                <a:xfrm>
                  <a:off x="24426922" y="6782591"/>
                  <a:ext cx="4365295" cy="3170699"/>
                </a:xfrm>
                <a:custGeom>
                  <a:rect b="b" l="l" r="r" t="t"/>
                  <a:pathLst>
                    <a:path extrusionOk="0" h="15417" w="16996">
                      <a:moveTo>
                        <a:pt x="16763" y="233"/>
                      </a:moveTo>
                      <a:lnTo>
                        <a:pt x="16763" y="15184"/>
                      </a:lnTo>
                      <a:lnTo>
                        <a:pt x="232" y="15184"/>
                      </a:lnTo>
                      <a:lnTo>
                        <a:pt x="232" y="233"/>
                      </a:lnTo>
                      <a:close/>
                      <a:moveTo>
                        <a:pt x="0" y="1"/>
                      </a:moveTo>
                      <a:lnTo>
                        <a:pt x="0" y="15416"/>
                      </a:lnTo>
                      <a:lnTo>
                        <a:pt x="16995" y="15416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611" name="Google Shape;2611;p99"/>
                <p:cNvGrpSpPr/>
                <p:nvPr/>
              </p:nvGrpSpPr>
              <p:grpSpPr>
                <a:xfrm>
                  <a:off x="24762500" y="6921711"/>
                  <a:ext cx="667252" cy="196809"/>
                  <a:chOff x="1518936" y="711822"/>
                  <a:chExt cx="99125" cy="29695"/>
                </a:xfrm>
              </p:grpSpPr>
              <p:sp>
                <p:nvSpPr>
                  <p:cNvPr id="2612" name="Google Shape;2612;p99"/>
                  <p:cNvSpPr/>
                  <p:nvPr/>
                </p:nvSpPr>
                <p:spPr>
                  <a:xfrm>
                    <a:off x="1518936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4" y="0"/>
                        </a:moveTo>
                        <a:cubicBezTo>
                          <a:pt x="132" y="0"/>
                          <a:pt x="0" y="149"/>
                          <a:pt x="0" y="314"/>
                        </a:cubicBezTo>
                        <a:cubicBezTo>
                          <a:pt x="0" y="495"/>
                          <a:pt x="132" y="627"/>
                          <a:pt x="314" y="627"/>
                        </a:cubicBezTo>
                        <a:cubicBezTo>
                          <a:pt x="478" y="627"/>
                          <a:pt x="627" y="495"/>
                          <a:pt x="627" y="314"/>
                        </a:cubicBezTo>
                        <a:cubicBezTo>
                          <a:pt x="627" y="149"/>
                          <a:pt x="478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DC76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13" name="Google Shape;2613;p99"/>
                  <p:cNvSpPr/>
                  <p:nvPr/>
                </p:nvSpPr>
                <p:spPr>
                  <a:xfrm>
                    <a:off x="1593072" y="711822"/>
                    <a:ext cx="24990" cy="29695"/>
                  </a:xfrm>
                  <a:custGeom>
                    <a:rect b="b" l="l" r="r" t="t"/>
                    <a:pathLst>
                      <a:path extrusionOk="0" h="628" w="628">
                        <a:moveTo>
                          <a:pt x="314" y="0"/>
                        </a:moveTo>
                        <a:cubicBezTo>
                          <a:pt x="149" y="0"/>
                          <a:pt x="1" y="149"/>
                          <a:pt x="1" y="314"/>
                        </a:cubicBezTo>
                        <a:cubicBezTo>
                          <a:pt x="1" y="495"/>
                          <a:pt x="149" y="627"/>
                          <a:pt x="314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14" name="Google Shape;2614;p99"/>
                  <p:cNvSpPr/>
                  <p:nvPr/>
                </p:nvSpPr>
                <p:spPr>
                  <a:xfrm>
                    <a:off x="1556342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3" y="0"/>
                        </a:moveTo>
                        <a:cubicBezTo>
                          <a:pt x="149" y="0"/>
                          <a:pt x="0" y="149"/>
                          <a:pt x="0" y="314"/>
                        </a:cubicBezTo>
                        <a:cubicBezTo>
                          <a:pt x="0" y="495"/>
                          <a:pt x="149" y="627"/>
                          <a:pt x="313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3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2615" name="Google Shape;2615;p99"/>
              <p:cNvGrpSpPr/>
              <p:nvPr/>
            </p:nvGrpSpPr>
            <p:grpSpPr>
              <a:xfrm>
                <a:off x="23899680" y="10785011"/>
                <a:ext cx="3728339" cy="1737647"/>
                <a:chOff x="3416923" y="8178239"/>
                <a:chExt cx="1289637" cy="750636"/>
              </a:xfrm>
            </p:grpSpPr>
            <p:sp>
              <p:nvSpPr>
                <p:cNvPr id="2616" name="Google Shape;2616;p99"/>
                <p:cNvSpPr/>
                <p:nvPr/>
              </p:nvSpPr>
              <p:spPr>
                <a:xfrm>
                  <a:off x="3416923" y="8567372"/>
                  <a:ext cx="222017" cy="361500"/>
                </a:xfrm>
                <a:custGeom>
                  <a:rect b="b" l="l" r="r" t="t"/>
                  <a:pathLst>
                    <a:path extrusionOk="0" h="4069" w="2499">
                      <a:moveTo>
                        <a:pt x="1" y="1"/>
                      </a:moveTo>
                      <a:lnTo>
                        <a:pt x="1" y="4069"/>
                      </a:lnTo>
                      <a:lnTo>
                        <a:pt x="2499" y="4069"/>
                      </a:lnTo>
                      <a:lnTo>
                        <a:pt x="2499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17" name="Google Shape;2617;p99"/>
                <p:cNvSpPr/>
                <p:nvPr/>
              </p:nvSpPr>
              <p:spPr>
                <a:xfrm>
                  <a:off x="3772828" y="8306685"/>
                  <a:ext cx="222017" cy="622190"/>
                </a:xfrm>
                <a:custGeom>
                  <a:rect b="b" l="l" r="r" t="t"/>
                  <a:pathLst>
                    <a:path extrusionOk="0" h="7262" w="2499">
                      <a:moveTo>
                        <a:pt x="0" y="0"/>
                      </a:moveTo>
                      <a:lnTo>
                        <a:pt x="0" y="7262"/>
                      </a:lnTo>
                      <a:lnTo>
                        <a:pt x="2498" y="7262"/>
                      </a:lnTo>
                      <a:lnTo>
                        <a:pt x="2498" y="0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618" name="Google Shape;2618;p99"/>
                <p:cNvSpPr/>
                <p:nvPr/>
              </p:nvSpPr>
              <p:spPr>
                <a:xfrm>
                  <a:off x="4484542" y="8178239"/>
                  <a:ext cx="222017" cy="750630"/>
                </a:xfrm>
                <a:custGeom>
                  <a:rect b="b" l="l" r="r" t="t"/>
                  <a:pathLst>
                    <a:path extrusionOk="0" h="8449" w="2499">
                      <a:moveTo>
                        <a:pt x="0" y="1"/>
                      </a:moveTo>
                      <a:lnTo>
                        <a:pt x="0" y="8449"/>
                      </a:lnTo>
                      <a:lnTo>
                        <a:pt x="2498" y="8449"/>
                      </a:lnTo>
                      <a:lnTo>
                        <a:pt x="2498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619" name="Google Shape;2619;p99"/>
                <p:cNvSpPr/>
                <p:nvPr/>
              </p:nvSpPr>
              <p:spPr>
                <a:xfrm>
                  <a:off x="4128640" y="8462803"/>
                  <a:ext cx="222017" cy="466068"/>
                </a:xfrm>
                <a:custGeom>
                  <a:rect b="b" l="l" r="r" t="t"/>
                  <a:pathLst>
                    <a:path extrusionOk="0" h="5246" w="2499">
                      <a:moveTo>
                        <a:pt x="1" y="0"/>
                      </a:moveTo>
                      <a:lnTo>
                        <a:pt x="1" y="5246"/>
                      </a:lnTo>
                      <a:lnTo>
                        <a:pt x="2499" y="5246"/>
                      </a:lnTo>
                      <a:lnTo>
                        <a:pt x="2499" y="0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620" name="Google Shape;2620;p99"/>
              <p:cNvGrpSpPr/>
              <p:nvPr/>
            </p:nvGrpSpPr>
            <p:grpSpPr>
              <a:xfrm>
                <a:off x="23871101" y="8957157"/>
                <a:ext cx="2452295" cy="2904492"/>
                <a:chOff x="7724586" y="7074800"/>
                <a:chExt cx="1050864" cy="1263537"/>
              </a:xfrm>
            </p:grpSpPr>
            <p:sp>
              <p:nvSpPr>
                <p:cNvPr id="2621" name="Google Shape;2621;p99"/>
                <p:cNvSpPr/>
                <p:nvPr/>
              </p:nvSpPr>
              <p:spPr>
                <a:xfrm>
                  <a:off x="7930238" y="7384484"/>
                  <a:ext cx="109958" cy="191165"/>
                </a:xfrm>
                <a:custGeom>
                  <a:rect b="b" l="l" r="r" t="t"/>
                  <a:pathLst>
                    <a:path extrusionOk="0" h="871" w="501">
                      <a:moveTo>
                        <a:pt x="0" y="0"/>
                      </a:moveTo>
                      <a:lnTo>
                        <a:pt x="0" y="425"/>
                      </a:lnTo>
                      <a:lnTo>
                        <a:pt x="410" y="425"/>
                      </a:lnTo>
                      <a:lnTo>
                        <a:pt x="410" y="871"/>
                      </a:lnTo>
                      <a:lnTo>
                        <a:pt x="500" y="871"/>
                      </a:lnTo>
                      <a:lnTo>
                        <a:pt x="500" y="333"/>
                      </a:lnTo>
                      <a:lnTo>
                        <a:pt x="92" y="333"/>
                      </a:lnTo>
                      <a:lnTo>
                        <a:pt x="92" y="0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22" name="Google Shape;2622;p99"/>
                <p:cNvSpPr/>
                <p:nvPr/>
              </p:nvSpPr>
              <p:spPr>
                <a:xfrm>
                  <a:off x="7892048" y="7312715"/>
                  <a:ext cx="96131" cy="95912"/>
                </a:xfrm>
                <a:custGeom>
                  <a:rect b="b" l="l" r="r" t="t"/>
                  <a:pathLst>
                    <a:path extrusionOk="0" h="437" w="438">
                      <a:moveTo>
                        <a:pt x="220" y="0"/>
                      </a:moveTo>
                      <a:cubicBezTo>
                        <a:pt x="100" y="0"/>
                        <a:pt x="1" y="97"/>
                        <a:pt x="1" y="217"/>
                      </a:cubicBezTo>
                      <a:cubicBezTo>
                        <a:pt x="1" y="338"/>
                        <a:pt x="100" y="437"/>
                        <a:pt x="220" y="437"/>
                      </a:cubicBezTo>
                      <a:cubicBezTo>
                        <a:pt x="341" y="437"/>
                        <a:pt x="437" y="338"/>
                        <a:pt x="437" y="217"/>
                      </a:cubicBezTo>
                      <a:cubicBezTo>
                        <a:pt x="437" y="97"/>
                        <a:pt x="341" y="0"/>
                        <a:pt x="220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23" name="Google Shape;2623;p99"/>
                <p:cNvSpPr/>
                <p:nvPr/>
              </p:nvSpPr>
              <p:spPr>
                <a:xfrm>
                  <a:off x="8121183" y="7952271"/>
                  <a:ext cx="127303" cy="191391"/>
                </a:xfrm>
                <a:custGeom>
                  <a:rect b="b" l="l" r="r" t="t"/>
                  <a:pathLst>
                    <a:path extrusionOk="0" h="872" w="501">
                      <a:moveTo>
                        <a:pt x="1" y="1"/>
                      </a:moveTo>
                      <a:lnTo>
                        <a:pt x="1" y="538"/>
                      </a:lnTo>
                      <a:lnTo>
                        <a:pt x="411" y="538"/>
                      </a:lnTo>
                      <a:lnTo>
                        <a:pt x="411" y="871"/>
                      </a:lnTo>
                      <a:lnTo>
                        <a:pt x="501" y="871"/>
                      </a:lnTo>
                      <a:lnTo>
                        <a:pt x="501" y="446"/>
                      </a:lnTo>
                      <a:lnTo>
                        <a:pt x="91" y="446"/>
                      </a:lnTo>
                      <a:lnTo>
                        <a:pt x="91" y="1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24" name="Google Shape;2624;p99"/>
                <p:cNvSpPr/>
                <p:nvPr/>
              </p:nvSpPr>
              <p:spPr>
                <a:xfrm>
                  <a:off x="8190540" y="8119299"/>
                  <a:ext cx="95912" cy="96131"/>
                </a:xfrm>
                <a:custGeom>
                  <a:rect b="b" l="l" r="r" t="t"/>
                  <a:pathLst>
                    <a:path extrusionOk="0" h="438" w="437">
                      <a:moveTo>
                        <a:pt x="218" y="1"/>
                      </a:moveTo>
                      <a:cubicBezTo>
                        <a:pt x="97" y="1"/>
                        <a:pt x="1" y="99"/>
                        <a:pt x="1" y="220"/>
                      </a:cubicBezTo>
                      <a:cubicBezTo>
                        <a:pt x="1" y="341"/>
                        <a:pt x="97" y="437"/>
                        <a:pt x="218" y="437"/>
                      </a:cubicBezTo>
                      <a:cubicBezTo>
                        <a:pt x="338" y="437"/>
                        <a:pt x="437" y="341"/>
                        <a:pt x="437" y="220"/>
                      </a:cubicBezTo>
                      <a:cubicBezTo>
                        <a:pt x="437" y="99"/>
                        <a:pt x="338" y="1"/>
                        <a:pt x="21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25" name="Google Shape;2625;p99"/>
                <p:cNvSpPr/>
                <p:nvPr/>
              </p:nvSpPr>
              <p:spPr>
                <a:xfrm>
                  <a:off x="8272844" y="7594306"/>
                  <a:ext cx="191823" cy="109958"/>
                </a:xfrm>
                <a:custGeom>
                  <a:rect b="b" l="l" r="r" t="t"/>
                  <a:pathLst>
                    <a:path extrusionOk="0" h="501" w="874">
                      <a:moveTo>
                        <a:pt x="446" y="0"/>
                      </a:moveTo>
                      <a:lnTo>
                        <a:pt x="446" y="408"/>
                      </a:lnTo>
                      <a:lnTo>
                        <a:pt x="1" y="408"/>
                      </a:lnTo>
                      <a:lnTo>
                        <a:pt x="1" y="500"/>
                      </a:lnTo>
                      <a:lnTo>
                        <a:pt x="538" y="500"/>
                      </a:lnTo>
                      <a:lnTo>
                        <a:pt x="538" y="90"/>
                      </a:lnTo>
                      <a:lnTo>
                        <a:pt x="873" y="90"/>
                      </a:lnTo>
                      <a:lnTo>
                        <a:pt x="873" y="0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26" name="Google Shape;2626;p99"/>
                <p:cNvSpPr/>
                <p:nvPr/>
              </p:nvSpPr>
              <p:spPr>
                <a:xfrm>
                  <a:off x="8440307" y="7556117"/>
                  <a:ext cx="96131" cy="96131"/>
                </a:xfrm>
                <a:custGeom>
                  <a:rect b="b" l="l" r="r" t="t"/>
                  <a:pathLst>
                    <a:path extrusionOk="0" h="438" w="438">
                      <a:moveTo>
                        <a:pt x="218" y="1"/>
                      </a:moveTo>
                      <a:cubicBezTo>
                        <a:pt x="97" y="1"/>
                        <a:pt x="1" y="100"/>
                        <a:pt x="1" y="218"/>
                      </a:cubicBezTo>
                      <a:cubicBezTo>
                        <a:pt x="1" y="339"/>
                        <a:pt x="97" y="437"/>
                        <a:pt x="218" y="437"/>
                      </a:cubicBezTo>
                      <a:cubicBezTo>
                        <a:pt x="338" y="437"/>
                        <a:pt x="437" y="339"/>
                        <a:pt x="437" y="218"/>
                      </a:cubicBezTo>
                      <a:cubicBezTo>
                        <a:pt x="437" y="100"/>
                        <a:pt x="338" y="1"/>
                        <a:pt x="21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27" name="Google Shape;2627;p99"/>
                <p:cNvSpPr/>
                <p:nvPr/>
              </p:nvSpPr>
              <p:spPr>
                <a:xfrm>
                  <a:off x="8180444" y="7774718"/>
                  <a:ext cx="331411" cy="171631"/>
                </a:xfrm>
                <a:custGeom>
                  <a:rect b="b" l="l" r="r" t="t"/>
                  <a:pathLst>
                    <a:path extrusionOk="0" h="782" w="1510">
                      <a:moveTo>
                        <a:pt x="0" y="1"/>
                      </a:moveTo>
                      <a:lnTo>
                        <a:pt x="0" y="93"/>
                      </a:lnTo>
                      <a:lnTo>
                        <a:pt x="937" y="93"/>
                      </a:lnTo>
                      <a:lnTo>
                        <a:pt x="937" y="781"/>
                      </a:lnTo>
                      <a:lnTo>
                        <a:pt x="1509" y="781"/>
                      </a:lnTo>
                      <a:lnTo>
                        <a:pt x="1509" y="689"/>
                      </a:lnTo>
                      <a:lnTo>
                        <a:pt x="1029" y="689"/>
                      </a:lnTo>
                      <a:lnTo>
                        <a:pt x="1029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28" name="Google Shape;2628;p99"/>
                <p:cNvSpPr/>
                <p:nvPr/>
              </p:nvSpPr>
              <p:spPr>
                <a:xfrm>
                  <a:off x="8482666" y="7789642"/>
                  <a:ext cx="292783" cy="292783"/>
                </a:xfrm>
                <a:custGeom>
                  <a:rect b="b" l="l" r="r" t="t"/>
                  <a:pathLst>
                    <a:path extrusionOk="0" h="1334" w="1334">
                      <a:moveTo>
                        <a:pt x="227" y="1"/>
                      </a:moveTo>
                      <a:cubicBezTo>
                        <a:pt x="102" y="1"/>
                        <a:pt x="1" y="101"/>
                        <a:pt x="1" y="226"/>
                      </a:cubicBezTo>
                      <a:lnTo>
                        <a:pt x="1" y="1108"/>
                      </a:lnTo>
                      <a:cubicBezTo>
                        <a:pt x="1" y="1233"/>
                        <a:pt x="102" y="1334"/>
                        <a:pt x="227" y="1334"/>
                      </a:cubicBezTo>
                      <a:lnTo>
                        <a:pt x="1108" y="1334"/>
                      </a:lnTo>
                      <a:cubicBezTo>
                        <a:pt x="1233" y="1334"/>
                        <a:pt x="1334" y="1233"/>
                        <a:pt x="1334" y="1108"/>
                      </a:cubicBezTo>
                      <a:lnTo>
                        <a:pt x="1334" y="226"/>
                      </a:lnTo>
                      <a:cubicBezTo>
                        <a:pt x="1334" y="101"/>
                        <a:pt x="1233" y="1"/>
                        <a:pt x="110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29" name="Google Shape;2629;p99"/>
                <p:cNvSpPr/>
                <p:nvPr/>
              </p:nvSpPr>
              <p:spPr>
                <a:xfrm>
                  <a:off x="8522173" y="7829148"/>
                  <a:ext cx="213332" cy="213991"/>
                </a:xfrm>
                <a:custGeom>
                  <a:rect b="b" l="l" r="r" t="t"/>
                  <a:pathLst>
                    <a:path extrusionOk="0" h="975" w="972">
                      <a:moveTo>
                        <a:pt x="218" y="0"/>
                      </a:moveTo>
                      <a:cubicBezTo>
                        <a:pt x="99" y="0"/>
                        <a:pt x="0" y="99"/>
                        <a:pt x="0" y="217"/>
                      </a:cubicBezTo>
                      <a:lnTo>
                        <a:pt x="0" y="755"/>
                      </a:lnTo>
                      <a:cubicBezTo>
                        <a:pt x="0" y="875"/>
                        <a:pt x="99" y="974"/>
                        <a:pt x="218" y="974"/>
                      </a:cubicBezTo>
                      <a:lnTo>
                        <a:pt x="755" y="974"/>
                      </a:lnTo>
                      <a:cubicBezTo>
                        <a:pt x="875" y="974"/>
                        <a:pt x="972" y="875"/>
                        <a:pt x="972" y="755"/>
                      </a:cubicBezTo>
                      <a:lnTo>
                        <a:pt x="972" y="217"/>
                      </a:lnTo>
                      <a:cubicBezTo>
                        <a:pt x="972" y="99"/>
                        <a:pt x="875" y="0"/>
                        <a:pt x="755" y="0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0" name="Google Shape;2630;p99"/>
                <p:cNvSpPr/>
                <p:nvPr/>
              </p:nvSpPr>
              <p:spPr>
                <a:xfrm>
                  <a:off x="8541048" y="7847804"/>
                  <a:ext cx="176240" cy="176460"/>
                </a:xfrm>
                <a:custGeom>
                  <a:rect b="b" l="l" r="r" t="t"/>
                  <a:pathLst>
                    <a:path extrusionOk="0" h="804" w="803">
                      <a:moveTo>
                        <a:pt x="169" y="1"/>
                      </a:moveTo>
                      <a:cubicBezTo>
                        <a:pt x="75" y="1"/>
                        <a:pt x="0" y="75"/>
                        <a:pt x="0" y="170"/>
                      </a:cubicBezTo>
                      <a:lnTo>
                        <a:pt x="0" y="635"/>
                      </a:lnTo>
                      <a:cubicBezTo>
                        <a:pt x="0" y="727"/>
                        <a:pt x="75" y="804"/>
                        <a:pt x="169" y="804"/>
                      </a:cubicBezTo>
                      <a:lnTo>
                        <a:pt x="634" y="804"/>
                      </a:lnTo>
                      <a:cubicBezTo>
                        <a:pt x="726" y="804"/>
                        <a:pt x="803" y="727"/>
                        <a:pt x="803" y="635"/>
                      </a:cubicBezTo>
                      <a:lnTo>
                        <a:pt x="803" y="170"/>
                      </a:lnTo>
                      <a:cubicBezTo>
                        <a:pt x="803" y="75"/>
                        <a:pt x="726" y="1"/>
                        <a:pt x="634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1" name="Google Shape;2631;p99"/>
                <p:cNvSpPr/>
                <p:nvPr/>
              </p:nvSpPr>
              <p:spPr>
                <a:xfrm>
                  <a:off x="8580335" y="7887310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8" y="1"/>
                      </a:moveTo>
                      <a:cubicBezTo>
                        <a:pt x="97" y="1"/>
                        <a:pt x="1" y="97"/>
                        <a:pt x="1" y="218"/>
                      </a:cubicBezTo>
                      <a:lnTo>
                        <a:pt x="1" y="227"/>
                      </a:lnTo>
                      <a:cubicBezTo>
                        <a:pt x="1" y="347"/>
                        <a:pt x="97" y="444"/>
                        <a:pt x="218" y="444"/>
                      </a:cubicBezTo>
                      <a:lnTo>
                        <a:pt x="227" y="444"/>
                      </a:lnTo>
                      <a:cubicBezTo>
                        <a:pt x="347" y="444"/>
                        <a:pt x="444" y="347"/>
                        <a:pt x="444" y="227"/>
                      </a:cubicBezTo>
                      <a:lnTo>
                        <a:pt x="444" y="218"/>
                      </a:lnTo>
                      <a:cubicBezTo>
                        <a:pt x="444" y="97"/>
                        <a:pt x="347" y="1"/>
                        <a:pt x="22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2" name="Google Shape;2632;p99"/>
                <p:cNvSpPr/>
                <p:nvPr/>
              </p:nvSpPr>
              <p:spPr>
                <a:xfrm>
                  <a:off x="8140060" y="7338613"/>
                  <a:ext cx="170973" cy="331411"/>
                </a:xfrm>
                <a:custGeom>
                  <a:rect b="b" l="l" r="r" t="t"/>
                  <a:pathLst>
                    <a:path extrusionOk="0" h="1510" w="779">
                      <a:moveTo>
                        <a:pt x="687" y="1"/>
                      </a:moveTo>
                      <a:lnTo>
                        <a:pt x="687" y="481"/>
                      </a:lnTo>
                      <a:lnTo>
                        <a:pt x="0" y="481"/>
                      </a:lnTo>
                      <a:lnTo>
                        <a:pt x="0" y="1509"/>
                      </a:lnTo>
                      <a:lnTo>
                        <a:pt x="90" y="1509"/>
                      </a:lnTo>
                      <a:lnTo>
                        <a:pt x="90" y="573"/>
                      </a:lnTo>
                      <a:lnTo>
                        <a:pt x="779" y="573"/>
                      </a:lnTo>
                      <a:lnTo>
                        <a:pt x="779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3" name="Google Shape;2633;p99"/>
                <p:cNvSpPr/>
                <p:nvPr/>
              </p:nvSpPr>
              <p:spPr>
                <a:xfrm>
                  <a:off x="8154984" y="7074800"/>
                  <a:ext cx="292344" cy="293002"/>
                </a:xfrm>
                <a:custGeom>
                  <a:rect b="b" l="l" r="r" t="t"/>
                  <a:pathLst>
                    <a:path extrusionOk="0" h="1335" w="1332">
                      <a:moveTo>
                        <a:pt x="224" y="1"/>
                      </a:moveTo>
                      <a:cubicBezTo>
                        <a:pt x="101" y="1"/>
                        <a:pt x="0" y="102"/>
                        <a:pt x="0" y="227"/>
                      </a:cubicBezTo>
                      <a:lnTo>
                        <a:pt x="0" y="1108"/>
                      </a:lnTo>
                      <a:cubicBezTo>
                        <a:pt x="0" y="1233"/>
                        <a:pt x="101" y="1334"/>
                        <a:pt x="224" y="1334"/>
                      </a:cubicBezTo>
                      <a:lnTo>
                        <a:pt x="1105" y="1334"/>
                      </a:lnTo>
                      <a:cubicBezTo>
                        <a:pt x="1230" y="1334"/>
                        <a:pt x="1331" y="1233"/>
                        <a:pt x="1331" y="1108"/>
                      </a:cubicBezTo>
                      <a:lnTo>
                        <a:pt x="1331" y="227"/>
                      </a:lnTo>
                      <a:cubicBezTo>
                        <a:pt x="1331" y="102"/>
                        <a:pt x="1230" y="1"/>
                        <a:pt x="1105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4" name="Google Shape;2634;p99"/>
                <p:cNvSpPr/>
                <p:nvPr/>
              </p:nvSpPr>
              <p:spPr>
                <a:xfrm>
                  <a:off x="8194490" y="7114306"/>
                  <a:ext cx="213332" cy="213991"/>
                </a:xfrm>
                <a:custGeom>
                  <a:rect b="b" l="l" r="r" t="t"/>
                  <a:pathLst>
                    <a:path extrusionOk="0" h="975" w="972">
                      <a:moveTo>
                        <a:pt x="217" y="1"/>
                      </a:moveTo>
                      <a:cubicBezTo>
                        <a:pt x="97" y="1"/>
                        <a:pt x="0" y="99"/>
                        <a:pt x="0" y="220"/>
                      </a:cubicBezTo>
                      <a:lnTo>
                        <a:pt x="0" y="757"/>
                      </a:lnTo>
                      <a:cubicBezTo>
                        <a:pt x="0" y="876"/>
                        <a:pt x="97" y="974"/>
                        <a:pt x="217" y="974"/>
                      </a:cubicBezTo>
                      <a:lnTo>
                        <a:pt x="754" y="974"/>
                      </a:lnTo>
                      <a:cubicBezTo>
                        <a:pt x="875" y="974"/>
                        <a:pt x="972" y="876"/>
                        <a:pt x="972" y="757"/>
                      </a:cubicBezTo>
                      <a:lnTo>
                        <a:pt x="972" y="220"/>
                      </a:lnTo>
                      <a:cubicBezTo>
                        <a:pt x="972" y="99"/>
                        <a:pt x="875" y="1"/>
                        <a:pt x="754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5" name="Google Shape;2635;p99"/>
                <p:cNvSpPr/>
                <p:nvPr/>
              </p:nvSpPr>
              <p:spPr>
                <a:xfrm>
                  <a:off x="8213146" y="7133181"/>
                  <a:ext cx="176021" cy="176240"/>
                </a:xfrm>
                <a:custGeom>
                  <a:rect b="b" l="l" r="r" t="t"/>
                  <a:pathLst>
                    <a:path extrusionOk="0" h="803" w="802">
                      <a:moveTo>
                        <a:pt x="167" y="0"/>
                      </a:moveTo>
                      <a:cubicBezTo>
                        <a:pt x="75" y="0"/>
                        <a:pt x="1" y="77"/>
                        <a:pt x="1" y="169"/>
                      </a:cubicBezTo>
                      <a:lnTo>
                        <a:pt x="1" y="634"/>
                      </a:lnTo>
                      <a:cubicBezTo>
                        <a:pt x="1" y="726"/>
                        <a:pt x="75" y="803"/>
                        <a:pt x="167" y="803"/>
                      </a:cubicBezTo>
                      <a:lnTo>
                        <a:pt x="632" y="803"/>
                      </a:lnTo>
                      <a:cubicBezTo>
                        <a:pt x="726" y="803"/>
                        <a:pt x="801" y="726"/>
                        <a:pt x="801" y="634"/>
                      </a:cubicBezTo>
                      <a:lnTo>
                        <a:pt x="801" y="169"/>
                      </a:lnTo>
                      <a:cubicBezTo>
                        <a:pt x="801" y="77"/>
                        <a:pt x="726" y="0"/>
                        <a:pt x="632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6" name="Google Shape;2636;p99"/>
                <p:cNvSpPr/>
                <p:nvPr/>
              </p:nvSpPr>
              <p:spPr>
                <a:xfrm>
                  <a:off x="8252213" y="7172687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7" y="0"/>
                      </a:moveTo>
                      <a:cubicBezTo>
                        <a:pt x="99" y="0"/>
                        <a:pt x="0" y="97"/>
                        <a:pt x="0" y="217"/>
                      </a:cubicBezTo>
                      <a:lnTo>
                        <a:pt x="0" y="226"/>
                      </a:lnTo>
                      <a:cubicBezTo>
                        <a:pt x="0" y="347"/>
                        <a:pt x="99" y="443"/>
                        <a:pt x="217" y="443"/>
                      </a:cubicBezTo>
                      <a:lnTo>
                        <a:pt x="226" y="443"/>
                      </a:lnTo>
                      <a:cubicBezTo>
                        <a:pt x="347" y="443"/>
                        <a:pt x="443" y="347"/>
                        <a:pt x="443" y="226"/>
                      </a:cubicBezTo>
                      <a:lnTo>
                        <a:pt x="443" y="217"/>
                      </a:lnTo>
                      <a:cubicBezTo>
                        <a:pt x="443" y="97"/>
                        <a:pt x="347" y="0"/>
                        <a:pt x="22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7" name="Google Shape;2637;p99"/>
                <p:cNvSpPr/>
                <p:nvPr/>
              </p:nvSpPr>
              <p:spPr>
                <a:xfrm>
                  <a:off x="7919252" y="7856811"/>
                  <a:ext cx="171408" cy="382328"/>
                </a:xfrm>
                <a:custGeom>
                  <a:rect b="b" l="l" r="r" t="t"/>
                  <a:pathLst>
                    <a:path extrusionOk="0" h="1509" w="781">
                      <a:moveTo>
                        <a:pt x="689" y="0"/>
                      </a:moveTo>
                      <a:lnTo>
                        <a:pt x="689" y="937"/>
                      </a:lnTo>
                      <a:lnTo>
                        <a:pt x="0" y="937"/>
                      </a:lnTo>
                      <a:lnTo>
                        <a:pt x="0" y="1509"/>
                      </a:lnTo>
                      <a:lnTo>
                        <a:pt x="92" y="1509"/>
                      </a:lnTo>
                      <a:lnTo>
                        <a:pt x="92" y="1029"/>
                      </a:lnTo>
                      <a:lnTo>
                        <a:pt x="781" y="1029"/>
                      </a:lnTo>
                      <a:lnTo>
                        <a:pt x="78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8" name="Google Shape;2638;p99"/>
                <p:cNvSpPr/>
                <p:nvPr/>
              </p:nvSpPr>
              <p:spPr>
                <a:xfrm>
                  <a:off x="7724586" y="8045554"/>
                  <a:ext cx="292344" cy="292783"/>
                </a:xfrm>
                <a:custGeom>
                  <a:rect b="b" l="l" r="r" t="t"/>
                  <a:pathLst>
                    <a:path extrusionOk="0" h="1334" w="1332">
                      <a:moveTo>
                        <a:pt x="224" y="0"/>
                      </a:moveTo>
                      <a:cubicBezTo>
                        <a:pt x="102" y="0"/>
                        <a:pt x="1" y="101"/>
                        <a:pt x="1" y="226"/>
                      </a:cubicBezTo>
                      <a:lnTo>
                        <a:pt x="1" y="1108"/>
                      </a:lnTo>
                      <a:cubicBezTo>
                        <a:pt x="1" y="1233"/>
                        <a:pt x="102" y="1334"/>
                        <a:pt x="224" y="1334"/>
                      </a:cubicBezTo>
                      <a:lnTo>
                        <a:pt x="1106" y="1334"/>
                      </a:lnTo>
                      <a:cubicBezTo>
                        <a:pt x="1231" y="1334"/>
                        <a:pt x="1332" y="1233"/>
                        <a:pt x="1332" y="1108"/>
                      </a:cubicBezTo>
                      <a:lnTo>
                        <a:pt x="1332" y="226"/>
                      </a:lnTo>
                      <a:cubicBezTo>
                        <a:pt x="1332" y="101"/>
                        <a:pt x="1231" y="0"/>
                        <a:pt x="1106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9" name="Google Shape;2639;p99"/>
                <p:cNvSpPr/>
                <p:nvPr/>
              </p:nvSpPr>
              <p:spPr>
                <a:xfrm>
                  <a:off x="7764092" y="8085060"/>
                  <a:ext cx="213552" cy="213771"/>
                </a:xfrm>
                <a:custGeom>
                  <a:rect b="b" l="l" r="r" t="t"/>
                  <a:pathLst>
                    <a:path extrusionOk="0" h="974" w="973">
                      <a:moveTo>
                        <a:pt x="218" y="0"/>
                      </a:moveTo>
                      <a:cubicBezTo>
                        <a:pt x="97" y="0"/>
                        <a:pt x="1" y="99"/>
                        <a:pt x="1" y="217"/>
                      </a:cubicBezTo>
                      <a:lnTo>
                        <a:pt x="1" y="755"/>
                      </a:lnTo>
                      <a:cubicBezTo>
                        <a:pt x="1" y="875"/>
                        <a:pt x="97" y="974"/>
                        <a:pt x="218" y="974"/>
                      </a:cubicBezTo>
                      <a:lnTo>
                        <a:pt x="755" y="974"/>
                      </a:lnTo>
                      <a:cubicBezTo>
                        <a:pt x="876" y="974"/>
                        <a:pt x="972" y="875"/>
                        <a:pt x="972" y="755"/>
                      </a:cubicBezTo>
                      <a:lnTo>
                        <a:pt x="972" y="217"/>
                      </a:lnTo>
                      <a:cubicBezTo>
                        <a:pt x="972" y="99"/>
                        <a:pt x="876" y="0"/>
                        <a:pt x="755" y="0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0" name="Google Shape;2640;p99"/>
                <p:cNvSpPr/>
                <p:nvPr/>
              </p:nvSpPr>
              <p:spPr>
                <a:xfrm>
                  <a:off x="7782967" y="8103716"/>
                  <a:ext cx="175801" cy="176460"/>
                </a:xfrm>
                <a:custGeom>
                  <a:rect b="b" l="l" r="r" t="t"/>
                  <a:pathLst>
                    <a:path extrusionOk="0" h="804" w="801">
                      <a:moveTo>
                        <a:pt x="167" y="1"/>
                      </a:moveTo>
                      <a:cubicBezTo>
                        <a:pt x="75" y="1"/>
                        <a:pt x="0" y="75"/>
                        <a:pt x="0" y="170"/>
                      </a:cubicBezTo>
                      <a:lnTo>
                        <a:pt x="0" y="635"/>
                      </a:lnTo>
                      <a:cubicBezTo>
                        <a:pt x="0" y="727"/>
                        <a:pt x="75" y="803"/>
                        <a:pt x="167" y="803"/>
                      </a:cubicBezTo>
                      <a:lnTo>
                        <a:pt x="634" y="803"/>
                      </a:lnTo>
                      <a:cubicBezTo>
                        <a:pt x="726" y="803"/>
                        <a:pt x="800" y="727"/>
                        <a:pt x="800" y="635"/>
                      </a:cubicBezTo>
                      <a:lnTo>
                        <a:pt x="800" y="170"/>
                      </a:lnTo>
                      <a:cubicBezTo>
                        <a:pt x="800" y="75"/>
                        <a:pt x="726" y="1"/>
                        <a:pt x="634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1" name="Google Shape;2641;p99"/>
                <p:cNvSpPr/>
                <p:nvPr/>
              </p:nvSpPr>
              <p:spPr>
                <a:xfrm>
                  <a:off x="7821815" y="8143222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8" y="1"/>
                      </a:moveTo>
                      <a:cubicBezTo>
                        <a:pt x="99" y="1"/>
                        <a:pt x="1" y="97"/>
                        <a:pt x="1" y="218"/>
                      </a:cubicBezTo>
                      <a:lnTo>
                        <a:pt x="1" y="226"/>
                      </a:lnTo>
                      <a:cubicBezTo>
                        <a:pt x="1" y="347"/>
                        <a:pt x="99" y="444"/>
                        <a:pt x="218" y="444"/>
                      </a:cubicBezTo>
                      <a:lnTo>
                        <a:pt x="227" y="444"/>
                      </a:lnTo>
                      <a:cubicBezTo>
                        <a:pt x="347" y="444"/>
                        <a:pt x="444" y="347"/>
                        <a:pt x="444" y="226"/>
                      </a:cubicBezTo>
                      <a:lnTo>
                        <a:pt x="444" y="218"/>
                      </a:lnTo>
                      <a:cubicBezTo>
                        <a:pt x="444" y="97"/>
                        <a:pt x="347" y="1"/>
                        <a:pt x="22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2" name="Google Shape;2642;p99"/>
                <p:cNvSpPr/>
                <p:nvPr/>
              </p:nvSpPr>
              <p:spPr>
                <a:xfrm>
                  <a:off x="7895560" y="7571700"/>
                  <a:ext cx="381891" cy="382330"/>
                </a:xfrm>
                <a:custGeom>
                  <a:rect b="b" l="l" r="r" t="t"/>
                  <a:pathLst>
                    <a:path extrusionOk="0" h="1742" w="1740">
                      <a:moveTo>
                        <a:pt x="294" y="0"/>
                      </a:moveTo>
                      <a:cubicBezTo>
                        <a:pt x="132" y="0"/>
                        <a:pt x="0" y="132"/>
                        <a:pt x="0" y="296"/>
                      </a:cubicBezTo>
                      <a:lnTo>
                        <a:pt x="0" y="1445"/>
                      </a:lnTo>
                      <a:cubicBezTo>
                        <a:pt x="0" y="1610"/>
                        <a:pt x="132" y="1741"/>
                        <a:pt x="294" y="1741"/>
                      </a:cubicBezTo>
                      <a:lnTo>
                        <a:pt x="1445" y="1741"/>
                      </a:lnTo>
                      <a:cubicBezTo>
                        <a:pt x="1608" y="1741"/>
                        <a:pt x="1739" y="1610"/>
                        <a:pt x="1739" y="1445"/>
                      </a:cubicBezTo>
                      <a:lnTo>
                        <a:pt x="1739" y="296"/>
                      </a:lnTo>
                      <a:cubicBezTo>
                        <a:pt x="1739" y="132"/>
                        <a:pt x="1608" y="0"/>
                        <a:pt x="1445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3" name="Google Shape;2643;p99"/>
                <p:cNvSpPr/>
                <p:nvPr/>
              </p:nvSpPr>
              <p:spPr>
                <a:xfrm>
                  <a:off x="7946918" y="7623058"/>
                  <a:ext cx="278956" cy="279395"/>
                </a:xfrm>
                <a:custGeom>
                  <a:rect b="b" l="l" r="r" t="t"/>
                  <a:pathLst>
                    <a:path extrusionOk="0" h="1273" w="1271">
                      <a:moveTo>
                        <a:pt x="286" y="1"/>
                      </a:moveTo>
                      <a:cubicBezTo>
                        <a:pt x="128" y="1"/>
                        <a:pt x="1" y="128"/>
                        <a:pt x="1" y="286"/>
                      </a:cubicBezTo>
                      <a:lnTo>
                        <a:pt x="1" y="988"/>
                      </a:lnTo>
                      <a:cubicBezTo>
                        <a:pt x="1" y="1146"/>
                        <a:pt x="128" y="1273"/>
                        <a:pt x="286" y="1273"/>
                      </a:cubicBezTo>
                      <a:lnTo>
                        <a:pt x="988" y="1273"/>
                      </a:lnTo>
                      <a:cubicBezTo>
                        <a:pt x="1143" y="1273"/>
                        <a:pt x="1271" y="1146"/>
                        <a:pt x="1271" y="988"/>
                      </a:cubicBezTo>
                      <a:lnTo>
                        <a:pt x="1271" y="286"/>
                      </a:lnTo>
                      <a:cubicBezTo>
                        <a:pt x="1271" y="128"/>
                        <a:pt x="1143" y="1"/>
                        <a:pt x="988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4" name="Google Shape;2644;p99"/>
                <p:cNvSpPr/>
                <p:nvPr/>
              </p:nvSpPr>
              <p:spPr>
                <a:xfrm>
                  <a:off x="7971500" y="7647639"/>
                  <a:ext cx="229793" cy="230232"/>
                </a:xfrm>
                <a:custGeom>
                  <a:rect b="b" l="l" r="r" t="t"/>
                  <a:pathLst>
                    <a:path extrusionOk="0" h="1049" w="1047">
                      <a:moveTo>
                        <a:pt x="220" y="1"/>
                      </a:moveTo>
                      <a:cubicBezTo>
                        <a:pt x="99" y="1"/>
                        <a:pt x="1" y="99"/>
                        <a:pt x="1" y="220"/>
                      </a:cubicBezTo>
                      <a:lnTo>
                        <a:pt x="1" y="830"/>
                      </a:lnTo>
                      <a:cubicBezTo>
                        <a:pt x="1" y="950"/>
                        <a:pt x="99" y="1049"/>
                        <a:pt x="220" y="1049"/>
                      </a:cubicBezTo>
                      <a:lnTo>
                        <a:pt x="827" y="1049"/>
                      </a:lnTo>
                      <a:cubicBezTo>
                        <a:pt x="950" y="1049"/>
                        <a:pt x="1047" y="950"/>
                        <a:pt x="1047" y="830"/>
                      </a:cubicBezTo>
                      <a:lnTo>
                        <a:pt x="1047" y="220"/>
                      </a:lnTo>
                      <a:cubicBezTo>
                        <a:pt x="1047" y="99"/>
                        <a:pt x="950" y="1"/>
                        <a:pt x="827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5" name="Google Shape;2645;p99"/>
                <p:cNvSpPr/>
                <p:nvPr/>
              </p:nvSpPr>
              <p:spPr>
                <a:xfrm>
                  <a:off x="8023077" y="7699217"/>
                  <a:ext cx="127297" cy="127297"/>
                </a:xfrm>
                <a:custGeom>
                  <a:rect b="b" l="l" r="r" t="t"/>
                  <a:pathLst>
                    <a:path extrusionOk="0" h="580" w="580">
                      <a:moveTo>
                        <a:pt x="283" y="0"/>
                      </a:moveTo>
                      <a:cubicBezTo>
                        <a:pt x="128" y="0"/>
                        <a:pt x="0" y="127"/>
                        <a:pt x="0" y="283"/>
                      </a:cubicBezTo>
                      <a:lnTo>
                        <a:pt x="0" y="296"/>
                      </a:lnTo>
                      <a:cubicBezTo>
                        <a:pt x="0" y="452"/>
                        <a:pt x="128" y="579"/>
                        <a:pt x="283" y="579"/>
                      </a:cubicBezTo>
                      <a:lnTo>
                        <a:pt x="294" y="579"/>
                      </a:lnTo>
                      <a:cubicBezTo>
                        <a:pt x="452" y="579"/>
                        <a:pt x="579" y="452"/>
                        <a:pt x="579" y="296"/>
                      </a:cubicBezTo>
                      <a:lnTo>
                        <a:pt x="579" y="283"/>
                      </a:lnTo>
                      <a:cubicBezTo>
                        <a:pt x="579" y="127"/>
                        <a:pt x="452" y="0"/>
                        <a:pt x="2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646" name="Google Shape;2646;p99"/>
              <p:cNvSpPr/>
              <p:nvPr/>
            </p:nvSpPr>
            <p:spPr>
              <a:xfrm>
                <a:off x="23473411" y="12522650"/>
                <a:ext cx="4559075" cy="63700"/>
              </a:xfrm>
              <a:custGeom>
                <a:rect b="b" l="l" r="r" t="t"/>
                <a:pathLst>
                  <a:path extrusionOk="0" h="98" w="1455">
                    <a:moveTo>
                      <a:pt x="1" y="0"/>
                    </a:moveTo>
                    <a:lnTo>
                      <a:pt x="1" y="97"/>
                    </a:lnTo>
                    <a:lnTo>
                      <a:pt x="1454" y="97"/>
                    </a:lnTo>
                    <a:lnTo>
                      <a:pt x="145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1150" lIns="41150" spcFirstLastPara="1" rIns="41150" wrap="square" tIns="411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647" name="Google Shape;2647;p99"/>
              <p:cNvGrpSpPr/>
              <p:nvPr/>
            </p:nvGrpSpPr>
            <p:grpSpPr>
              <a:xfrm rot="1346107">
                <a:off x="26134343" y="8260711"/>
                <a:ext cx="2309414" cy="2311579"/>
                <a:chOff x="26486698" y="277145"/>
                <a:chExt cx="592111" cy="592666"/>
              </a:xfrm>
            </p:grpSpPr>
            <p:sp>
              <p:nvSpPr>
                <p:cNvPr id="2648" name="Google Shape;2648;p99"/>
                <p:cNvSpPr/>
                <p:nvPr/>
              </p:nvSpPr>
              <p:spPr>
                <a:xfrm rot="6489">
                  <a:off x="26487256" y="277702"/>
                  <a:ext cx="590995" cy="591552"/>
                </a:xfrm>
                <a:custGeom>
                  <a:rect b="b" l="l" r="r" t="t"/>
                  <a:pathLst>
                    <a:path extrusionOk="0" h="4254" w="4250">
                      <a:moveTo>
                        <a:pt x="2125" y="1365"/>
                      </a:moveTo>
                      <a:cubicBezTo>
                        <a:pt x="2546" y="1365"/>
                        <a:pt x="2889" y="1708"/>
                        <a:pt x="2889" y="2129"/>
                      </a:cubicBezTo>
                      <a:cubicBezTo>
                        <a:pt x="2889" y="2550"/>
                        <a:pt x="2546" y="2889"/>
                        <a:pt x="2125" y="2889"/>
                      </a:cubicBezTo>
                      <a:cubicBezTo>
                        <a:pt x="1704" y="2889"/>
                        <a:pt x="1361" y="2550"/>
                        <a:pt x="1361" y="2129"/>
                      </a:cubicBezTo>
                      <a:cubicBezTo>
                        <a:pt x="1361" y="1708"/>
                        <a:pt x="1704" y="1365"/>
                        <a:pt x="2125" y="1365"/>
                      </a:cubicBezTo>
                      <a:close/>
                      <a:moveTo>
                        <a:pt x="1767" y="1"/>
                      </a:moveTo>
                      <a:cubicBezTo>
                        <a:pt x="1704" y="1"/>
                        <a:pt x="1654" y="44"/>
                        <a:pt x="1642" y="102"/>
                      </a:cubicBezTo>
                      <a:lnTo>
                        <a:pt x="1572" y="430"/>
                      </a:lnTo>
                      <a:cubicBezTo>
                        <a:pt x="1482" y="457"/>
                        <a:pt x="1400" y="492"/>
                        <a:pt x="1318" y="535"/>
                      </a:cubicBezTo>
                      <a:lnTo>
                        <a:pt x="1034" y="352"/>
                      </a:lnTo>
                      <a:cubicBezTo>
                        <a:pt x="1013" y="339"/>
                        <a:pt x="990" y="333"/>
                        <a:pt x="967" y="333"/>
                      </a:cubicBezTo>
                      <a:cubicBezTo>
                        <a:pt x="934" y="333"/>
                        <a:pt x="901" y="346"/>
                        <a:pt x="878" y="371"/>
                      </a:cubicBezTo>
                      <a:lnTo>
                        <a:pt x="367" y="878"/>
                      </a:lnTo>
                      <a:cubicBezTo>
                        <a:pt x="325" y="921"/>
                        <a:pt x="317" y="987"/>
                        <a:pt x="352" y="1038"/>
                      </a:cubicBezTo>
                      <a:lnTo>
                        <a:pt x="531" y="1318"/>
                      </a:lnTo>
                      <a:cubicBezTo>
                        <a:pt x="488" y="1400"/>
                        <a:pt x="453" y="1486"/>
                        <a:pt x="426" y="1572"/>
                      </a:cubicBezTo>
                      <a:lnTo>
                        <a:pt x="98" y="1642"/>
                      </a:lnTo>
                      <a:cubicBezTo>
                        <a:pt x="40" y="1657"/>
                        <a:pt x="1" y="1708"/>
                        <a:pt x="1" y="1766"/>
                      </a:cubicBezTo>
                      <a:lnTo>
                        <a:pt x="1" y="2488"/>
                      </a:lnTo>
                      <a:cubicBezTo>
                        <a:pt x="1" y="2546"/>
                        <a:pt x="40" y="2601"/>
                        <a:pt x="98" y="2612"/>
                      </a:cubicBezTo>
                      <a:lnTo>
                        <a:pt x="426" y="2682"/>
                      </a:lnTo>
                      <a:cubicBezTo>
                        <a:pt x="453" y="2768"/>
                        <a:pt x="488" y="2854"/>
                        <a:pt x="531" y="2936"/>
                      </a:cubicBezTo>
                      <a:lnTo>
                        <a:pt x="352" y="3216"/>
                      </a:lnTo>
                      <a:cubicBezTo>
                        <a:pt x="317" y="3267"/>
                        <a:pt x="325" y="3333"/>
                        <a:pt x="367" y="3376"/>
                      </a:cubicBezTo>
                      <a:lnTo>
                        <a:pt x="878" y="3887"/>
                      </a:lnTo>
                      <a:cubicBezTo>
                        <a:pt x="900" y="3911"/>
                        <a:pt x="931" y="3923"/>
                        <a:pt x="963" y="3923"/>
                      </a:cubicBezTo>
                      <a:cubicBezTo>
                        <a:pt x="987" y="3923"/>
                        <a:pt x="1012" y="3916"/>
                        <a:pt x="1034" y="3902"/>
                      </a:cubicBezTo>
                      <a:lnTo>
                        <a:pt x="1318" y="3723"/>
                      </a:lnTo>
                      <a:cubicBezTo>
                        <a:pt x="1400" y="3762"/>
                        <a:pt x="1482" y="3797"/>
                        <a:pt x="1572" y="3828"/>
                      </a:cubicBezTo>
                      <a:lnTo>
                        <a:pt x="1642" y="4152"/>
                      </a:lnTo>
                      <a:cubicBezTo>
                        <a:pt x="1654" y="4210"/>
                        <a:pt x="1704" y="4253"/>
                        <a:pt x="1767" y="4253"/>
                      </a:cubicBezTo>
                      <a:lnTo>
                        <a:pt x="2484" y="4253"/>
                      </a:lnTo>
                      <a:cubicBezTo>
                        <a:pt x="2546" y="4253"/>
                        <a:pt x="2597" y="4210"/>
                        <a:pt x="2609" y="4152"/>
                      </a:cubicBezTo>
                      <a:lnTo>
                        <a:pt x="2679" y="3828"/>
                      </a:lnTo>
                      <a:cubicBezTo>
                        <a:pt x="2768" y="3797"/>
                        <a:pt x="2854" y="3762"/>
                        <a:pt x="2936" y="3723"/>
                      </a:cubicBezTo>
                      <a:lnTo>
                        <a:pt x="3217" y="3902"/>
                      </a:lnTo>
                      <a:cubicBezTo>
                        <a:pt x="3239" y="3916"/>
                        <a:pt x="3264" y="3923"/>
                        <a:pt x="3288" y="3923"/>
                      </a:cubicBezTo>
                      <a:cubicBezTo>
                        <a:pt x="3320" y="3923"/>
                        <a:pt x="3350" y="3911"/>
                        <a:pt x="3373" y="3887"/>
                      </a:cubicBezTo>
                      <a:lnTo>
                        <a:pt x="3883" y="3376"/>
                      </a:lnTo>
                      <a:cubicBezTo>
                        <a:pt x="3926" y="3333"/>
                        <a:pt x="3934" y="3267"/>
                        <a:pt x="3899" y="3216"/>
                      </a:cubicBezTo>
                      <a:lnTo>
                        <a:pt x="3719" y="2936"/>
                      </a:lnTo>
                      <a:cubicBezTo>
                        <a:pt x="3762" y="2854"/>
                        <a:pt x="3797" y="2768"/>
                        <a:pt x="3825" y="2682"/>
                      </a:cubicBezTo>
                      <a:lnTo>
                        <a:pt x="4152" y="2612"/>
                      </a:lnTo>
                      <a:cubicBezTo>
                        <a:pt x="4211" y="2601"/>
                        <a:pt x="4250" y="2546"/>
                        <a:pt x="4250" y="2488"/>
                      </a:cubicBezTo>
                      <a:lnTo>
                        <a:pt x="4250" y="1766"/>
                      </a:lnTo>
                      <a:cubicBezTo>
                        <a:pt x="4250" y="1708"/>
                        <a:pt x="4211" y="1657"/>
                        <a:pt x="4152" y="1642"/>
                      </a:cubicBezTo>
                      <a:lnTo>
                        <a:pt x="3825" y="1572"/>
                      </a:lnTo>
                      <a:cubicBezTo>
                        <a:pt x="3797" y="1486"/>
                        <a:pt x="3762" y="1400"/>
                        <a:pt x="3719" y="1318"/>
                      </a:cubicBezTo>
                      <a:lnTo>
                        <a:pt x="3899" y="1038"/>
                      </a:lnTo>
                      <a:cubicBezTo>
                        <a:pt x="3934" y="987"/>
                        <a:pt x="3926" y="921"/>
                        <a:pt x="3883" y="878"/>
                      </a:cubicBezTo>
                      <a:lnTo>
                        <a:pt x="3373" y="371"/>
                      </a:lnTo>
                      <a:cubicBezTo>
                        <a:pt x="3349" y="346"/>
                        <a:pt x="3317" y="333"/>
                        <a:pt x="3284" y="333"/>
                      </a:cubicBezTo>
                      <a:cubicBezTo>
                        <a:pt x="3261" y="333"/>
                        <a:pt x="3237" y="339"/>
                        <a:pt x="3217" y="352"/>
                      </a:cubicBezTo>
                      <a:lnTo>
                        <a:pt x="2936" y="535"/>
                      </a:lnTo>
                      <a:cubicBezTo>
                        <a:pt x="2854" y="492"/>
                        <a:pt x="2768" y="457"/>
                        <a:pt x="2679" y="430"/>
                      </a:cubicBezTo>
                      <a:lnTo>
                        <a:pt x="2609" y="102"/>
                      </a:lnTo>
                      <a:cubicBezTo>
                        <a:pt x="2597" y="44"/>
                        <a:pt x="2546" y="1"/>
                        <a:pt x="2484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9" name="Google Shape;2649;p99"/>
                <p:cNvSpPr/>
                <p:nvPr/>
              </p:nvSpPr>
              <p:spPr>
                <a:xfrm>
                  <a:off x="26487255" y="277703"/>
                  <a:ext cx="590994" cy="591551"/>
                </a:xfrm>
                <a:custGeom>
                  <a:rect b="b" l="l" r="r" t="t"/>
                  <a:pathLst>
                    <a:path extrusionOk="0" h="4254" w="4250">
                      <a:moveTo>
                        <a:pt x="2125" y="1365"/>
                      </a:moveTo>
                      <a:cubicBezTo>
                        <a:pt x="2546" y="1365"/>
                        <a:pt x="2889" y="1708"/>
                        <a:pt x="2889" y="2129"/>
                      </a:cubicBezTo>
                      <a:cubicBezTo>
                        <a:pt x="2889" y="2550"/>
                        <a:pt x="2546" y="2889"/>
                        <a:pt x="2125" y="2889"/>
                      </a:cubicBezTo>
                      <a:cubicBezTo>
                        <a:pt x="1704" y="2889"/>
                        <a:pt x="1361" y="2550"/>
                        <a:pt x="1361" y="2129"/>
                      </a:cubicBezTo>
                      <a:cubicBezTo>
                        <a:pt x="1361" y="1708"/>
                        <a:pt x="1704" y="1365"/>
                        <a:pt x="2125" y="1365"/>
                      </a:cubicBezTo>
                      <a:close/>
                      <a:moveTo>
                        <a:pt x="2125" y="1268"/>
                      </a:moveTo>
                      <a:cubicBezTo>
                        <a:pt x="1650" y="1268"/>
                        <a:pt x="1264" y="1653"/>
                        <a:pt x="1264" y="2129"/>
                      </a:cubicBezTo>
                      <a:cubicBezTo>
                        <a:pt x="1264" y="2601"/>
                        <a:pt x="1650" y="2986"/>
                        <a:pt x="2125" y="2986"/>
                      </a:cubicBezTo>
                      <a:cubicBezTo>
                        <a:pt x="2601" y="2986"/>
                        <a:pt x="2987" y="2601"/>
                        <a:pt x="2987" y="2129"/>
                      </a:cubicBezTo>
                      <a:cubicBezTo>
                        <a:pt x="2987" y="1653"/>
                        <a:pt x="2601" y="1268"/>
                        <a:pt x="2125" y="1268"/>
                      </a:cubicBezTo>
                      <a:close/>
                      <a:moveTo>
                        <a:pt x="2484" y="98"/>
                      </a:moveTo>
                      <a:cubicBezTo>
                        <a:pt x="2499" y="98"/>
                        <a:pt x="2511" y="110"/>
                        <a:pt x="2515" y="122"/>
                      </a:cubicBezTo>
                      <a:lnTo>
                        <a:pt x="2585" y="449"/>
                      </a:lnTo>
                      <a:lnTo>
                        <a:pt x="2597" y="504"/>
                      </a:lnTo>
                      <a:lnTo>
                        <a:pt x="2651" y="523"/>
                      </a:lnTo>
                      <a:cubicBezTo>
                        <a:pt x="2733" y="546"/>
                        <a:pt x="2811" y="582"/>
                        <a:pt x="2889" y="621"/>
                      </a:cubicBezTo>
                      <a:lnTo>
                        <a:pt x="2940" y="648"/>
                      </a:lnTo>
                      <a:lnTo>
                        <a:pt x="2987" y="617"/>
                      </a:lnTo>
                      <a:lnTo>
                        <a:pt x="3267" y="433"/>
                      </a:lnTo>
                      <a:cubicBezTo>
                        <a:pt x="3275" y="430"/>
                        <a:pt x="3279" y="430"/>
                        <a:pt x="3283" y="430"/>
                      </a:cubicBezTo>
                      <a:cubicBezTo>
                        <a:pt x="3291" y="430"/>
                        <a:pt x="3298" y="430"/>
                        <a:pt x="3306" y="437"/>
                      </a:cubicBezTo>
                      <a:lnTo>
                        <a:pt x="3813" y="948"/>
                      </a:lnTo>
                      <a:cubicBezTo>
                        <a:pt x="3825" y="960"/>
                        <a:pt x="3825" y="971"/>
                        <a:pt x="3817" y="983"/>
                      </a:cubicBezTo>
                      <a:lnTo>
                        <a:pt x="3638" y="1268"/>
                      </a:lnTo>
                      <a:lnTo>
                        <a:pt x="3606" y="1314"/>
                      </a:lnTo>
                      <a:lnTo>
                        <a:pt x="3634" y="1365"/>
                      </a:lnTo>
                      <a:cubicBezTo>
                        <a:pt x="3673" y="1439"/>
                        <a:pt x="3704" y="1521"/>
                        <a:pt x="3731" y="1603"/>
                      </a:cubicBezTo>
                      <a:lnTo>
                        <a:pt x="3751" y="1657"/>
                      </a:lnTo>
                      <a:lnTo>
                        <a:pt x="3805" y="1669"/>
                      </a:lnTo>
                      <a:lnTo>
                        <a:pt x="4133" y="1739"/>
                      </a:lnTo>
                      <a:cubicBezTo>
                        <a:pt x="4144" y="1743"/>
                        <a:pt x="4152" y="1755"/>
                        <a:pt x="4152" y="1766"/>
                      </a:cubicBezTo>
                      <a:lnTo>
                        <a:pt x="4152" y="2488"/>
                      </a:lnTo>
                      <a:cubicBezTo>
                        <a:pt x="4152" y="2503"/>
                        <a:pt x="4144" y="2515"/>
                        <a:pt x="4133" y="2515"/>
                      </a:cubicBezTo>
                      <a:lnTo>
                        <a:pt x="3805" y="2589"/>
                      </a:lnTo>
                      <a:lnTo>
                        <a:pt x="3751" y="2601"/>
                      </a:lnTo>
                      <a:lnTo>
                        <a:pt x="3731" y="2651"/>
                      </a:lnTo>
                      <a:cubicBezTo>
                        <a:pt x="3704" y="2733"/>
                        <a:pt x="3673" y="2815"/>
                        <a:pt x="3634" y="2893"/>
                      </a:cubicBezTo>
                      <a:lnTo>
                        <a:pt x="3606" y="2944"/>
                      </a:lnTo>
                      <a:lnTo>
                        <a:pt x="3638" y="2990"/>
                      </a:lnTo>
                      <a:lnTo>
                        <a:pt x="3817" y="3271"/>
                      </a:lnTo>
                      <a:cubicBezTo>
                        <a:pt x="3825" y="3283"/>
                        <a:pt x="3825" y="3298"/>
                        <a:pt x="3813" y="3306"/>
                      </a:cubicBezTo>
                      <a:lnTo>
                        <a:pt x="3306" y="3817"/>
                      </a:lnTo>
                      <a:cubicBezTo>
                        <a:pt x="3298" y="3824"/>
                        <a:pt x="3291" y="3824"/>
                        <a:pt x="3283" y="3824"/>
                      </a:cubicBezTo>
                      <a:cubicBezTo>
                        <a:pt x="3279" y="3824"/>
                        <a:pt x="3275" y="3824"/>
                        <a:pt x="3267" y="3821"/>
                      </a:cubicBezTo>
                      <a:lnTo>
                        <a:pt x="2987" y="3641"/>
                      </a:lnTo>
                      <a:lnTo>
                        <a:pt x="2940" y="3610"/>
                      </a:lnTo>
                      <a:lnTo>
                        <a:pt x="2889" y="3633"/>
                      </a:lnTo>
                      <a:cubicBezTo>
                        <a:pt x="2811" y="3672"/>
                        <a:pt x="2733" y="3708"/>
                        <a:pt x="2651" y="3735"/>
                      </a:cubicBezTo>
                      <a:lnTo>
                        <a:pt x="2597" y="3750"/>
                      </a:lnTo>
                      <a:lnTo>
                        <a:pt x="2585" y="3805"/>
                      </a:lnTo>
                      <a:lnTo>
                        <a:pt x="2515" y="4132"/>
                      </a:lnTo>
                      <a:cubicBezTo>
                        <a:pt x="2511" y="4148"/>
                        <a:pt x="2499" y="4156"/>
                        <a:pt x="2484" y="4156"/>
                      </a:cubicBezTo>
                      <a:lnTo>
                        <a:pt x="1767" y="4156"/>
                      </a:lnTo>
                      <a:cubicBezTo>
                        <a:pt x="1751" y="4156"/>
                        <a:pt x="1739" y="4148"/>
                        <a:pt x="1735" y="4132"/>
                      </a:cubicBezTo>
                      <a:lnTo>
                        <a:pt x="1665" y="3805"/>
                      </a:lnTo>
                      <a:lnTo>
                        <a:pt x="1654" y="3750"/>
                      </a:lnTo>
                      <a:lnTo>
                        <a:pt x="1599" y="3735"/>
                      </a:lnTo>
                      <a:cubicBezTo>
                        <a:pt x="1517" y="3708"/>
                        <a:pt x="1439" y="3672"/>
                        <a:pt x="1361" y="3633"/>
                      </a:cubicBezTo>
                      <a:lnTo>
                        <a:pt x="1311" y="3610"/>
                      </a:lnTo>
                      <a:lnTo>
                        <a:pt x="1264" y="3641"/>
                      </a:lnTo>
                      <a:lnTo>
                        <a:pt x="983" y="3821"/>
                      </a:lnTo>
                      <a:cubicBezTo>
                        <a:pt x="975" y="3824"/>
                        <a:pt x="972" y="3824"/>
                        <a:pt x="968" y="3824"/>
                      </a:cubicBezTo>
                      <a:cubicBezTo>
                        <a:pt x="964" y="3824"/>
                        <a:pt x="952" y="3824"/>
                        <a:pt x="944" y="3817"/>
                      </a:cubicBezTo>
                      <a:lnTo>
                        <a:pt x="438" y="3306"/>
                      </a:lnTo>
                      <a:cubicBezTo>
                        <a:pt x="426" y="3298"/>
                        <a:pt x="426" y="3283"/>
                        <a:pt x="434" y="3271"/>
                      </a:cubicBezTo>
                      <a:lnTo>
                        <a:pt x="613" y="2990"/>
                      </a:lnTo>
                      <a:lnTo>
                        <a:pt x="644" y="2944"/>
                      </a:lnTo>
                      <a:lnTo>
                        <a:pt x="617" y="2893"/>
                      </a:lnTo>
                      <a:cubicBezTo>
                        <a:pt x="578" y="2815"/>
                        <a:pt x="547" y="2733"/>
                        <a:pt x="519" y="2651"/>
                      </a:cubicBezTo>
                      <a:lnTo>
                        <a:pt x="500" y="2601"/>
                      </a:lnTo>
                      <a:lnTo>
                        <a:pt x="445" y="2589"/>
                      </a:lnTo>
                      <a:lnTo>
                        <a:pt x="122" y="2515"/>
                      </a:lnTo>
                      <a:cubicBezTo>
                        <a:pt x="106" y="2515"/>
                        <a:pt x="98" y="2503"/>
                        <a:pt x="98" y="2488"/>
                      </a:cubicBezTo>
                      <a:lnTo>
                        <a:pt x="98" y="1766"/>
                      </a:lnTo>
                      <a:cubicBezTo>
                        <a:pt x="98" y="1755"/>
                        <a:pt x="106" y="1743"/>
                        <a:pt x="122" y="1739"/>
                      </a:cubicBezTo>
                      <a:lnTo>
                        <a:pt x="445" y="1669"/>
                      </a:lnTo>
                      <a:lnTo>
                        <a:pt x="500" y="1657"/>
                      </a:lnTo>
                      <a:lnTo>
                        <a:pt x="519" y="1603"/>
                      </a:lnTo>
                      <a:cubicBezTo>
                        <a:pt x="547" y="1521"/>
                        <a:pt x="578" y="1439"/>
                        <a:pt x="617" y="1365"/>
                      </a:cubicBezTo>
                      <a:lnTo>
                        <a:pt x="644" y="1314"/>
                      </a:lnTo>
                      <a:lnTo>
                        <a:pt x="613" y="1268"/>
                      </a:lnTo>
                      <a:lnTo>
                        <a:pt x="434" y="983"/>
                      </a:lnTo>
                      <a:cubicBezTo>
                        <a:pt x="426" y="971"/>
                        <a:pt x="426" y="960"/>
                        <a:pt x="438" y="948"/>
                      </a:cubicBezTo>
                      <a:lnTo>
                        <a:pt x="944" y="437"/>
                      </a:lnTo>
                      <a:cubicBezTo>
                        <a:pt x="952" y="430"/>
                        <a:pt x="964" y="430"/>
                        <a:pt x="968" y="430"/>
                      </a:cubicBezTo>
                      <a:cubicBezTo>
                        <a:pt x="972" y="430"/>
                        <a:pt x="975" y="430"/>
                        <a:pt x="983" y="433"/>
                      </a:cubicBezTo>
                      <a:lnTo>
                        <a:pt x="1264" y="617"/>
                      </a:lnTo>
                      <a:lnTo>
                        <a:pt x="1311" y="648"/>
                      </a:lnTo>
                      <a:lnTo>
                        <a:pt x="1361" y="621"/>
                      </a:lnTo>
                      <a:cubicBezTo>
                        <a:pt x="1439" y="582"/>
                        <a:pt x="1517" y="546"/>
                        <a:pt x="1599" y="523"/>
                      </a:cubicBezTo>
                      <a:lnTo>
                        <a:pt x="1654" y="504"/>
                      </a:lnTo>
                      <a:lnTo>
                        <a:pt x="1665" y="449"/>
                      </a:lnTo>
                      <a:lnTo>
                        <a:pt x="1735" y="122"/>
                      </a:lnTo>
                      <a:cubicBezTo>
                        <a:pt x="1739" y="110"/>
                        <a:pt x="1751" y="98"/>
                        <a:pt x="1767" y="98"/>
                      </a:cubicBezTo>
                      <a:close/>
                      <a:moveTo>
                        <a:pt x="1767" y="1"/>
                      </a:moveTo>
                      <a:cubicBezTo>
                        <a:pt x="1704" y="1"/>
                        <a:pt x="1654" y="44"/>
                        <a:pt x="1642" y="102"/>
                      </a:cubicBezTo>
                      <a:lnTo>
                        <a:pt x="1572" y="430"/>
                      </a:lnTo>
                      <a:cubicBezTo>
                        <a:pt x="1482" y="457"/>
                        <a:pt x="1400" y="492"/>
                        <a:pt x="1318" y="535"/>
                      </a:cubicBezTo>
                      <a:lnTo>
                        <a:pt x="1034" y="352"/>
                      </a:lnTo>
                      <a:cubicBezTo>
                        <a:pt x="1014" y="340"/>
                        <a:pt x="991" y="332"/>
                        <a:pt x="968" y="332"/>
                      </a:cubicBezTo>
                      <a:cubicBezTo>
                        <a:pt x="933" y="332"/>
                        <a:pt x="901" y="344"/>
                        <a:pt x="878" y="371"/>
                      </a:cubicBezTo>
                      <a:lnTo>
                        <a:pt x="367" y="878"/>
                      </a:lnTo>
                      <a:cubicBezTo>
                        <a:pt x="325" y="921"/>
                        <a:pt x="317" y="987"/>
                        <a:pt x="352" y="1038"/>
                      </a:cubicBezTo>
                      <a:lnTo>
                        <a:pt x="531" y="1318"/>
                      </a:lnTo>
                      <a:cubicBezTo>
                        <a:pt x="488" y="1400"/>
                        <a:pt x="453" y="1486"/>
                        <a:pt x="426" y="1572"/>
                      </a:cubicBezTo>
                      <a:lnTo>
                        <a:pt x="98" y="1642"/>
                      </a:lnTo>
                      <a:cubicBezTo>
                        <a:pt x="40" y="1657"/>
                        <a:pt x="1" y="1708"/>
                        <a:pt x="1" y="1766"/>
                      </a:cubicBezTo>
                      <a:lnTo>
                        <a:pt x="1" y="2488"/>
                      </a:lnTo>
                      <a:cubicBezTo>
                        <a:pt x="1" y="2546"/>
                        <a:pt x="40" y="2601"/>
                        <a:pt x="98" y="2612"/>
                      </a:cubicBezTo>
                      <a:lnTo>
                        <a:pt x="426" y="2682"/>
                      </a:lnTo>
                      <a:cubicBezTo>
                        <a:pt x="453" y="2768"/>
                        <a:pt x="488" y="2854"/>
                        <a:pt x="531" y="2936"/>
                      </a:cubicBezTo>
                      <a:lnTo>
                        <a:pt x="352" y="3216"/>
                      </a:lnTo>
                      <a:cubicBezTo>
                        <a:pt x="317" y="3267"/>
                        <a:pt x="325" y="3333"/>
                        <a:pt x="367" y="3376"/>
                      </a:cubicBezTo>
                      <a:lnTo>
                        <a:pt x="878" y="3887"/>
                      </a:lnTo>
                      <a:cubicBezTo>
                        <a:pt x="901" y="3910"/>
                        <a:pt x="933" y="3922"/>
                        <a:pt x="968" y="3922"/>
                      </a:cubicBezTo>
                      <a:cubicBezTo>
                        <a:pt x="991" y="3922"/>
                        <a:pt x="1014" y="3918"/>
                        <a:pt x="1034" y="3902"/>
                      </a:cubicBezTo>
                      <a:lnTo>
                        <a:pt x="1318" y="3723"/>
                      </a:lnTo>
                      <a:cubicBezTo>
                        <a:pt x="1400" y="3762"/>
                        <a:pt x="1482" y="3797"/>
                        <a:pt x="1572" y="3828"/>
                      </a:cubicBezTo>
                      <a:lnTo>
                        <a:pt x="1642" y="4152"/>
                      </a:lnTo>
                      <a:cubicBezTo>
                        <a:pt x="1654" y="4210"/>
                        <a:pt x="1704" y="4253"/>
                        <a:pt x="1767" y="4253"/>
                      </a:cubicBezTo>
                      <a:lnTo>
                        <a:pt x="2484" y="4253"/>
                      </a:lnTo>
                      <a:cubicBezTo>
                        <a:pt x="2546" y="4253"/>
                        <a:pt x="2597" y="4210"/>
                        <a:pt x="2609" y="4152"/>
                      </a:cubicBezTo>
                      <a:lnTo>
                        <a:pt x="2679" y="3828"/>
                      </a:lnTo>
                      <a:cubicBezTo>
                        <a:pt x="2768" y="3797"/>
                        <a:pt x="2854" y="3762"/>
                        <a:pt x="2936" y="3723"/>
                      </a:cubicBezTo>
                      <a:lnTo>
                        <a:pt x="3217" y="3902"/>
                      </a:lnTo>
                      <a:cubicBezTo>
                        <a:pt x="3236" y="3918"/>
                        <a:pt x="3259" y="3922"/>
                        <a:pt x="3283" y="3922"/>
                      </a:cubicBezTo>
                      <a:cubicBezTo>
                        <a:pt x="3318" y="3922"/>
                        <a:pt x="3349" y="3910"/>
                        <a:pt x="3373" y="3887"/>
                      </a:cubicBezTo>
                      <a:lnTo>
                        <a:pt x="3883" y="3376"/>
                      </a:lnTo>
                      <a:cubicBezTo>
                        <a:pt x="3926" y="3333"/>
                        <a:pt x="3934" y="3267"/>
                        <a:pt x="3899" y="3216"/>
                      </a:cubicBezTo>
                      <a:lnTo>
                        <a:pt x="3719" y="2936"/>
                      </a:lnTo>
                      <a:cubicBezTo>
                        <a:pt x="3762" y="2854"/>
                        <a:pt x="3797" y="2768"/>
                        <a:pt x="3825" y="2682"/>
                      </a:cubicBezTo>
                      <a:lnTo>
                        <a:pt x="4152" y="2612"/>
                      </a:lnTo>
                      <a:cubicBezTo>
                        <a:pt x="4211" y="2601"/>
                        <a:pt x="4250" y="2546"/>
                        <a:pt x="4250" y="2488"/>
                      </a:cubicBezTo>
                      <a:lnTo>
                        <a:pt x="4250" y="1766"/>
                      </a:lnTo>
                      <a:cubicBezTo>
                        <a:pt x="4250" y="1708"/>
                        <a:pt x="4211" y="1657"/>
                        <a:pt x="4152" y="1642"/>
                      </a:cubicBezTo>
                      <a:lnTo>
                        <a:pt x="3825" y="1572"/>
                      </a:lnTo>
                      <a:cubicBezTo>
                        <a:pt x="3797" y="1486"/>
                        <a:pt x="3762" y="1400"/>
                        <a:pt x="3719" y="1318"/>
                      </a:cubicBezTo>
                      <a:lnTo>
                        <a:pt x="3899" y="1038"/>
                      </a:lnTo>
                      <a:cubicBezTo>
                        <a:pt x="3934" y="987"/>
                        <a:pt x="3926" y="921"/>
                        <a:pt x="3883" y="878"/>
                      </a:cubicBezTo>
                      <a:lnTo>
                        <a:pt x="3373" y="371"/>
                      </a:lnTo>
                      <a:cubicBezTo>
                        <a:pt x="3349" y="344"/>
                        <a:pt x="3318" y="332"/>
                        <a:pt x="3283" y="332"/>
                      </a:cubicBezTo>
                      <a:cubicBezTo>
                        <a:pt x="3259" y="332"/>
                        <a:pt x="3236" y="340"/>
                        <a:pt x="3217" y="352"/>
                      </a:cubicBezTo>
                      <a:lnTo>
                        <a:pt x="2936" y="535"/>
                      </a:lnTo>
                      <a:cubicBezTo>
                        <a:pt x="2854" y="492"/>
                        <a:pt x="2768" y="457"/>
                        <a:pt x="2679" y="430"/>
                      </a:cubicBezTo>
                      <a:lnTo>
                        <a:pt x="2609" y="102"/>
                      </a:lnTo>
                      <a:cubicBezTo>
                        <a:pt x="2597" y="44"/>
                        <a:pt x="2546" y="1"/>
                        <a:pt x="2484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DBF0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H">
  <a:themeElements>
    <a:clrScheme name="Simple Light">
      <a:dk1>
        <a:srgbClr val="263238"/>
      </a:dk1>
      <a:lt1>
        <a:srgbClr val="FFFFFF"/>
      </a:lt1>
      <a:dk2>
        <a:srgbClr val="ABB4B7"/>
      </a:dk2>
      <a:lt2>
        <a:srgbClr val="F0EEE8"/>
      </a:lt2>
      <a:accent1>
        <a:srgbClr val="997610"/>
      </a:accent1>
      <a:accent2>
        <a:srgbClr val="CC9E15"/>
      </a:accent2>
      <a:accent3>
        <a:srgbClr val="FFC51A"/>
      </a:accent3>
      <a:accent4>
        <a:srgbClr val="FFD148"/>
      </a:accent4>
      <a:accent5>
        <a:srgbClr val="FFDC76"/>
      </a:accent5>
      <a:accent6>
        <a:srgbClr val="BFECE8"/>
      </a:accent6>
      <a:hlink>
        <a:srgbClr val="423A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DH">
  <a:themeElements>
    <a:clrScheme name="Simple Light">
      <a:dk1>
        <a:srgbClr val="263238"/>
      </a:dk1>
      <a:lt1>
        <a:srgbClr val="FFFFFF"/>
      </a:lt1>
      <a:dk2>
        <a:srgbClr val="B9A7F7"/>
      </a:dk2>
      <a:lt2>
        <a:srgbClr val="F0EEE8"/>
      </a:lt2>
      <a:accent1>
        <a:srgbClr val="997610"/>
      </a:accent1>
      <a:accent2>
        <a:srgbClr val="CC9E15"/>
      </a:accent2>
      <a:accent3>
        <a:srgbClr val="FFC51A"/>
      </a:accent3>
      <a:accent4>
        <a:srgbClr val="FFD148"/>
      </a:accent4>
      <a:accent5>
        <a:srgbClr val="FF7059"/>
      </a:accent5>
      <a:accent6>
        <a:srgbClr val="00CC7E"/>
      </a:accent6>
      <a:hlink>
        <a:srgbClr val="00CC7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