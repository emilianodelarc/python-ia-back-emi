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4"/>
    <p:sldMasterId id="2147483711" r:id="rId5"/>
    <p:sldMasterId id="214748371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Archivo Light"/>
      <p:regular r:id="rId35"/>
      <p:bold r:id="rId36"/>
      <p:italic r:id="rId37"/>
      <p:boldItalic r:id="rId38"/>
    </p:embeddedFont>
    <p:embeddedFont>
      <p:font typeface="Montserrat SemiBold"/>
      <p:regular r:id="rId39"/>
      <p:bold r:id="rId40"/>
      <p:italic r:id="rId41"/>
      <p:boldItalic r:id="rId42"/>
    </p:embeddedFont>
    <p:embeddedFont>
      <p:font typeface="Montserrat"/>
      <p:regular r:id="rId43"/>
      <p:bold r:id="rId44"/>
      <p:italic r:id="rId45"/>
      <p:boldItalic r:id="rId46"/>
    </p:embeddedFont>
    <p:embeddedFont>
      <p:font typeface="Montserrat Medium"/>
      <p:regular r:id="rId47"/>
      <p:bold r:id="rId48"/>
      <p:italic r:id="rId49"/>
      <p:boldItalic r:id="rId50"/>
    </p:embeddedFont>
    <p:embeddedFont>
      <p:font typeface="Montserrat Light"/>
      <p:regular r:id="rId51"/>
      <p:bold r:id="rId52"/>
      <p:italic r:id="rId53"/>
      <p:boldItalic r:id="rId54"/>
    </p:embeddedFont>
    <p:embeddedFont>
      <p:font typeface="Archivo"/>
      <p:regular r:id="rId55"/>
      <p:bold r:id="rId56"/>
      <p:italic r:id="rId57"/>
      <p:boldItalic r:id="rId58"/>
    </p:embeddedFont>
    <p:embeddedFont>
      <p:font typeface="Questrial"/>
      <p:regular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Paula Sznurewicz"/>
  <p:cmAuthor clrIdx="1" id="1" initials="" lastIdx="1" name="Verónica Genoni"/>
  <p:cmAuthor clrIdx="2" id="2" initials="" lastIdx="2" name="Emiliano Del Arc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bold.fntdata"/><Relationship Id="rId42" Type="http://schemas.openxmlformats.org/officeDocument/2006/relationships/font" Target="fonts/MontserratSemiBold-boldItalic.fntdata"/><Relationship Id="rId41" Type="http://schemas.openxmlformats.org/officeDocument/2006/relationships/font" Target="fonts/MontserratSemiBold-italic.fntdata"/><Relationship Id="rId44" Type="http://schemas.openxmlformats.org/officeDocument/2006/relationships/font" Target="fonts/Montserrat-bold.fntdata"/><Relationship Id="rId43" Type="http://schemas.openxmlformats.org/officeDocument/2006/relationships/font" Target="fonts/Montserrat-regular.fntdata"/><Relationship Id="rId46" Type="http://schemas.openxmlformats.org/officeDocument/2006/relationships/font" Target="fonts/Montserrat-boldItalic.fntdata"/><Relationship Id="rId45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MontserratMedium-bold.fntdata"/><Relationship Id="rId47" Type="http://schemas.openxmlformats.org/officeDocument/2006/relationships/font" Target="fonts/MontserratMedium-regular.fntdata"/><Relationship Id="rId49" Type="http://schemas.openxmlformats.org/officeDocument/2006/relationships/font" Target="fonts/MontserratMedium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font" Target="fonts/ArchivoLight-regular.fntdata"/><Relationship Id="rId34" Type="http://schemas.openxmlformats.org/officeDocument/2006/relationships/slide" Target="slides/slide27.xml"/><Relationship Id="rId37" Type="http://schemas.openxmlformats.org/officeDocument/2006/relationships/font" Target="fonts/ArchivoLight-italic.fntdata"/><Relationship Id="rId36" Type="http://schemas.openxmlformats.org/officeDocument/2006/relationships/font" Target="fonts/ArchivoLight-bold.fntdata"/><Relationship Id="rId39" Type="http://schemas.openxmlformats.org/officeDocument/2006/relationships/font" Target="fonts/MontserratSemiBold-regular.fntdata"/><Relationship Id="rId38" Type="http://schemas.openxmlformats.org/officeDocument/2006/relationships/font" Target="fonts/ArchivoLight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MontserratLight-regular.fntdata"/><Relationship Id="rId50" Type="http://schemas.openxmlformats.org/officeDocument/2006/relationships/font" Target="fonts/MontserratMedium-boldItalic.fntdata"/><Relationship Id="rId53" Type="http://schemas.openxmlformats.org/officeDocument/2006/relationships/font" Target="fonts/MontserratLight-italic.fntdata"/><Relationship Id="rId52" Type="http://schemas.openxmlformats.org/officeDocument/2006/relationships/font" Target="fonts/MontserratLight-bold.fntdata"/><Relationship Id="rId11" Type="http://schemas.openxmlformats.org/officeDocument/2006/relationships/slide" Target="slides/slide4.xml"/><Relationship Id="rId55" Type="http://schemas.openxmlformats.org/officeDocument/2006/relationships/font" Target="fonts/Archivo-regular.fntdata"/><Relationship Id="rId10" Type="http://schemas.openxmlformats.org/officeDocument/2006/relationships/slide" Target="slides/slide3.xml"/><Relationship Id="rId54" Type="http://schemas.openxmlformats.org/officeDocument/2006/relationships/font" Target="fonts/MontserratLight-boldItalic.fntdata"/><Relationship Id="rId13" Type="http://schemas.openxmlformats.org/officeDocument/2006/relationships/slide" Target="slides/slide6.xml"/><Relationship Id="rId57" Type="http://schemas.openxmlformats.org/officeDocument/2006/relationships/font" Target="fonts/Archivo-italic.fntdata"/><Relationship Id="rId12" Type="http://schemas.openxmlformats.org/officeDocument/2006/relationships/slide" Target="slides/slide5.xml"/><Relationship Id="rId56" Type="http://schemas.openxmlformats.org/officeDocument/2006/relationships/font" Target="fonts/Archivo-bold.fntdata"/><Relationship Id="rId15" Type="http://schemas.openxmlformats.org/officeDocument/2006/relationships/slide" Target="slides/slide8.xml"/><Relationship Id="rId59" Type="http://schemas.openxmlformats.org/officeDocument/2006/relationships/font" Target="fonts/Questrial-regular.fntdata"/><Relationship Id="rId14" Type="http://schemas.openxmlformats.org/officeDocument/2006/relationships/slide" Target="slides/slide7.xml"/><Relationship Id="rId58" Type="http://schemas.openxmlformats.org/officeDocument/2006/relationships/font" Target="fonts/Archivo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4-01T20:32:39.989">
    <p:pos x="245" y="1149"/>
    <p:text>faltan tildes en PELÍCULA, TÍTULO, GÉNERO</p:text>
  </p:cm>
  <p:cm authorId="1" idx="1" dt="2025-04-01T20:16:28.868">
    <p:pos x="245" y="1149"/>
    <p:text>@emiliano.delarco@digitalhouse.com pueden ir con tilde o van así para que no haya confusión?</p:text>
  </p:cm>
  <p:cm authorId="2" idx="1" dt="2025-04-01T20:30:54.056">
    <p:pos x="245" y="1149"/>
    <p:text>se modifico, lo único que hay que cambiar la imagen</p:text>
  </p:cm>
  <p:cm authorId="2" idx="2" dt="2025-04-01T20:32:39.989">
    <p:pos x="245" y="1149"/>
    <p:text>Remplazada la imagen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1c9d07f4d9d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1c9d07f4d9d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1c9d07f4d9d_0_1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1c9d07f4d9d_0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1c9d07f4d9d_0_1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1c9d07f4d9d_0_1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24d756364e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4d756364e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2706956ea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22706956ea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24bc0c9848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24bc0c9848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346f79cd7a0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346f79cd7a0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46f79cd7a0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346f79cd7a0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d7a05ecb6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d7a05ecb6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g24d71d4969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5" name="Google Shape;1535;g24d71d4969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24d71d49694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24d71d4969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346f79cd7a0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346f79cd7a0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4d71d49694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24d71d49694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24d71d49694_0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8" name="Google Shape;1658;g24d71d49694_0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2d3af402b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7" name="Google Shape;1697;g2d3af402b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24d71d49694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24d71d49694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24ee4e019d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3" name="Google Shape;1763;g24ee4e019d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g24ee4e019d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3" name="Google Shape;1783;g24ee4e019d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g22706956eaa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3" name="Google Shape;1803;g22706956eaa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24f516f5b7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24f516f5b7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g22706956eaa_3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9" name="Google Shape;1829;g22706956eaa_3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22706956eaa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22706956eaa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24ee4e019d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24ee4e019d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g1c9ddddc3ac_0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6" name="Google Shape;1866;g1c9ddddc3ac_0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1c9ddddc3ac_0_2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1c9ddddc3ac_0_2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g1c9ddddc3ac_0_2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8" name="Google Shape;1968;g1c9ddddc3ac_0_2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g346f79cd7a0_0_1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2" name="Google Shape;2042;g346f79cd7a0_0_1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gif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gif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">
  <p:cSld name="TITLE_5">
    <p:bg>
      <p:bgPr>
        <a:solidFill>
          <a:srgbClr val="16161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 b="318" l="9566" r="9" t="0"/>
          <a:stretch/>
        </p:blipFill>
        <p:spPr>
          <a:xfrm flipH="1">
            <a:off x="5078081" y="1288484"/>
            <a:ext cx="4065919" cy="3855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13"/>
          <p:cNvGrpSpPr/>
          <p:nvPr/>
        </p:nvGrpSpPr>
        <p:grpSpPr>
          <a:xfrm flipH="1">
            <a:off x="-122571" y="3600729"/>
            <a:ext cx="2249782" cy="1542819"/>
            <a:chOff x="2914650" y="3280000"/>
            <a:chExt cx="1371400" cy="942525"/>
          </a:xfrm>
        </p:grpSpPr>
        <p:sp>
          <p:nvSpPr>
            <p:cNvPr id="54" name="Google Shape;54;p13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6963419" y="140225"/>
            <a:ext cx="2016161" cy="268074"/>
            <a:chOff x="13926838" y="280450"/>
            <a:chExt cx="4032322" cy="536147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9" name="Google Shape;119;p13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0" name="Google Shape;120;p13"/>
          <p:cNvSpPr/>
          <p:nvPr/>
        </p:nvSpPr>
        <p:spPr>
          <a:xfrm>
            <a:off x="916165" y="2349525"/>
            <a:ext cx="3917100" cy="6732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solidFill>
                  <a:schemeClr val="lt1"/>
                </a:solidFill>
              </a:rPr>
              <a:t>–</a:t>
            </a:r>
            <a:endParaRPr b="1" sz="3500">
              <a:solidFill>
                <a:schemeClr val="lt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 1">
  <p:cSld name="TITLE_5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/>
          <p:nvPr/>
        </p:nvSpPr>
        <p:spPr>
          <a:xfrm>
            <a:off x="0" y="0"/>
            <a:ext cx="4583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 flipH="1">
            <a:off x="-11672" y="2488188"/>
            <a:ext cx="4858662" cy="2655314"/>
            <a:chOff x="833925" y="2613023"/>
            <a:chExt cx="7717061" cy="5030909"/>
          </a:xfrm>
        </p:grpSpPr>
        <p:sp>
          <p:nvSpPr>
            <p:cNvPr id="124" name="Google Shape;124;p14"/>
            <p:cNvSpPr/>
            <p:nvPr/>
          </p:nvSpPr>
          <p:spPr>
            <a:xfrm>
              <a:off x="6543412" y="6446723"/>
              <a:ext cx="2007553" cy="1197209"/>
            </a:xfrm>
            <a:custGeom>
              <a:rect b="b" l="l" r="r" t="t"/>
              <a:pathLst>
                <a:path extrusionOk="0" h="12481" w="20930">
                  <a:moveTo>
                    <a:pt x="3293" y="0"/>
                  </a:moveTo>
                  <a:cubicBezTo>
                    <a:pt x="1473" y="0"/>
                    <a:pt x="1" y="1472"/>
                    <a:pt x="1" y="3292"/>
                  </a:cubicBezTo>
                  <a:lnTo>
                    <a:pt x="1" y="9189"/>
                  </a:lnTo>
                  <a:cubicBezTo>
                    <a:pt x="1" y="11000"/>
                    <a:pt x="1473" y="12481"/>
                    <a:pt x="3293" y="12481"/>
                  </a:cubicBezTo>
                  <a:lnTo>
                    <a:pt x="20929" y="12481"/>
                  </a:lnTo>
                  <a:lnTo>
                    <a:pt x="20929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3370345" y="4733514"/>
              <a:ext cx="104460" cy="137841"/>
            </a:xfrm>
            <a:custGeom>
              <a:rect b="b" l="l" r="r" t="t"/>
              <a:pathLst>
                <a:path extrusionOk="0" h="1437" w="1089">
                  <a:moveTo>
                    <a:pt x="545" y="1"/>
                  </a:moveTo>
                  <a:cubicBezTo>
                    <a:pt x="545" y="1"/>
                    <a:pt x="536" y="723"/>
                    <a:pt x="0" y="723"/>
                  </a:cubicBezTo>
                  <a:cubicBezTo>
                    <a:pt x="536" y="723"/>
                    <a:pt x="545" y="1437"/>
                    <a:pt x="545" y="1437"/>
                  </a:cubicBezTo>
                  <a:cubicBezTo>
                    <a:pt x="545" y="1437"/>
                    <a:pt x="562" y="723"/>
                    <a:pt x="1089" y="723"/>
                  </a:cubicBezTo>
                  <a:cubicBezTo>
                    <a:pt x="562" y="723"/>
                    <a:pt x="545" y="1"/>
                    <a:pt x="545" y="1"/>
                  </a:cubicBez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672326" y="4707039"/>
              <a:ext cx="185706" cy="190886"/>
            </a:xfrm>
            <a:custGeom>
              <a:rect b="b" l="l" r="r" t="t"/>
              <a:pathLst>
                <a:path extrusionOk="0" h="1990" w="1936">
                  <a:moveTo>
                    <a:pt x="963" y="0"/>
                  </a:moveTo>
                  <a:cubicBezTo>
                    <a:pt x="963" y="0"/>
                    <a:pt x="946" y="1008"/>
                    <a:pt x="0" y="1008"/>
                  </a:cubicBezTo>
                  <a:cubicBezTo>
                    <a:pt x="946" y="1008"/>
                    <a:pt x="963" y="1989"/>
                    <a:pt x="963" y="1989"/>
                  </a:cubicBezTo>
                  <a:cubicBezTo>
                    <a:pt x="963" y="1989"/>
                    <a:pt x="990" y="1008"/>
                    <a:pt x="1936" y="1008"/>
                  </a:cubicBezTo>
                  <a:cubicBezTo>
                    <a:pt x="990" y="1008"/>
                    <a:pt x="963" y="0"/>
                    <a:pt x="96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7918576" y="2613023"/>
              <a:ext cx="111366" cy="113860"/>
            </a:xfrm>
            <a:custGeom>
              <a:rect b="b" l="l" r="r" t="t"/>
              <a:pathLst>
                <a:path extrusionOk="0" h="1187" w="1161">
                  <a:moveTo>
                    <a:pt x="581" y="0"/>
                  </a:moveTo>
                  <a:cubicBezTo>
                    <a:pt x="581" y="0"/>
                    <a:pt x="572" y="598"/>
                    <a:pt x="1" y="598"/>
                  </a:cubicBezTo>
                  <a:cubicBezTo>
                    <a:pt x="572" y="598"/>
                    <a:pt x="581" y="1187"/>
                    <a:pt x="581" y="1187"/>
                  </a:cubicBezTo>
                  <a:cubicBezTo>
                    <a:pt x="581" y="1187"/>
                    <a:pt x="598" y="598"/>
                    <a:pt x="1160" y="598"/>
                  </a:cubicBezTo>
                  <a:cubicBezTo>
                    <a:pt x="598" y="598"/>
                    <a:pt x="581" y="0"/>
                    <a:pt x="581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965724" y="4249195"/>
              <a:ext cx="77985" cy="79616"/>
            </a:xfrm>
            <a:custGeom>
              <a:rect b="b" l="l" r="r" t="t"/>
              <a:pathLst>
                <a:path extrusionOk="0" h="830" w="813">
                  <a:moveTo>
                    <a:pt x="402" y="0"/>
                  </a:moveTo>
                  <a:cubicBezTo>
                    <a:pt x="402" y="0"/>
                    <a:pt x="393" y="420"/>
                    <a:pt x="0" y="420"/>
                  </a:cubicBezTo>
                  <a:cubicBezTo>
                    <a:pt x="393" y="420"/>
                    <a:pt x="402" y="830"/>
                    <a:pt x="402" y="830"/>
                  </a:cubicBezTo>
                  <a:cubicBezTo>
                    <a:pt x="402" y="830"/>
                    <a:pt x="420" y="420"/>
                    <a:pt x="812" y="420"/>
                  </a:cubicBezTo>
                  <a:cubicBezTo>
                    <a:pt x="420" y="420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5189637" y="2968996"/>
              <a:ext cx="77122" cy="80575"/>
            </a:xfrm>
            <a:custGeom>
              <a:rect b="b" l="l" r="r" t="t"/>
              <a:pathLst>
                <a:path extrusionOk="0" h="840" w="804">
                  <a:moveTo>
                    <a:pt x="402" y="0"/>
                  </a:moveTo>
                  <a:cubicBezTo>
                    <a:pt x="402" y="0"/>
                    <a:pt x="393" y="429"/>
                    <a:pt x="1" y="429"/>
                  </a:cubicBezTo>
                  <a:cubicBezTo>
                    <a:pt x="393" y="429"/>
                    <a:pt x="402" y="839"/>
                    <a:pt x="402" y="839"/>
                  </a:cubicBezTo>
                  <a:cubicBezTo>
                    <a:pt x="402" y="839"/>
                    <a:pt x="411" y="429"/>
                    <a:pt x="803" y="429"/>
                  </a:cubicBezTo>
                  <a:cubicBezTo>
                    <a:pt x="411" y="429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6913965" y="2970722"/>
              <a:ext cx="75395" cy="77122"/>
            </a:xfrm>
            <a:custGeom>
              <a:rect b="b" l="l" r="r" t="t"/>
              <a:pathLst>
                <a:path extrusionOk="0" h="804" w="786">
                  <a:moveTo>
                    <a:pt x="393" y="0"/>
                  </a:moveTo>
                  <a:cubicBezTo>
                    <a:pt x="393" y="0"/>
                    <a:pt x="384" y="411"/>
                    <a:pt x="0" y="411"/>
                  </a:cubicBezTo>
                  <a:cubicBezTo>
                    <a:pt x="384" y="411"/>
                    <a:pt x="393" y="803"/>
                    <a:pt x="393" y="803"/>
                  </a:cubicBezTo>
                  <a:cubicBezTo>
                    <a:pt x="393" y="803"/>
                    <a:pt x="402" y="411"/>
                    <a:pt x="786" y="411"/>
                  </a:cubicBezTo>
                  <a:cubicBezTo>
                    <a:pt x="402" y="411"/>
                    <a:pt x="393" y="0"/>
                    <a:pt x="39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4472510" y="5232606"/>
              <a:ext cx="252564" cy="466279"/>
            </a:xfrm>
            <a:custGeom>
              <a:rect b="b" l="l" r="r" t="t"/>
              <a:pathLst>
                <a:path extrusionOk="0" h="4861" w="2633">
                  <a:moveTo>
                    <a:pt x="84" y="0"/>
                  </a:moveTo>
                  <a:cubicBezTo>
                    <a:pt x="57" y="0"/>
                    <a:pt x="29" y="3"/>
                    <a:pt x="1" y="7"/>
                  </a:cubicBezTo>
                  <a:lnTo>
                    <a:pt x="2258" y="4852"/>
                  </a:lnTo>
                  <a:cubicBezTo>
                    <a:pt x="2312" y="4836"/>
                    <a:pt x="2369" y="4829"/>
                    <a:pt x="2425" y="4829"/>
                  </a:cubicBezTo>
                  <a:cubicBezTo>
                    <a:pt x="2497" y="4829"/>
                    <a:pt x="2567" y="4840"/>
                    <a:pt x="2632" y="4860"/>
                  </a:cubicBezTo>
                  <a:lnTo>
                    <a:pt x="491" y="257"/>
                  </a:lnTo>
                  <a:cubicBezTo>
                    <a:pt x="422" y="95"/>
                    <a:pt x="260" y="0"/>
                    <a:pt x="84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4303972" y="5716829"/>
              <a:ext cx="451891" cy="261868"/>
            </a:xfrm>
            <a:custGeom>
              <a:rect b="b" l="l" r="r" t="t"/>
              <a:pathLst>
                <a:path extrusionOk="0" h="2730" w="4711">
                  <a:moveTo>
                    <a:pt x="4196" y="1"/>
                  </a:moveTo>
                  <a:cubicBezTo>
                    <a:pt x="4132" y="1"/>
                    <a:pt x="4067" y="15"/>
                    <a:pt x="4006" y="44"/>
                  </a:cubicBezTo>
                  <a:lnTo>
                    <a:pt x="0" y="1909"/>
                  </a:lnTo>
                  <a:cubicBezTo>
                    <a:pt x="152" y="1971"/>
                    <a:pt x="277" y="2087"/>
                    <a:pt x="348" y="2239"/>
                  </a:cubicBezTo>
                  <a:cubicBezTo>
                    <a:pt x="420" y="2400"/>
                    <a:pt x="428" y="2569"/>
                    <a:pt x="384" y="2730"/>
                  </a:cubicBezTo>
                  <a:lnTo>
                    <a:pt x="4380" y="865"/>
                  </a:lnTo>
                  <a:cubicBezTo>
                    <a:pt x="4612" y="758"/>
                    <a:pt x="4711" y="490"/>
                    <a:pt x="4604" y="258"/>
                  </a:cubicBezTo>
                  <a:cubicBezTo>
                    <a:pt x="4526" y="97"/>
                    <a:pt x="4364" y="1"/>
                    <a:pt x="41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4044690" y="5240951"/>
              <a:ext cx="624743" cy="655630"/>
            </a:xfrm>
            <a:custGeom>
              <a:rect b="b" l="l" r="r" t="t"/>
              <a:pathLst>
                <a:path extrusionOk="0" h="6835" w="6513">
                  <a:moveTo>
                    <a:pt x="4256" y="1"/>
                  </a:moveTo>
                  <a:lnTo>
                    <a:pt x="0" y="1981"/>
                  </a:lnTo>
                  <a:lnTo>
                    <a:pt x="2257" y="6834"/>
                  </a:lnTo>
                  <a:lnTo>
                    <a:pt x="6513" y="4854"/>
                  </a:lnTo>
                  <a:lnTo>
                    <a:pt x="4256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2808135" y="5675582"/>
              <a:ext cx="1450540" cy="441723"/>
            </a:xfrm>
            <a:custGeom>
              <a:rect b="b" l="l" r="r" t="t"/>
              <a:pathLst>
                <a:path extrusionOk="0" h="4605" w="15122">
                  <a:moveTo>
                    <a:pt x="1627" y="0"/>
                  </a:moveTo>
                  <a:cubicBezTo>
                    <a:pt x="1011" y="0"/>
                    <a:pt x="437" y="394"/>
                    <a:pt x="241" y="1019"/>
                  </a:cubicBezTo>
                  <a:cubicBezTo>
                    <a:pt x="0" y="1777"/>
                    <a:pt x="428" y="2589"/>
                    <a:pt x="1187" y="2830"/>
                  </a:cubicBezTo>
                  <a:lnTo>
                    <a:pt x="6673" y="4542"/>
                  </a:lnTo>
                  <a:cubicBezTo>
                    <a:pt x="6807" y="4587"/>
                    <a:pt x="6959" y="4605"/>
                    <a:pt x="7101" y="4605"/>
                  </a:cubicBezTo>
                  <a:cubicBezTo>
                    <a:pt x="7217" y="4605"/>
                    <a:pt x="7333" y="4596"/>
                    <a:pt x="7449" y="4560"/>
                  </a:cubicBezTo>
                  <a:lnTo>
                    <a:pt x="13872" y="2981"/>
                  </a:lnTo>
                  <a:cubicBezTo>
                    <a:pt x="14649" y="2794"/>
                    <a:pt x="15121" y="2009"/>
                    <a:pt x="14934" y="1233"/>
                  </a:cubicBezTo>
                  <a:cubicBezTo>
                    <a:pt x="14775" y="575"/>
                    <a:pt x="14188" y="136"/>
                    <a:pt x="13540" y="136"/>
                  </a:cubicBezTo>
                  <a:cubicBezTo>
                    <a:pt x="13423" y="136"/>
                    <a:pt x="13304" y="150"/>
                    <a:pt x="13186" y="180"/>
                  </a:cubicBezTo>
                  <a:lnTo>
                    <a:pt x="7146" y="1661"/>
                  </a:lnTo>
                  <a:lnTo>
                    <a:pt x="2052" y="64"/>
                  </a:lnTo>
                  <a:cubicBezTo>
                    <a:pt x="1911" y="21"/>
                    <a:pt x="1768" y="0"/>
                    <a:pt x="1627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2302328" y="6231652"/>
              <a:ext cx="2471443" cy="1294186"/>
            </a:xfrm>
            <a:custGeom>
              <a:rect b="b" l="l" r="r" t="t"/>
              <a:pathLst>
                <a:path extrusionOk="0" h="13492" w="25765">
                  <a:moveTo>
                    <a:pt x="14073" y="1"/>
                  </a:moveTo>
                  <a:cubicBezTo>
                    <a:pt x="13971" y="1"/>
                    <a:pt x="13868" y="7"/>
                    <a:pt x="13766" y="21"/>
                  </a:cubicBezTo>
                  <a:lnTo>
                    <a:pt x="2071" y="1618"/>
                  </a:lnTo>
                  <a:cubicBezTo>
                    <a:pt x="875" y="1787"/>
                    <a:pt x="1" y="2849"/>
                    <a:pt x="81" y="4062"/>
                  </a:cubicBezTo>
                  <a:cubicBezTo>
                    <a:pt x="170" y="5276"/>
                    <a:pt x="1170" y="6212"/>
                    <a:pt x="2383" y="6212"/>
                  </a:cubicBezTo>
                  <a:lnTo>
                    <a:pt x="4863" y="6212"/>
                  </a:lnTo>
                  <a:lnTo>
                    <a:pt x="11322" y="6203"/>
                  </a:lnTo>
                  <a:lnTo>
                    <a:pt x="18450" y="10137"/>
                  </a:lnTo>
                  <a:lnTo>
                    <a:pt x="21019" y="12796"/>
                  </a:lnTo>
                  <a:cubicBezTo>
                    <a:pt x="21474" y="13260"/>
                    <a:pt x="22072" y="13492"/>
                    <a:pt x="22678" y="13492"/>
                  </a:cubicBezTo>
                  <a:cubicBezTo>
                    <a:pt x="23249" y="13492"/>
                    <a:pt x="23829" y="13278"/>
                    <a:pt x="24275" y="12849"/>
                  </a:cubicBezTo>
                  <a:cubicBezTo>
                    <a:pt x="24668" y="12475"/>
                    <a:pt x="24891" y="11993"/>
                    <a:pt x="24962" y="11502"/>
                  </a:cubicBezTo>
                  <a:cubicBezTo>
                    <a:pt x="25033" y="11413"/>
                    <a:pt x="25096" y="11315"/>
                    <a:pt x="25149" y="11208"/>
                  </a:cubicBezTo>
                  <a:cubicBezTo>
                    <a:pt x="25765" y="10093"/>
                    <a:pt x="25363" y="8692"/>
                    <a:pt x="24248" y="8077"/>
                  </a:cubicBezTo>
                  <a:lnTo>
                    <a:pt x="21287" y="6435"/>
                  </a:lnTo>
                  <a:lnTo>
                    <a:pt x="15738" y="708"/>
                  </a:lnTo>
                  <a:cubicBezTo>
                    <a:pt x="15300" y="255"/>
                    <a:pt x="14698" y="1"/>
                    <a:pt x="14073" y="1"/>
                  </a:cubicBez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2348563" y="5674814"/>
              <a:ext cx="636734" cy="629060"/>
            </a:xfrm>
            <a:custGeom>
              <a:rect b="b" l="l" r="r" t="t"/>
              <a:pathLst>
                <a:path extrusionOk="0" h="6558" w="6638">
                  <a:moveTo>
                    <a:pt x="2383" y="1"/>
                  </a:moveTo>
                  <a:cubicBezTo>
                    <a:pt x="1589" y="1"/>
                    <a:pt x="911" y="563"/>
                    <a:pt x="768" y="1339"/>
                  </a:cubicBezTo>
                  <a:lnTo>
                    <a:pt x="1" y="5523"/>
                  </a:lnTo>
                  <a:cubicBezTo>
                    <a:pt x="1" y="6094"/>
                    <a:pt x="465" y="6558"/>
                    <a:pt x="1036" y="6558"/>
                  </a:cubicBezTo>
                  <a:lnTo>
                    <a:pt x="4586" y="6558"/>
                  </a:lnTo>
                  <a:cubicBezTo>
                    <a:pt x="5157" y="6558"/>
                    <a:pt x="5532" y="6138"/>
                    <a:pt x="5621" y="5523"/>
                  </a:cubicBezTo>
                  <a:lnTo>
                    <a:pt x="6638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424644" y="6936213"/>
              <a:ext cx="825029" cy="677788"/>
            </a:xfrm>
            <a:custGeom>
              <a:rect b="b" l="l" r="r" t="t"/>
              <a:pathLst>
                <a:path extrusionOk="0" h="7066" w="8601">
                  <a:moveTo>
                    <a:pt x="8600" y="0"/>
                  </a:moveTo>
                  <a:cubicBezTo>
                    <a:pt x="8600" y="0"/>
                    <a:pt x="6894" y="983"/>
                    <a:pt x="4619" y="983"/>
                  </a:cubicBezTo>
                  <a:cubicBezTo>
                    <a:pt x="3600" y="983"/>
                    <a:pt x="2466" y="786"/>
                    <a:pt x="1320" y="214"/>
                  </a:cubicBezTo>
                  <a:lnTo>
                    <a:pt x="0" y="4764"/>
                  </a:lnTo>
                  <a:lnTo>
                    <a:pt x="4621" y="7066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416874" y="6918179"/>
              <a:ext cx="850737" cy="705222"/>
            </a:xfrm>
            <a:custGeom>
              <a:rect b="b" l="l" r="r" t="t"/>
              <a:pathLst>
                <a:path extrusionOk="0" h="7352" w="8869">
                  <a:moveTo>
                    <a:pt x="8512" y="358"/>
                  </a:moveTo>
                  <a:lnTo>
                    <a:pt x="4675" y="7164"/>
                  </a:lnTo>
                  <a:lnTo>
                    <a:pt x="161" y="4916"/>
                  </a:lnTo>
                  <a:lnTo>
                    <a:pt x="1437" y="500"/>
                  </a:lnTo>
                  <a:cubicBezTo>
                    <a:pt x="2562" y="1045"/>
                    <a:pt x="3678" y="1235"/>
                    <a:pt x="4686" y="1235"/>
                  </a:cubicBezTo>
                  <a:cubicBezTo>
                    <a:pt x="6515" y="1235"/>
                    <a:pt x="7988" y="611"/>
                    <a:pt x="8512" y="358"/>
                  </a:cubicBezTo>
                  <a:close/>
                  <a:moveTo>
                    <a:pt x="8868" y="1"/>
                  </a:moveTo>
                  <a:lnTo>
                    <a:pt x="8645" y="126"/>
                  </a:lnTo>
                  <a:cubicBezTo>
                    <a:pt x="8621" y="144"/>
                    <a:pt x="6928" y="1098"/>
                    <a:pt x="4691" y="1098"/>
                  </a:cubicBezTo>
                  <a:cubicBezTo>
                    <a:pt x="3680" y="1098"/>
                    <a:pt x="2558" y="903"/>
                    <a:pt x="1428" y="340"/>
                  </a:cubicBezTo>
                  <a:lnTo>
                    <a:pt x="1357" y="304"/>
                  </a:lnTo>
                  <a:lnTo>
                    <a:pt x="1" y="4997"/>
                  </a:lnTo>
                  <a:lnTo>
                    <a:pt x="4729" y="7352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2666935" y="6443260"/>
              <a:ext cx="1546367" cy="914046"/>
            </a:xfrm>
            <a:custGeom>
              <a:rect b="b" l="l" r="r" t="t"/>
              <a:pathLst>
                <a:path extrusionOk="0" h="9529" w="16121">
                  <a:moveTo>
                    <a:pt x="0" y="1"/>
                  </a:moveTo>
                  <a:lnTo>
                    <a:pt x="0" y="206"/>
                  </a:lnTo>
                  <a:lnTo>
                    <a:pt x="7467" y="206"/>
                  </a:lnTo>
                  <a:lnTo>
                    <a:pt x="15969" y="9528"/>
                  </a:lnTo>
                  <a:lnTo>
                    <a:pt x="16121" y="9386"/>
                  </a:lnTo>
                  <a:lnTo>
                    <a:pt x="755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2405062" y="5845943"/>
              <a:ext cx="172085" cy="464745"/>
            </a:xfrm>
            <a:custGeom>
              <a:rect b="b" l="l" r="r" t="t"/>
              <a:pathLst>
                <a:path extrusionOk="0" h="4845" w="1794">
                  <a:moveTo>
                    <a:pt x="188" y="1"/>
                  </a:moveTo>
                  <a:lnTo>
                    <a:pt x="0" y="63"/>
                  </a:lnTo>
                  <a:lnTo>
                    <a:pt x="1597" y="4845"/>
                  </a:lnTo>
                  <a:lnTo>
                    <a:pt x="1794" y="478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2429907" y="5710402"/>
              <a:ext cx="1216010" cy="881816"/>
            </a:xfrm>
            <a:custGeom>
              <a:rect b="b" l="l" r="r" t="t"/>
              <a:pathLst>
                <a:path extrusionOk="0" h="9193" w="12677">
                  <a:moveTo>
                    <a:pt x="1625" y="0"/>
                  </a:moveTo>
                  <a:cubicBezTo>
                    <a:pt x="1483" y="0"/>
                    <a:pt x="1339" y="22"/>
                    <a:pt x="1196" y="67"/>
                  </a:cubicBezTo>
                  <a:cubicBezTo>
                    <a:pt x="428" y="299"/>
                    <a:pt x="0" y="1102"/>
                    <a:pt x="232" y="1869"/>
                  </a:cubicBezTo>
                  <a:lnTo>
                    <a:pt x="2159" y="8167"/>
                  </a:lnTo>
                  <a:cubicBezTo>
                    <a:pt x="2275" y="8551"/>
                    <a:pt x="2543" y="8863"/>
                    <a:pt x="2900" y="9041"/>
                  </a:cubicBezTo>
                  <a:cubicBezTo>
                    <a:pt x="3105" y="9139"/>
                    <a:pt x="3319" y="9193"/>
                    <a:pt x="3542" y="9193"/>
                  </a:cubicBezTo>
                  <a:cubicBezTo>
                    <a:pt x="3711" y="9193"/>
                    <a:pt x="3881" y="9157"/>
                    <a:pt x="4050" y="9104"/>
                  </a:cubicBezTo>
                  <a:lnTo>
                    <a:pt x="11544" y="6311"/>
                  </a:lnTo>
                  <a:cubicBezTo>
                    <a:pt x="12293" y="6035"/>
                    <a:pt x="12677" y="5205"/>
                    <a:pt x="12400" y="4456"/>
                  </a:cubicBezTo>
                  <a:cubicBezTo>
                    <a:pt x="12185" y="3872"/>
                    <a:pt x="11627" y="3510"/>
                    <a:pt x="11037" y="3510"/>
                  </a:cubicBezTo>
                  <a:cubicBezTo>
                    <a:pt x="10870" y="3510"/>
                    <a:pt x="10701" y="3539"/>
                    <a:pt x="10536" y="3600"/>
                  </a:cubicBezTo>
                  <a:lnTo>
                    <a:pt x="4479" y="5857"/>
                  </a:lnTo>
                  <a:lnTo>
                    <a:pt x="2998" y="1021"/>
                  </a:lnTo>
                  <a:cubicBezTo>
                    <a:pt x="2809" y="405"/>
                    <a:pt x="2243" y="0"/>
                    <a:pt x="1625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3422527" y="6006327"/>
              <a:ext cx="764310" cy="325753"/>
            </a:xfrm>
            <a:custGeom>
              <a:rect b="b" l="l" r="r" t="t"/>
              <a:pathLst>
                <a:path extrusionOk="0" h="3396" w="7968">
                  <a:moveTo>
                    <a:pt x="2628" y="1"/>
                  </a:moveTo>
                  <a:cubicBezTo>
                    <a:pt x="1096" y="1"/>
                    <a:pt x="1" y="568"/>
                    <a:pt x="1" y="568"/>
                  </a:cubicBezTo>
                  <a:lnTo>
                    <a:pt x="768" y="3396"/>
                  </a:lnTo>
                  <a:cubicBezTo>
                    <a:pt x="3061" y="2406"/>
                    <a:pt x="7967" y="1906"/>
                    <a:pt x="5228" y="595"/>
                  </a:cubicBezTo>
                  <a:cubicBezTo>
                    <a:pt x="4306" y="149"/>
                    <a:pt x="3410" y="1"/>
                    <a:pt x="2628" y="1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3645071" y="5960188"/>
              <a:ext cx="368246" cy="110982"/>
            </a:xfrm>
            <a:custGeom>
              <a:rect b="b" l="l" r="r" t="t"/>
              <a:pathLst>
                <a:path extrusionOk="0" h="1157" w="3839">
                  <a:moveTo>
                    <a:pt x="3200" y="0"/>
                  </a:moveTo>
                  <a:cubicBezTo>
                    <a:pt x="3131" y="0"/>
                    <a:pt x="3048" y="13"/>
                    <a:pt x="2953" y="41"/>
                  </a:cubicBezTo>
                  <a:cubicBezTo>
                    <a:pt x="2141" y="282"/>
                    <a:pt x="0" y="496"/>
                    <a:pt x="0" y="496"/>
                  </a:cubicBezTo>
                  <a:lnTo>
                    <a:pt x="964" y="1156"/>
                  </a:lnTo>
                  <a:cubicBezTo>
                    <a:pt x="3376" y="1068"/>
                    <a:pt x="3839" y="0"/>
                    <a:pt x="3200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3714328" y="6094673"/>
              <a:ext cx="302156" cy="39808"/>
            </a:xfrm>
            <a:custGeom>
              <a:rect b="b" l="l" r="r" t="t"/>
              <a:pathLst>
                <a:path extrusionOk="0" h="415" w="3150">
                  <a:moveTo>
                    <a:pt x="970" y="0"/>
                  </a:moveTo>
                  <a:cubicBezTo>
                    <a:pt x="660" y="0"/>
                    <a:pt x="332" y="14"/>
                    <a:pt x="1" y="48"/>
                  </a:cubicBezTo>
                  <a:lnTo>
                    <a:pt x="27" y="254"/>
                  </a:lnTo>
                  <a:cubicBezTo>
                    <a:pt x="343" y="222"/>
                    <a:pt x="655" y="209"/>
                    <a:pt x="953" y="209"/>
                  </a:cubicBezTo>
                  <a:cubicBezTo>
                    <a:pt x="2143" y="209"/>
                    <a:pt x="3098" y="414"/>
                    <a:pt x="3105" y="414"/>
                  </a:cubicBezTo>
                  <a:lnTo>
                    <a:pt x="3150" y="209"/>
                  </a:lnTo>
                  <a:cubicBezTo>
                    <a:pt x="3143" y="209"/>
                    <a:pt x="2181" y="0"/>
                    <a:pt x="9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3715191" y="6024745"/>
              <a:ext cx="237120" cy="40383"/>
            </a:xfrm>
            <a:custGeom>
              <a:rect b="b" l="l" r="r" t="t"/>
              <a:pathLst>
                <a:path extrusionOk="0" h="421" w="2472">
                  <a:moveTo>
                    <a:pt x="136" y="0"/>
                  </a:moveTo>
                  <a:cubicBezTo>
                    <a:pt x="91" y="0"/>
                    <a:pt x="46" y="1"/>
                    <a:pt x="1" y="1"/>
                  </a:cubicBezTo>
                  <a:lnTo>
                    <a:pt x="10" y="207"/>
                  </a:lnTo>
                  <a:cubicBezTo>
                    <a:pt x="54" y="206"/>
                    <a:pt x="98" y="206"/>
                    <a:pt x="142" y="206"/>
                  </a:cubicBezTo>
                  <a:cubicBezTo>
                    <a:pt x="1293" y="206"/>
                    <a:pt x="2419" y="421"/>
                    <a:pt x="2436" y="421"/>
                  </a:cubicBezTo>
                  <a:lnTo>
                    <a:pt x="2472" y="224"/>
                  </a:lnTo>
                  <a:cubicBezTo>
                    <a:pt x="2463" y="216"/>
                    <a:pt x="1313" y="0"/>
                    <a:pt x="13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637774" y="5668004"/>
              <a:ext cx="707812" cy="604216"/>
            </a:xfrm>
            <a:custGeom>
              <a:rect b="b" l="l" r="r" t="t"/>
              <a:pathLst>
                <a:path extrusionOk="0" h="6299" w="7379">
                  <a:moveTo>
                    <a:pt x="197" y="0"/>
                  </a:moveTo>
                  <a:lnTo>
                    <a:pt x="1" y="63"/>
                  </a:lnTo>
                  <a:lnTo>
                    <a:pt x="2204" y="6299"/>
                  </a:lnTo>
                  <a:lnTo>
                    <a:pt x="7379" y="4523"/>
                  </a:lnTo>
                  <a:lnTo>
                    <a:pt x="7316" y="4327"/>
                  </a:lnTo>
                  <a:lnTo>
                    <a:pt x="2329" y="6040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4205554" y="6991848"/>
              <a:ext cx="862631" cy="623017"/>
            </a:xfrm>
            <a:custGeom>
              <a:rect b="b" l="l" r="r" t="t"/>
              <a:pathLst>
                <a:path extrusionOk="0" h="6495" w="8993">
                  <a:moveTo>
                    <a:pt x="2846" y="0"/>
                  </a:moveTo>
                  <a:lnTo>
                    <a:pt x="0" y="3738"/>
                  </a:lnTo>
                  <a:lnTo>
                    <a:pt x="2543" y="6495"/>
                  </a:lnTo>
                  <a:lnTo>
                    <a:pt x="8993" y="1731"/>
                  </a:lnTo>
                  <a:lnTo>
                    <a:pt x="8993" y="1731"/>
                  </a:lnTo>
                  <a:cubicBezTo>
                    <a:pt x="8993" y="1731"/>
                    <a:pt x="8666" y="1764"/>
                    <a:pt x="8152" y="1764"/>
                  </a:cubicBezTo>
                  <a:cubicBezTo>
                    <a:pt x="6834" y="1764"/>
                    <a:pt x="4284" y="1547"/>
                    <a:pt x="284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4197017" y="6981584"/>
              <a:ext cx="894285" cy="641817"/>
            </a:xfrm>
            <a:custGeom>
              <a:rect b="b" l="l" r="r" t="t"/>
              <a:pathLst>
                <a:path extrusionOk="0" h="6691" w="9323">
                  <a:moveTo>
                    <a:pt x="2944" y="214"/>
                  </a:moveTo>
                  <a:cubicBezTo>
                    <a:pt x="4394" y="1716"/>
                    <a:pt x="6920" y="1935"/>
                    <a:pt x="8237" y="1935"/>
                  </a:cubicBezTo>
                  <a:cubicBezTo>
                    <a:pt x="8492" y="1935"/>
                    <a:pt x="8702" y="1927"/>
                    <a:pt x="8850" y="1918"/>
                  </a:cubicBezTo>
                  <a:lnTo>
                    <a:pt x="8850" y="1918"/>
                  </a:lnTo>
                  <a:lnTo>
                    <a:pt x="2641" y="6512"/>
                  </a:lnTo>
                  <a:lnTo>
                    <a:pt x="179" y="3845"/>
                  </a:lnTo>
                  <a:lnTo>
                    <a:pt x="2944" y="214"/>
                  </a:lnTo>
                  <a:close/>
                  <a:moveTo>
                    <a:pt x="2935" y="0"/>
                  </a:moveTo>
                  <a:lnTo>
                    <a:pt x="0" y="3854"/>
                  </a:lnTo>
                  <a:lnTo>
                    <a:pt x="2623" y="6691"/>
                  </a:lnTo>
                  <a:lnTo>
                    <a:pt x="9323" y="1740"/>
                  </a:lnTo>
                  <a:lnTo>
                    <a:pt x="9073" y="1766"/>
                  </a:lnTo>
                  <a:cubicBezTo>
                    <a:pt x="9061" y="1766"/>
                    <a:pt x="8748" y="1796"/>
                    <a:pt x="8260" y="1796"/>
                  </a:cubicBezTo>
                  <a:cubicBezTo>
                    <a:pt x="6957" y="1796"/>
                    <a:pt x="4404" y="1588"/>
                    <a:pt x="2989" y="62"/>
                  </a:cubicBezTo>
                  <a:lnTo>
                    <a:pt x="2935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874898" y="5847669"/>
              <a:ext cx="88153" cy="402299"/>
            </a:xfrm>
            <a:custGeom>
              <a:rect b="b" l="l" r="r" t="t"/>
              <a:pathLst>
                <a:path extrusionOk="0" h="4194" w="919">
                  <a:moveTo>
                    <a:pt x="714" y="1"/>
                  </a:moveTo>
                  <a:lnTo>
                    <a:pt x="0" y="4158"/>
                  </a:lnTo>
                  <a:lnTo>
                    <a:pt x="205" y="4194"/>
                  </a:lnTo>
                  <a:lnTo>
                    <a:pt x="919" y="36"/>
                  </a:lnTo>
                  <a:lnTo>
                    <a:pt x="714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4045553" y="5631169"/>
              <a:ext cx="213140" cy="339853"/>
            </a:xfrm>
            <a:custGeom>
              <a:rect b="b" l="l" r="r" t="t"/>
              <a:pathLst>
                <a:path extrusionOk="0" h="3543" w="2222">
                  <a:moveTo>
                    <a:pt x="892" y="1"/>
                  </a:moveTo>
                  <a:lnTo>
                    <a:pt x="0" y="598"/>
                  </a:lnTo>
                  <a:lnTo>
                    <a:pt x="812" y="3542"/>
                  </a:lnTo>
                  <a:cubicBezTo>
                    <a:pt x="812" y="3542"/>
                    <a:pt x="1463" y="3328"/>
                    <a:pt x="1668" y="3212"/>
                  </a:cubicBezTo>
                  <a:cubicBezTo>
                    <a:pt x="2088" y="2980"/>
                    <a:pt x="2221" y="2579"/>
                    <a:pt x="2221" y="2579"/>
                  </a:cubicBezTo>
                  <a:lnTo>
                    <a:pt x="892" y="1"/>
                  </a:ln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4209775" y="5603831"/>
              <a:ext cx="48920" cy="75395"/>
            </a:xfrm>
            <a:custGeom>
              <a:rect b="b" l="l" r="r" t="t"/>
              <a:pathLst>
                <a:path extrusionOk="0" h="786" w="510">
                  <a:moveTo>
                    <a:pt x="509" y="0"/>
                  </a:moveTo>
                  <a:lnTo>
                    <a:pt x="509" y="0"/>
                  </a:lnTo>
                  <a:cubicBezTo>
                    <a:pt x="465" y="9"/>
                    <a:pt x="420" y="27"/>
                    <a:pt x="376" y="45"/>
                  </a:cubicBezTo>
                  <a:cubicBezTo>
                    <a:pt x="304" y="321"/>
                    <a:pt x="170" y="580"/>
                    <a:pt x="1" y="785"/>
                  </a:cubicBezTo>
                  <a:cubicBezTo>
                    <a:pt x="19" y="767"/>
                    <a:pt x="37" y="750"/>
                    <a:pt x="54" y="732"/>
                  </a:cubicBezTo>
                  <a:cubicBezTo>
                    <a:pt x="260" y="527"/>
                    <a:pt x="420" y="277"/>
                    <a:pt x="509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4077208" y="5608052"/>
              <a:ext cx="168632" cy="117313"/>
            </a:xfrm>
            <a:custGeom>
              <a:rect b="b" l="l" r="r" t="t"/>
              <a:pathLst>
                <a:path extrusionOk="0" h="1223" w="1758">
                  <a:moveTo>
                    <a:pt x="1758" y="1"/>
                  </a:moveTo>
                  <a:lnTo>
                    <a:pt x="1758" y="1"/>
                  </a:lnTo>
                  <a:cubicBezTo>
                    <a:pt x="1205" y="242"/>
                    <a:pt x="607" y="438"/>
                    <a:pt x="0" y="590"/>
                  </a:cubicBezTo>
                  <a:cubicBezTo>
                    <a:pt x="196" y="804"/>
                    <a:pt x="384" y="1009"/>
                    <a:pt x="580" y="1223"/>
                  </a:cubicBezTo>
                  <a:cubicBezTo>
                    <a:pt x="874" y="1116"/>
                    <a:pt x="1151" y="955"/>
                    <a:pt x="1383" y="741"/>
                  </a:cubicBezTo>
                  <a:cubicBezTo>
                    <a:pt x="1552" y="536"/>
                    <a:pt x="1686" y="277"/>
                    <a:pt x="1758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4245746" y="5539658"/>
              <a:ext cx="22350" cy="68489"/>
            </a:xfrm>
            <a:custGeom>
              <a:rect b="b" l="l" r="r" t="t"/>
              <a:pathLst>
                <a:path extrusionOk="0" h="714" w="233">
                  <a:moveTo>
                    <a:pt x="197" y="0"/>
                  </a:moveTo>
                  <a:cubicBezTo>
                    <a:pt x="152" y="0"/>
                    <a:pt x="117" y="27"/>
                    <a:pt x="90" y="45"/>
                  </a:cubicBezTo>
                  <a:cubicBezTo>
                    <a:pt x="108" y="277"/>
                    <a:pt x="72" y="500"/>
                    <a:pt x="1" y="714"/>
                  </a:cubicBezTo>
                  <a:cubicBezTo>
                    <a:pt x="45" y="696"/>
                    <a:pt x="90" y="678"/>
                    <a:pt x="134" y="669"/>
                  </a:cubicBezTo>
                  <a:cubicBezTo>
                    <a:pt x="206" y="455"/>
                    <a:pt x="233" y="223"/>
                    <a:pt x="197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4077208" y="5543879"/>
              <a:ext cx="178895" cy="120766"/>
            </a:xfrm>
            <a:custGeom>
              <a:rect b="b" l="l" r="r" t="t"/>
              <a:pathLst>
                <a:path extrusionOk="0" h="1259" w="1865">
                  <a:moveTo>
                    <a:pt x="1847" y="1"/>
                  </a:moveTo>
                  <a:cubicBezTo>
                    <a:pt x="1436" y="322"/>
                    <a:pt x="1008" y="607"/>
                    <a:pt x="562" y="875"/>
                  </a:cubicBezTo>
                  <a:cubicBezTo>
                    <a:pt x="384" y="1009"/>
                    <a:pt x="196" y="1134"/>
                    <a:pt x="0" y="1259"/>
                  </a:cubicBezTo>
                  <a:cubicBezTo>
                    <a:pt x="607" y="1107"/>
                    <a:pt x="1205" y="911"/>
                    <a:pt x="1758" y="670"/>
                  </a:cubicBezTo>
                  <a:cubicBezTo>
                    <a:pt x="1829" y="456"/>
                    <a:pt x="1865" y="233"/>
                    <a:pt x="1847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246609" y="5527476"/>
              <a:ext cx="18033" cy="16499"/>
            </a:xfrm>
            <a:custGeom>
              <a:rect b="b" l="l" r="r" t="t"/>
              <a:pathLst>
                <a:path extrusionOk="0" h="172" w="188">
                  <a:moveTo>
                    <a:pt x="76" y="1"/>
                  </a:moveTo>
                  <a:cubicBezTo>
                    <a:pt x="47" y="1"/>
                    <a:pt x="24" y="24"/>
                    <a:pt x="1" y="47"/>
                  </a:cubicBezTo>
                  <a:cubicBezTo>
                    <a:pt x="45" y="56"/>
                    <a:pt x="72" y="118"/>
                    <a:pt x="81" y="172"/>
                  </a:cubicBezTo>
                  <a:cubicBezTo>
                    <a:pt x="108" y="154"/>
                    <a:pt x="143" y="127"/>
                    <a:pt x="188" y="127"/>
                  </a:cubicBezTo>
                  <a:cubicBezTo>
                    <a:pt x="170" y="65"/>
                    <a:pt x="143" y="2"/>
                    <a:pt x="90" y="2"/>
                  </a:cubicBezTo>
                  <a:cubicBezTo>
                    <a:pt x="85" y="1"/>
                    <a:pt x="80" y="1"/>
                    <a:pt x="76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131117" y="5531888"/>
              <a:ext cx="123260" cy="95922"/>
            </a:xfrm>
            <a:custGeom>
              <a:rect b="b" l="l" r="r" t="t"/>
              <a:pathLst>
                <a:path extrusionOk="0" h="1000" w="1285">
                  <a:moveTo>
                    <a:pt x="1205" y="1"/>
                  </a:moveTo>
                  <a:cubicBezTo>
                    <a:pt x="874" y="322"/>
                    <a:pt x="518" y="616"/>
                    <a:pt x="143" y="893"/>
                  </a:cubicBezTo>
                  <a:cubicBezTo>
                    <a:pt x="98" y="929"/>
                    <a:pt x="54" y="964"/>
                    <a:pt x="0" y="1000"/>
                  </a:cubicBezTo>
                  <a:cubicBezTo>
                    <a:pt x="446" y="732"/>
                    <a:pt x="874" y="447"/>
                    <a:pt x="1285" y="126"/>
                  </a:cubicBezTo>
                  <a:cubicBezTo>
                    <a:pt x="1276" y="72"/>
                    <a:pt x="1249" y="10"/>
                    <a:pt x="1205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590771" y="5290640"/>
              <a:ext cx="340621" cy="340621"/>
            </a:xfrm>
            <a:custGeom>
              <a:rect b="b" l="l" r="r" t="t"/>
              <a:pathLst>
                <a:path extrusionOk="0" h="3551" w="3551">
                  <a:moveTo>
                    <a:pt x="1776" y="0"/>
                  </a:moveTo>
                  <a:cubicBezTo>
                    <a:pt x="794" y="0"/>
                    <a:pt x="0" y="794"/>
                    <a:pt x="0" y="1775"/>
                  </a:cubicBezTo>
                  <a:cubicBezTo>
                    <a:pt x="0" y="2757"/>
                    <a:pt x="794" y="3551"/>
                    <a:pt x="1776" y="3551"/>
                  </a:cubicBezTo>
                  <a:cubicBezTo>
                    <a:pt x="2757" y="3551"/>
                    <a:pt x="3551" y="2757"/>
                    <a:pt x="3551" y="1775"/>
                  </a:cubicBezTo>
                  <a:cubicBezTo>
                    <a:pt x="3551" y="794"/>
                    <a:pt x="2757" y="0"/>
                    <a:pt x="177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2808998" y="5490737"/>
              <a:ext cx="77985" cy="42110"/>
            </a:xfrm>
            <a:custGeom>
              <a:rect b="b" l="l" r="r" t="t"/>
              <a:pathLst>
                <a:path extrusionOk="0" h="439" w="813">
                  <a:moveTo>
                    <a:pt x="135" y="1"/>
                  </a:moveTo>
                  <a:cubicBezTo>
                    <a:pt x="97" y="1"/>
                    <a:pt x="59" y="21"/>
                    <a:pt x="36" y="55"/>
                  </a:cubicBezTo>
                  <a:cubicBezTo>
                    <a:pt x="0" y="109"/>
                    <a:pt x="18" y="180"/>
                    <a:pt x="80" y="216"/>
                  </a:cubicBezTo>
                  <a:cubicBezTo>
                    <a:pt x="89" y="225"/>
                    <a:pt x="375" y="394"/>
                    <a:pt x="669" y="439"/>
                  </a:cubicBezTo>
                  <a:lnTo>
                    <a:pt x="687" y="439"/>
                  </a:lnTo>
                  <a:cubicBezTo>
                    <a:pt x="750" y="439"/>
                    <a:pt x="794" y="394"/>
                    <a:pt x="803" y="332"/>
                  </a:cubicBezTo>
                  <a:cubicBezTo>
                    <a:pt x="812" y="269"/>
                    <a:pt x="767" y="216"/>
                    <a:pt x="705" y="207"/>
                  </a:cubicBezTo>
                  <a:cubicBezTo>
                    <a:pt x="455" y="171"/>
                    <a:pt x="196" y="19"/>
                    <a:pt x="196" y="19"/>
                  </a:cubicBezTo>
                  <a:cubicBezTo>
                    <a:pt x="177" y="7"/>
                    <a:pt x="156" y="1"/>
                    <a:pt x="13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2760173" y="5421384"/>
              <a:ext cx="76258" cy="32805"/>
            </a:xfrm>
            <a:custGeom>
              <a:rect b="b" l="l" r="r" t="t"/>
              <a:pathLst>
                <a:path extrusionOk="0" h="342" w="795">
                  <a:moveTo>
                    <a:pt x="419" y="0"/>
                  </a:moveTo>
                  <a:cubicBezTo>
                    <a:pt x="268" y="0"/>
                    <a:pt x="132" y="70"/>
                    <a:pt x="54" y="127"/>
                  </a:cubicBezTo>
                  <a:cubicBezTo>
                    <a:pt x="10" y="172"/>
                    <a:pt x="1" y="243"/>
                    <a:pt x="36" y="296"/>
                  </a:cubicBezTo>
                  <a:cubicBezTo>
                    <a:pt x="63" y="323"/>
                    <a:pt x="90" y="341"/>
                    <a:pt x="126" y="341"/>
                  </a:cubicBezTo>
                  <a:cubicBezTo>
                    <a:pt x="152" y="341"/>
                    <a:pt x="179" y="332"/>
                    <a:pt x="197" y="314"/>
                  </a:cubicBezTo>
                  <a:cubicBezTo>
                    <a:pt x="203" y="308"/>
                    <a:pt x="301" y="234"/>
                    <a:pt x="416" y="234"/>
                  </a:cubicBezTo>
                  <a:cubicBezTo>
                    <a:pt x="473" y="234"/>
                    <a:pt x="533" y="252"/>
                    <a:pt x="589" y="305"/>
                  </a:cubicBezTo>
                  <a:cubicBezTo>
                    <a:pt x="611" y="327"/>
                    <a:pt x="638" y="338"/>
                    <a:pt x="666" y="338"/>
                  </a:cubicBezTo>
                  <a:cubicBezTo>
                    <a:pt x="696" y="338"/>
                    <a:pt x="727" y="324"/>
                    <a:pt x="750" y="296"/>
                  </a:cubicBezTo>
                  <a:cubicBezTo>
                    <a:pt x="795" y="252"/>
                    <a:pt x="795" y="180"/>
                    <a:pt x="750" y="136"/>
                  </a:cubicBezTo>
                  <a:cubicBezTo>
                    <a:pt x="642" y="36"/>
                    <a:pt x="527" y="0"/>
                    <a:pt x="419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2873171" y="5420904"/>
              <a:ext cx="70215" cy="32422"/>
            </a:xfrm>
            <a:custGeom>
              <a:rect b="b" l="l" r="r" t="t"/>
              <a:pathLst>
                <a:path extrusionOk="0" h="338" w="732">
                  <a:moveTo>
                    <a:pt x="382" y="1"/>
                  </a:moveTo>
                  <a:cubicBezTo>
                    <a:pt x="251" y="1"/>
                    <a:pt x="129" y="62"/>
                    <a:pt x="54" y="132"/>
                  </a:cubicBezTo>
                  <a:cubicBezTo>
                    <a:pt x="9" y="177"/>
                    <a:pt x="0" y="248"/>
                    <a:pt x="45" y="293"/>
                  </a:cubicBezTo>
                  <a:cubicBezTo>
                    <a:pt x="68" y="321"/>
                    <a:pt x="99" y="334"/>
                    <a:pt x="129" y="334"/>
                  </a:cubicBezTo>
                  <a:cubicBezTo>
                    <a:pt x="157" y="334"/>
                    <a:pt x="184" y="323"/>
                    <a:pt x="205" y="301"/>
                  </a:cubicBezTo>
                  <a:cubicBezTo>
                    <a:pt x="228" y="290"/>
                    <a:pt x="300" y="234"/>
                    <a:pt x="381" y="234"/>
                  </a:cubicBezTo>
                  <a:cubicBezTo>
                    <a:pt x="426" y="234"/>
                    <a:pt x="473" y="251"/>
                    <a:pt x="518" y="301"/>
                  </a:cubicBezTo>
                  <a:cubicBezTo>
                    <a:pt x="544" y="319"/>
                    <a:pt x="571" y="337"/>
                    <a:pt x="607" y="337"/>
                  </a:cubicBezTo>
                  <a:cubicBezTo>
                    <a:pt x="634" y="337"/>
                    <a:pt x="660" y="328"/>
                    <a:pt x="687" y="301"/>
                  </a:cubicBezTo>
                  <a:cubicBezTo>
                    <a:pt x="732" y="257"/>
                    <a:pt x="732" y="185"/>
                    <a:pt x="687" y="141"/>
                  </a:cubicBezTo>
                  <a:cubicBezTo>
                    <a:pt x="593" y="39"/>
                    <a:pt x="485" y="1"/>
                    <a:pt x="382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541083" y="5139368"/>
              <a:ext cx="413426" cy="344745"/>
            </a:xfrm>
            <a:custGeom>
              <a:rect b="b" l="l" r="r" t="t"/>
              <a:pathLst>
                <a:path extrusionOk="0" h="3594" w="4310">
                  <a:moveTo>
                    <a:pt x="3498" y="0"/>
                  </a:moveTo>
                  <a:cubicBezTo>
                    <a:pt x="3442" y="0"/>
                    <a:pt x="3385" y="8"/>
                    <a:pt x="3328" y="25"/>
                  </a:cubicBezTo>
                  <a:cubicBezTo>
                    <a:pt x="3123" y="78"/>
                    <a:pt x="2954" y="230"/>
                    <a:pt x="2775" y="355"/>
                  </a:cubicBezTo>
                  <a:cubicBezTo>
                    <a:pt x="2187" y="739"/>
                    <a:pt x="1437" y="712"/>
                    <a:pt x="875" y="1140"/>
                  </a:cubicBezTo>
                  <a:cubicBezTo>
                    <a:pt x="536" y="1381"/>
                    <a:pt x="304" y="1764"/>
                    <a:pt x="179" y="2166"/>
                  </a:cubicBezTo>
                  <a:cubicBezTo>
                    <a:pt x="81" y="2460"/>
                    <a:pt x="1" y="2781"/>
                    <a:pt x="28" y="3085"/>
                  </a:cubicBezTo>
                  <a:cubicBezTo>
                    <a:pt x="46" y="3343"/>
                    <a:pt x="188" y="3593"/>
                    <a:pt x="456" y="3593"/>
                  </a:cubicBezTo>
                  <a:cubicBezTo>
                    <a:pt x="634" y="3593"/>
                    <a:pt x="813" y="3477"/>
                    <a:pt x="929" y="3335"/>
                  </a:cubicBezTo>
                  <a:cubicBezTo>
                    <a:pt x="1045" y="3192"/>
                    <a:pt x="1125" y="3013"/>
                    <a:pt x="1196" y="2835"/>
                  </a:cubicBezTo>
                  <a:cubicBezTo>
                    <a:pt x="1259" y="2683"/>
                    <a:pt x="1312" y="2523"/>
                    <a:pt x="1419" y="2407"/>
                  </a:cubicBezTo>
                  <a:cubicBezTo>
                    <a:pt x="1535" y="2264"/>
                    <a:pt x="1714" y="2184"/>
                    <a:pt x="1883" y="2139"/>
                  </a:cubicBezTo>
                  <a:cubicBezTo>
                    <a:pt x="2052" y="2101"/>
                    <a:pt x="2225" y="2091"/>
                    <a:pt x="2400" y="2091"/>
                  </a:cubicBezTo>
                  <a:cubicBezTo>
                    <a:pt x="2593" y="2091"/>
                    <a:pt x="2788" y="2103"/>
                    <a:pt x="2981" y="2103"/>
                  </a:cubicBezTo>
                  <a:cubicBezTo>
                    <a:pt x="3346" y="2095"/>
                    <a:pt x="3739" y="2023"/>
                    <a:pt x="4006" y="1756"/>
                  </a:cubicBezTo>
                  <a:cubicBezTo>
                    <a:pt x="4212" y="1541"/>
                    <a:pt x="4310" y="1229"/>
                    <a:pt x="4292" y="926"/>
                  </a:cubicBezTo>
                  <a:cubicBezTo>
                    <a:pt x="4283" y="667"/>
                    <a:pt x="4185" y="408"/>
                    <a:pt x="4006" y="230"/>
                  </a:cubicBezTo>
                  <a:cubicBezTo>
                    <a:pt x="3870" y="86"/>
                    <a:pt x="3685" y="0"/>
                    <a:pt x="349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2547989" y="5409585"/>
              <a:ext cx="85659" cy="85659"/>
            </a:xfrm>
            <a:custGeom>
              <a:rect b="b" l="l" r="r" t="t"/>
              <a:pathLst>
                <a:path extrusionOk="0" h="893" w="893">
                  <a:moveTo>
                    <a:pt x="446" y="0"/>
                  </a:moveTo>
                  <a:cubicBezTo>
                    <a:pt x="205" y="0"/>
                    <a:pt x="0" y="196"/>
                    <a:pt x="0" y="446"/>
                  </a:cubicBezTo>
                  <a:cubicBezTo>
                    <a:pt x="0" y="687"/>
                    <a:pt x="205" y="892"/>
                    <a:pt x="446" y="892"/>
                  </a:cubicBezTo>
                  <a:cubicBezTo>
                    <a:pt x="696" y="892"/>
                    <a:pt x="892" y="687"/>
                    <a:pt x="892" y="446"/>
                  </a:cubicBezTo>
                  <a:cubicBezTo>
                    <a:pt x="892" y="196"/>
                    <a:pt x="696" y="0"/>
                    <a:pt x="44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350763" y="5493423"/>
              <a:ext cx="86522" cy="86522"/>
            </a:xfrm>
            <a:custGeom>
              <a:rect b="b" l="l" r="r" t="t"/>
              <a:pathLst>
                <a:path extrusionOk="0" h="902" w="902">
                  <a:moveTo>
                    <a:pt x="456" y="0"/>
                  </a:moveTo>
                  <a:cubicBezTo>
                    <a:pt x="206" y="0"/>
                    <a:pt x="1" y="206"/>
                    <a:pt x="1" y="455"/>
                  </a:cubicBezTo>
                  <a:cubicBezTo>
                    <a:pt x="1" y="705"/>
                    <a:pt x="206" y="901"/>
                    <a:pt x="456" y="901"/>
                  </a:cubicBezTo>
                  <a:cubicBezTo>
                    <a:pt x="705" y="901"/>
                    <a:pt x="902" y="705"/>
                    <a:pt x="902" y="455"/>
                  </a:cubicBezTo>
                  <a:cubicBezTo>
                    <a:pt x="902" y="206"/>
                    <a:pt x="705" y="0"/>
                    <a:pt x="45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7999056" y="3723724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1" y="1"/>
                  </a:moveTo>
                  <a:cubicBezTo>
                    <a:pt x="143" y="1"/>
                    <a:pt x="0" y="144"/>
                    <a:pt x="0" y="322"/>
                  </a:cubicBezTo>
                  <a:cubicBezTo>
                    <a:pt x="0" y="500"/>
                    <a:pt x="143" y="643"/>
                    <a:pt x="321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4"/>
                    <a:pt x="500" y="1"/>
                    <a:pt x="321" y="1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961408" y="2704534"/>
              <a:ext cx="42877" cy="43741"/>
            </a:xfrm>
            <a:custGeom>
              <a:rect b="b" l="l" r="r" t="t"/>
              <a:pathLst>
                <a:path extrusionOk="0" h="456" w="447">
                  <a:moveTo>
                    <a:pt x="224" y="1"/>
                  </a:moveTo>
                  <a:cubicBezTo>
                    <a:pt x="99" y="1"/>
                    <a:pt x="1" y="108"/>
                    <a:pt x="1" y="233"/>
                  </a:cubicBezTo>
                  <a:cubicBezTo>
                    <a:pt x="1" y="358"/>
                    <a:pt x="99" y="456"/>
                    <a:pt x="224" y="456"/>
                  </a:cubicBezTo>
                  <a:cubicBezTo>
                    <a:pt x="349" y="456"/>
                    <a:pt x="447" y="358"/>
                    <a:pt x="447" y="233"/>
                  </a:cubicBezTo>
                  <a:cubicBezTo>
                    <a:pt x="447" y="108"/>
                    <a:pt x="349" y="1"/>
                    <a:pt x="224" y="1"/>
                  </a:cubicBezTo>
                  <a:close/>
                </a:path>
              </a:pathLst>
            </a:custGeom>
            <a:solidFill>
              <a:srgbClr val="8585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2613025" y="3084488"/>
              <a:ext cx="92469" cy="92565"/>
            </a:xfrm>
            <a:custGeom>
              <a:rect b="b" l="l" r="r" t="t"/>
              <a:pathLst>
                <a:path extrusionOk="0" h="965" w="964">
                  <a:moveTo>
                    <a:pt x="482" y="1"/>
                  </a:moveTo>
                  <a:cubicBezTo>
                    <a:pt x="214" y="1"/>
                    <a:pt x="0" y="215"/>
                    <a:pt x="0" y="483"/>
                  </a:cubicBezTo>
                  <a:cubicBezTo>
                    <a:pt x="0" y="750"/>
                    <a:pt x="214" y="964"/>
                    <a:pt x="482" y="964"/>
                  </a:cubicBezTo>
                  <a:cubicBezTo>
                    <a:pt x="750" y="964"/>
                    <a:pt x="964" y="750"/>
                    <a:pt x="964" y="483"/>
                  </a:cubicBezTo>
                  <a:cubicBezTo>
                    <a:pt x="964" y="215"/>
                    <a:pt x="750" y="1"/>
                    <a:pt x="482" y="1"/>
                  </a:cubicBezTo>
                  <a:close/>
                </a:path>
              </a:pathLst>
            </a:custGeom>
            <a:solidFill>
              <a:srgbClr val="FFA99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4734382" y="4038642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2" y="1"/>
                  </a:moveTo>
                  <a:cubicBezTo>
                    <a:pt x="143" y="1"/>
                    <a:pt x="1" y="143"/>
                    <a:pt x="1" y="322"/>
                  </a:cubicBezTo>
                  <a:cubicBezTo>
                    <a:pt x="1" y="500"/>
                    <a:pt x="143" y="643"/>
                    <a:pt x="322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3"/>
                    <a:pt x="500" y="1"/>
                    <a:pt x="322" y="1"/>
                  </a:cubicBezTo>
                  <a:close/>
                </a:path>
              </a:pathLst>
            </a:custGeom>
            <a:solidFill>
              <a:srgbClr val="FFADE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5584172" y="6204506"/>
              <a:ext cx="88249" cy="87385"/>
            </a:xfrm>
            <a:custGeom>
              <a:rect b="b" l="l" r="r" t="t"/>
              <a:pathLst>
                <a:path extrusionOk="0" h="911" w="920">
                  <a:moveTo>
                    <a:pt x="464" y="1"/>
                  </a:moveTo>
                  <a:cubicBezTo>
                    <a:pt x="205" y="1"/>
                    <a:pt x="0" y="206"/>
                    <a:pt x="0" y="456"/>
                  </a:cubicBezTo>
                  <a:cubicBezTo>
                    <a:pt x="0" y="706"/>
                    <a:pt x="205" y="911"/>
                    <a:pt x="464" y="911"/>
                  </a:cubicBezTo>
                  <a:cubicBezTo>
                    <a:pt x="714" y="911"/>
                    <a:pt x="919" y="706"/>
                    <a:pt x="919" y="456"/>
                  </a:cubicBezTo>
                  <a:cubicBezTo>
                    <a:pt x="919" y="206"/>
                    <a:pt x="714" y="1"/>
                    <a:pt x="464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835179" y="7208348"/>
              <a:ext cx="1646510" cy="404793"/>
            </a:xfrm>
            <a:custGeom>
              <a:rect b="b" l="l" r="r" t="t"/>
              <a:pathLst>
                <a:path extrusionOk="0" h="4220" w="17165">
                  <a:moveTo>
                    <a:pt x="2034" y="0"/>
                  </a:moveTo>
                  <a:cubicBezTo>
                    <a:pt x="910" y="0"/>
                    <a:pt x="0" y="910"/>
                    <a:pt x="0" y="2034"/>
                  </a:cubicBezTo>
                  <a:cubicBezTo>
                    <a:pt x="0" y="3238"/>
                    <a:pt x="981" y="4220"/>
                    <a:pt x="2195" y="4220"/>
                  </a:cubicBezTo>
                  <a:lnTo>
                    <a:pt x="17164" y="4220"/>
                  </a:lnTo>
                  <a:lnTo>
                    <a:pt x="1716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878824" y="6834341"/>
              <a:ext cx="1646510" cy="367191"/>
            </a:xfrm>
            <a:custGeom>
              <a:rect b="b" l="l" r="r" t="t"/>
              <a:pathLst>
                <a:path extrusionOk="0" h="3828" w="17165">
                  <a:moveTo>
                    <a:pt x="0" y="1"/>
                  </a:moveTo>
                  <a:lnTo>
                    <a:pt x="0" y="3828"/>
                  </a:lnTo>
                  <a:lnTo>
                    <a:pt x="15326" y="3828"/>
                  </a:lnTo>
                  <a:cubicBezTo>
                    <a:pt x="16343" y="3828"/>
                    <a:pt x="17164" y="2998"/>
                    <a:pt x="17164" y="1981"/>
                  </a:cubicBezTo>
                  <a:cubicBezTo>
                    <a:pt x="17164" y="884"/>
                    <a:pt x="16281" y="1"/>
                    <a:pt x="151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871917" y="6827531"/>
              <a:ext cx="1660227" cy="380908"/>
            </a:xfrm>
            <a:custGeom>
              <a:rect b="b" l="l" r="r" t="t"/>
              <a:pathLst>
                <a:path extrusionOk="0" h="3971" w="17308">
                  <a:moveTo>
                    <a:pt x="15256" y="134"/>
                  </a:moveTo>
                  <a:cubicBezTo>
                    <a:pt x="16308" y="134"/>
                    <a:pt x="17165" y="999"/>
                    <a:pt x="17165" y="2052"/>
                  </a:cubicBezTo>
                  <a:cubicBezTo>
                    <a:pt x="17165" y="3033"/>
                    <a:pt x="16371" y="3827"/>
                    <a:pt x="15398" y="3827"/>
                  </a:cubicBezTo>
                  <a:lnTo>
                    <a:pt x="143" y="3827"/>
                  </a:lnTo>
                  <a:lnTo>
                    <a:pt x="143" y="134"/>
                  </a:lnTo>
                  <a:close/>
                  <a:moveTo>
                    <a:pt x="1" y="0"/>
                  </a:moveTo>
                  <a:lnTo>
                    <a:pt x="1" y="3970"/>
                  </a:lnTo>
                  <a:lnTo>
                    <a:pt x="15398" y="3970"/>
                  </a:lnTo>
                  <a:cubicBezTo>
                    <a:pt x="16451" y="3970"/>
                    <a:pt x="17307" y="3114"/>
                    <a:pt x="17307" y="2052"/>
                  </a:cubicBezTo>
                  <a:cubicBezTo>
                    <a:pt x="17307" y="919"/>
                    <a:pt x="16389" y="0"/>
                    <a:pt x="15256" y="0"/>
                  </a:cubicBez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869328" y="6901968"/>
              <a:ext cx="1552410" cy="225993"/>
            </a:xfrm>
            <a:custGeom>
              <a:rect b="b" l="l" r="r" t="t"/>
              <a:pathLst>
                <a:path extrusionOk="0" h="2356" w="16184">
                  <a:moveTo>
                    <a:pt x="1" y="0"/>
                  </a:moveTo>
                  <a:lnTo>
                    <a:pt x="1" y="2356"/>
                  </a:lnTo>
                  <a:lnTo>
                    <a:pt x="15051" y="2356"/>
                  </a:lnTo>
                  <a:cubicBezTo>
                    <a:pt x="15675" y="2356"/>
                    <a:pt x="16184" y="1847"/>
                    <a:pt x="16184" y="1223"/>
                  </a:cubicBezTo>
                  <a:cubicBezTo>
                    <a:pt x="16184" y="545"/>
                    <a:pt x="15639" y="0"/>
                    <a:pt x="14961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929280" y="7298133"/>
              <a:ext cx="1552410" cy="225226"/>
            </a:xfrm>
            <a:custGeom>
              <a:rect b="b" l="l" r="r" t="t"/>
              <a:pathLst>
                <a:path extrusionOk="0" h="2348" w="16184">
                  <a:moveTo>
                    <a:pt x="1133" y="1"/>
                  </a:moveTo>
                  <a:cubicBezTo>
                    <a:pt x="500" y="1"/>
                    <a:pt x="0" y="500"/>
                    <a:pt x="0" y="1134"/>
                  </a:cubicBezTo>
                  <a:cubicBezTo>
                    <a:pt x="0" y="1803"/>
                    <a:pt x="545" y="2347"/>
                    <a:pt x="1214" y="2347"/>
                  </a:cubicBezTo>
                  <a:lnTo>
                    <a:pt x="16183" y="2347"/>
                  </a:lnTo>
                  <a:lnTo>
                    <a:pt x="16183" y="1"/>
                  </a:ln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924100" y="7293049"/>
              <a:ext cx="1562673" cy="235394"/>
            </a:xfrm>
            <a:custGeom>
              <a:rect b="b" l="l" r="r" t="t"/>
              <a:pathLst>
                <a:path extrusionOk="0" h="2454" w="16291">
                  <a:moveTo>
                    <a:pt x="16184" y="98"/>
                  </a:moveTo>
                  <a:lnTo>
                    <a:pt x="16184" y="2355"/>
                  </a:lnTo>
                  <a:lnTo>
                    <a:pt x="1268" y="2355"/>
                  </a:lnTo>
                  <a:cubicBezTo>
                    <a:pt x="625" y="2355"/>
                    <a:pt x="99" y="1829"/>
                    <a:pt x="99" y="1187"/>
                  </a:cubicBezTo>
                  <a:cubicBezTo>
                    <a:pt x="99" y="589"/>
                    <a:pt x="590" y="98"/>
                    <a:pt x="1187" y="98"/>
                  </a:cubicBezTo>
                  <a:close/>
                  <a:moveTo>
                    <a:pt x="1187" y="0"/>
                  </a:moveTo>
                  <a:cubicBezTo>
                    <a:pt x="527" y="0"/>
                    <a:pt x="1" y="527"/>
                    <a:pt x="1" y="1187"/>
                  </a:cubicBezTo>
                  <a:cubicBezTo>
                    <a:pt x="1" y="1883"/>
                    <a:pt x="572" y="2454"/>
                    <a:pt x="1268" y="2454"/>
                  </a:cubicBezTo>
                  <a:lnTo>
                    <a:pt x="16291" y="2454"/>
                  </a:lnTo>
                  <a:lnTo>
                    <a:pt x="16291" y="0"/>
                  </a:ln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1329372" y="6290070"/>
              <a:ext cx="624839" cy="1339366"/>
            </a:xfrm>
            <a:custGeom>
              <a:rect b="b" l="l" r="r" t="t"/>
              <a:pathLst>
                <a:path extrusionOk="0" h="13963" w="6514">
                  <a:moveTo>
                    <a:pt x="2668" y="1"/>
                  </a:moveTo>
                  <a:lnTo>
                    <a:pt x="1" y="13186"/>
                  </a:lnTo>
                  <a:lnTo>
                    <a:pt x="3846" y="13962"/>
                  </a:lnTo>
                  <a:lnTo>
                    <a:pt x="6513" y="777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320835" y="6282396"/>
              <a:ext cx="641050" cy="1354713"/>
            </a:xfrm>
            <a:custGeom>
              <a:rect b="b" l="l" r="r" t="t"/>
              <a:pathLst>
                <a:path extrusionOk="0" h="14123" w="6683">
                  <a:moveTo>
                    <a:pt x="2811" y="161"/>
                  </a:moveTo>
                  <a:lnTo>
                    <a:pt x="6522" y="911"/>
                  </a:lnTo>
                  <a:lnTo>
                    <a:pt x="3881" y="13962"/>
                  </a:lnTo>
                  <a:lnTo>
                    <a:pt x="170" y="13213"/>
                  </a:lnTo>
                  <a:lnTo>
                    <a:pt x="2811" y="161"/>
                  </a:lnTo>
                  <a:close/>
                  <a:moveTo>
                    <a:pt x="2704" y="1"/>
                  </a:moveTo>
                  <a:lnTo>
                    <a:pt x="0" y="13320"/>
                  </a:lnTo>
                  <a:lnTo>
                    <a:pt x="3988" y="14123"/>
                  </a:lnTo>
                  <a:lnTo>
                    <a:pt x="6682" y="803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1572443" y="6547721"/>
              <a:ext cx="294482" cy="144651"/>
            </a:xfrm>
            <a:custGeom>
              <a:rect b="b" l="l" r="r" t="t"/>
              <a:pathLst>
                <a:path extrusionOk="0" h="1508" w="3070">
                  <a:moveTo>
                    <a:pt x="188" y="0"/>
                  </a:moveTo>
                  <a:lnTo>
                    <a:pt x="0" y="919"/>
                  </a:lnTo>
                  <a:lnTo>
                    <a:pt x="2891" y="1508"/>
                  </a:lnTo>
                  <a:lnTo>
                    <a:pt x="3069" y="589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6172857" y="5966423"/>
              <a:ext cx="2253220" cy="382827"/>
            </a:xfrm>
            <a:custGeom>
              <a:rect b="b" l="l" r="r" t="t"/>
              <a:pathLst>
                <a:path extrusionOk="0" h="3991" w="23490">
                  <a:moveTo>
                    <a:pt x="21618" y="0"/>
                  </a:moveTo>
                  <a:cubicBezTo>
                    <a:pt x="21585" y="0"/>
                    <a:pt x="21552" y="1"/>
                    <a:pt x="21518" y="3"/>
                  </a:cubicBezTo>
                  <a:lnTo>
                    <a:pt x="15042" y="351"/>
                  </a:lnTo>
                  <a:lnTo>
                    <a:pt x="9778" y="351"/>
                  </a:lnTo>
                  <a:lnTo>
                    <a:pt x="1892" y="145"/>
                  </a:lnTo>
                  <a:cubicBezTo>
                    <a:pt x="1876" y="145"/>
                    <a:pt x="1859" y="145"/>
                    <a:pt x="1843" y="145"/>
                  </a:cubicBezTo>
                  <a:cubicBezTo>
                    <a:pt x="866" y="145"/>
                    <a:pt x="54" y="929"/>
                    <a:pt x="28" y="1912"/>
                  </a:cubicBezTo>
                  <a:cubicBezTo>
                    <a:pt x="1" y="2920"/>
                    <a:pt x="795" y="3750"/>
                    <a:pt x="1794" y="3776"/>
                  </a:cubicBezTo>
                  <a:lnTo>
                    <a:pt x="9707" y="3990"/>
                  </a:lnTo>
                  <a:lnTo>
                    <a:pt x="15193" y="3990"/>
                  </a:lnTo>
                  <a:lnTo>
                    <a:pt x="21724" y="3625"/>
                  </a:lnTo>
                  <a:cubicBezTo>
                    <a:pt x="22723" y="3571"/>
                    <a:pt x="23490" y="2715"/>
                    <a:pt x="23436" y="1716"/>
                  </a:cubicBezTo>
                  <a:cubicBezTo>
                    <a:pt x="23385" y="749"/>
                    <a:pt x="22582" y="0"/>
                    <a:pt x="21618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6457847" y="5120471"/>
              <a:ext cx="757404" cy="1145794"/>
            </a:xfrm>
            <a:custGeom>
              <a:rect b="b" l="l" r="r" t="t"/>
              <a:pathLst>
                <a:path extrusionOk="0" h="11945" w="7896">
                  <a:moveTo>
                    <a:pt x="4593" y="1"/>
                  </a:moveTo>
                  <a:cubicBezTo>
                    <a:pt x="4069" y="1"/>
                    <a:pt x="3565" y="295"/>
                    <a:pt x="3328" y="802"/>
                  </a:cubicBezTo>
                  <a:lnTo>
                    <a:pt x="313" y="7073"/>
                  </a:lnTo>
                  <a:cubicBezTo>
                    <a:pt x="1" y="7724"/>
                    <a:pt x="232" y="8509"/>
                    <a:pt x="848" y="8893"/>
                  </a:cubicBezTo>
                  <a:lnTo>
                    <a:pt x="5558" y="11739"/>
                  </a:lnTo>
                  <a:cubicBezTo>
                    <a:pt x="5790" y="11882"/>
                    <a:pt x="6040" y="11944"/>
                    <a:pt x="6290" y="11944"/>
                  </a:cubicBezTo>
                  <a:cubicBezTo>
                    <a:pt x="6763" y="11944"/>
                    <a:pt x="7227" y="11703"/>
                    <a:pt x="7494" y="11266"/>
                  </a:cubicBezTo>
                  <a:cubicBezTo>
                    <a:pt x="7896" y="10606"/>
                    <a:pt x="7682" y="9732"/>
                    <a:pt x="7021" y="9330"/>
                  </a:cubicBezTo>
                  <a:lnTo>
                    <a:pt x="3408" y="7145"/>
                  </a:lnTo>
                  <a:lnTo>
                    <a:pt x="5862" y="2024"/>
                  </a:lnTo>
                  <a:cubicBezTo>
                    <a:pt x="6201" y="1319"/>
                    <a:pt x="5906" y="481"/>
                    <a:pt x="5202" y="142"/>
                  </a:cubicBezTo>
                  <a:cubicBezTo>
                    <a:pt x="5006" y="46"/>
                    <a:pt x="4798" y="1"/>
                    <a:pt x="4593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508693" y="5124883"/>
              <a:ext cx="671841" cy="1072893"/>
            </a:xfrm>
            <a:custGeom>
              <a:rect b="b" l="l" r="r" t="t"/>
              <a:pathLst>
                <a:path extrusionOk="0" h="11185" w="7004">
                  <a:moveTo>
                    <a:pt x="2082" y="1"/>
                  </a:moveTo>
                  <a:cubicBezTo>
                    <a:pt x="1858" y="1"/>
                    <a:pt x="1630" y="54"/>
                    <a:pt x="1419" y="167"/>
                  </a:cubicBezTo>
                  <a:cubicBezTo>
                    <a:pt x="732" y="533"/>
                    <a:pt x="473" y="1389"/>
                    <a:pt x="839" y="2076"/>
                  </a:cubicBezTo>
                  <a:lnTo>
                    <a:pt x="3515" y="7081"/>
                  </a:lnTo>
                  <a:lnTo>
                    <a:pt x="919" y="8544"/>
                  </a:lnTo>
                  <a:cubicBezTo>
                    <a:pt x="241" y="8927"/>
                    <a:pt x="1" y="9784"/>
                    <a:pt x="375" y="10462"/>
                  </a:cubicBezTo>
                  <a:cubicBezTo>
                    <a:pt x="634" y="10926"/>
                    <a:pt x="1116" y="11184"/>
                    <a:pt x="1606" y="11184"/>
                  </a:cubicBezTo>
                  <a:cubicBezTo>
                    <a:pt x="1838" y="11184"/>
                    <a:pt x="2079" y="11122"/>
                    <a:pt x="2293" y="10997"/>
                  </a:cubicBezTo>
                  <a:lnTo>
                    <a:pt x="6094" y="8865"/>
                  </a:lnTo>
                  <a:cubicBezTo>
                    <a:pt x="6763" y="8490"/>
                    <a:pt x="7004" y="7652"/>
                    <a:pt x="6647" y="6974"/>
                  </a:cubicBezTo>
                  <a:lnTo>
                    <a:pt x="3328" y="747"/>
                  </a:lnTo>
                  <a:cubicBezTo>
                    <a:pt x="3075" y="271"/>
                    <a:pt x="2587" y="1"/>
                    <a:pt x="208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6918282" y="5151166"/>
              <a:ext cx="789058" cy="691505"/>
            </a:xfrm>
            <a:custGeom>
              <a:rect b="b" l="l" r="r" t="t"/>
              <a:pathLst>
                <a:path extrusionOk="0" h="7209" w="8226">
                  <a:moveTo>
                    <a:pt x="0" y="0"/>
                  </a:moveTo>
                  <a:lnTo>
                    <a:pt x="0" y="6191"/>
                  </a:lnTo>
                  <a:cubicBezTo>
                    <a:pt x="0" y="6753"/>
                    <a:pt x="455" y="7208"/>
                    <a:pt x="1017" y="7208"/>
                  </a:cubicBezTo>
                  <a:lnTo>
                    <a:pt x="7208" y="7208"/>
                  </a:lnTo>
                  <a:cubicBezTo>
                    <a:pt x="7770" y="7208"/>
                    <a:pt x="8225" y="6753"/>
                    <a:pt x="8225" y="6191"/>
                  </a:cubicBezTo>
                  <a:lnTo>
                    <a:pt x="8225" y="0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7363177" y="5347043"/>
              <a:ext cx="220910" cy="196066"/>
            </a:xfrm>
            <a:custGeom>
              <a:rect b="b" l="l" r="r" t="t"/>
              <a:pathLst>
                <a:path extrusionOk="0" h="2044" w="2303">
                  <a:moveTo>
                    <a:pt x="2169" y="135"/>
                  </a:moveTo>
                  <a:lnTo>
                    <a:pt x="2169" y="1517"/>
                  </a:lnTo>
                  <a:cubicBezTo>
                    <a:pt x="2169" y="1741"/>
                    <a:pt x="1999" y="1910"/>
                    <a:pt x="1776" y="1910"/>
                  </a:cubicBezTo>
                  <a:lnTo>
                    <a:pt x="527" y="1910"/>
                  </a:lnTo>
                  <a:cubicBezTo>
                    <a:pt x="313" y="1910"/>
                    <a:pt x="135" y="1741"/>
                    <a:pt x="135" y="1517"/>
                  </a:cubicBezTo>
                  <a:lnTo>
                    <a:pt x="135" y="135"/>
                  </a:lnTo>
                  <a:close/>
                  <a:moveTo>
                    <a:pt x="1" y="1"/>
                  </a:moveTo>
                  <a:lnTo>
                    <a:pt x="1" y="1517"/>
                  </a:lnTo>
                  <a:cubicBezTo>
                    <a:pt x="1" y="1812"/>
                    <a:pt x="233" y="2044"/>
                    <a:pt x="527" y="2044"/>
                  </a:cubicBezTo>
                  <a:lnTo>
                    <a:pt x="1776" y="2044"/>
                  </a:lnTo>
                  <a:cubicBezTo>
                    <a:pt x="2071" y="2044"/>
                    <a:pt x="2303" y="1812"/>
                    <a:pt x="2303" y="1517"/>
                  </a:cubicBezTo>
                  <a:lnTo>
                    <a:pt x="230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7697855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6908018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7126149" y="4712987"/>
              <a:ext cx="374098" cy="369781"/>
            </a:xfrm>
            <a:custGeom>
              <a:rect b="b" l="l" r="r" t="t"/>
              <a:pathLst>
                <a:path extrusionOk="0" h="3855" w="3900">
                  <a:moveTo>
                    <a:pt x="1955" y="0"/>
                  </a:moveTo>
                  <a:cubicBezTo>
                    <a:pt x="875" y="0"/>
                    <a:pt x="1" y="866"/>
                    <a:pt x="1" y="1927"/>
                  </a:cubicBezTo>
                  <a:cubicBezTo>
                    <a:pt x="1" y="2570"/>
                    <a:pt x="322" y="3141"/>
                    <a:pt x="813" y="3489"/>
                  </a:cubicBezTo>
                  <a:cubicBezTo>
                    <a:pt x="1134" y="3721"/>
                    <a:pt x="1526" y="3854"/>
                    <a:pt x="1955" y="3854"/>
                  </a:cubicBezTo>
                  <a:cubicBezTo>
                    <a:pt x="2383" y="3854"/>
                    <a:pt x="2775" y="3721"/>
                    <a:pt x="3096" y="3480"/>
                  </a:cubicBezTo>
                  <a:cubicBezTo>
                    <a:pt x="3587" y="3132"/>
                    <a:pt x="3899" y="2570"/>
                    <a:pt x="3899" y="1927"/>
                  </a:cubicBezTo>
                  <a:cubicBezTo>
                    <a:pt x="3899" y="866"/>
                    <a:pt x="3025" y="0"/>
                    <a:pt x="1955" y="0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191185" y="4708478"/>
              <a:ext cx="245753" cy="49976"/>
            </a:xfrm>
            <a:custGeom>
              <a:rect b="b" l="l" r="r" t="t"/>
              <a:pathLst>
                <a:path extrusionOk="0" h="521" w="2562">
                  <a:moveTo>
                    <a:pt x="1271" y="1"/>
                  </a:moveTo>
                  <a:cubicBezTo>
                    <a:pt x="892" y="1"/>
                    <a:pt x="456" y="131"/>
                    <a:pt x="1" y="520"/>
                  </a:cubicBezTo>
                  <a:lnTo>
                    <a:pt x="2561" y="520"/>
                  </a:lnTo>
                  <a:cubicBezTo>
                    <a:pt x="2561" y="520"/>
                    <a:pt x="2030" y="1"/>
                    <a:pt x="127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7293056" y="4863587"/>
              <a:ext cx="53141" cy="22350"/>
            </a:xfrm>
            <a:custGeom>
              <a:rect b="b" l="l" r="r" t="t"/>
              <a:pathLst>
                <a:path extrusionOk="0" h="233" w="554">
                  <a:moveTo>
                    <a:pt x="116" y="1"/>
                  </a:moveTo>
                  <a:cubicBezTo>
                    <a:pt x="54" y="1"/>
                    <a:pt x="0" y="54"/>
                    <a:pt x="0" y="117"/>
                  </a:cubicBezTo>
                  <a:cubicBezTo>
                    <a:pt x="0" y="188"/>
                    <a:pt x="54" y="233"/>
                    <a:pt x="116" y="233"/>
                  </a:cubicBezTo>
                  <a:lnTo>
                    <a:pt x="438" y="233"/>
                  </a:lnTo>
                  <a:cubicBezTo>
                    <a:pt x="500" y="233"/>
                    <a:pt x="554" y="188"/>
                    <a:pt x="554" y="117"/>
                  </a:cubicBezTo>
                  <a:cubicBezTo>
                    <a:pt x="554" y="54"/>
                    <a:pt x="500" y="1"/>
                    <a:pt x="438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7150130" y="4863587"/>
              <a:ext cx="54004" cy="22350"/>
            </a:xfrm>
            <a:custGeom>
              <a:rect b="b" l="l" r="r" t="t"/>
              <a:pathLst>
                <a:path extrusionOk="0" h="233" w="563">
                  <a:moveTo>
                    <a:pt x="117" y="1"/>
                  </a:moveTo>
                  <a:cubicBezTo>
                    <a:pt x="54" y="1"/>
                    <a:pt x="1" y="54"/>
                    <a:pt x="1" y="117"/>
                  </a:cubicBezTo>
                  <a:cubicBezTo>
                    <a:pt x="1" y="188"/>
                    <a:pt x="54" y="233"/>
                    <a:pt x="117" y="233"/>
                  </a:cubicBezTo>
                  <a:lnTo>
                    <a:pt x="447" y="233"/>
                  </a:lnTo>
                  <a:cubicBezTo>
                    <a:pt x="509" y="233"/>
                    <a:pt x="563" y="188"/>
                    <a:pt x="563" y="117"/>
                  </a:cubicBezTo>
                  <a:cubicBezTo>
                    <a:pt x="563" y="54"/>
                    <a:pt x="509" y="1"/>
                    <a:pt x="447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7477038" y="4848143"/>
              <a:ext cx="85659" cy="84891"/>
            </a:xfrm>
            <a:custGeom>
              <a:rect b="b" l="l" r="r" t="t"/>
              <a:pathLst>
                <a:path extrusionOk="0" h="885" w="893">
                  <a:moveTo>
                    <a:pt x="447" y="1"/>
                  </a:moveTo>
                  <a:cubicBezTo>
                    <a:pt x="197" y="1"/>
                    <a:pt x="0" y="197"/>
                    <a:pt x="0" y="438"/>
                  </a:cubicBezTo>
                  <a:cubicBezTo>
                    <a:pt x="0" y="688"/>
                    <a:pt x="197" y="884"/>
                    <a:pt x="447" y="884"/>
                  </a:cubicBezTo>
                  <a:cubicBezTo>
                    <a:pt x="696" y="884"/>
                    <a:pt x="893" y="688"/>
                    <a:pt x="893" y="438"/>
                  </a:cubicBezTo>
                  <a:cubicBezTo>
                    <a:pt x="893" y="197"/>
                    <a:pt x="696" y="1"/>
                    <a:pt x="447" y="1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7222073" y="5004307"/>
              <a:ext cx="80479" cy="26283"/>
            </a:xfrm>
            <a:custGeom>
              <a:rect b="b" l="l" r="r" t="t"/>
              <a:pathLst>
                <a:path extrusionOk="0" h="274" w="839">
                  <a:moveTo>
                    <a:pt x="710" y="1"/>
                  </a:moveTo>
                  <a:cubicBezTo>
                    <a:pt x="700" y="1"/>
                    <a:pt x="689" y="2"/>
                    <a:pt x="678" y="6"/>
                  </a:cubicBezTo>
                  <a:cubicBezTo>
                    <a:pt x="579" y="31"/>
                    <a:pt x="471" y="39"/>
                    <a:pt x="378" y="39"/>
                  </a:cubicBezTo>
                  <a:cubicBezTo>
                    <a:pt x="245" y="39"/>
                    <a:pt x="143" y="23"/>
                    <a:pt x="143" y="23"/>
                  </a:cubicBezTo>
                  <a:cubicBezTo>
                    <a:pt x="137" y="23"/>
                    <a:pt x="132" y="22"/>
                    <a:pt x="127" y="22"/>
                  </a:cubicBezTo>
                  <a:cubicBezTo>
                    <a:pt x="70" y="22"/>
                    <a:pt x="17" y="64"/>
                    <a:pt x="9" y="121"/>
                  </a:cubicBezTo>
                  <a:cubicBezTo>
                    <a:pt x="0" y="184"/>
                    <a:pt x="45" y="246"/>
                    <a:pt x="107" y="255"/>
                  </a:cubicBezTo>
                  <a:cubicBezTo>
                    <a:pt x="116" y="255"/>
                    <a:pt x="223" y="273"/>
                    <a:pt x="375" y="273"/>
                  </a:cubicBezTo>
                  <a:cubicBezTo>
                    <a:pt x="482" y="273"/>
                    <a:pt x="616" y="264"/>
                    <a:pt x="740" y="229"/>
                  </a:cubicBezTo>
                  <a:cubicBezTo>
                    <a:pt x="803" y="211"/>
                    <a:pt x="839" y="148"/>
                    <a:pt x="821" y="86"/>
                  </a:cubicBezTo>
                  <a:cubicBezTo>
                    <a:pt x="806" y="34"/>
                    <a:pt x="761" y="1"/>
                    <a:pt x="710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150603" y="5980140"/>
              <a:ext cx="1174187" cy="722488"/>
            </a:xfrm>
            <a:custGeom>
              <a:rect b="b" l="l" r="r" t="t"/>
              <a:pathLst>
                <a:path extrusionOk="0" h="7532" w="12241">
                  <a:moveTo>
                    <a:pt x="2080" y="0"/>
                  </a:moveTo>
                  <a:cubicBezTo>
                    <a:pt x="1403" y="0"/>
                    <a:pt x="752" y="380"/>
                    <a:pt x="438" y="1028"/>
                  </a:cubicBezTo>
                  <a:cubicBezTo>
                    <a:pt x="1" y="1938"/>
                    <a:pt x="384" y="3027"/>
                    <a:pt x="1294" y="3455"/>
                  </a:cubicBezTo>
                  <a:lnTo>
                    <a:pt x="9386" y="7353"/>
                  </a:lnTo>
                  <a:cubicBezTo>
                    <a:pt x="9636" y="7469"/>
                    <a:pt x="9903" y="7532"/>
                    <a:pt x="10171" y="7532"/>
                  </a:cubicBezTo>
                  <a:cubicBezTo>
                    <a:pt x="10849" y="7532"/>
                    <a:pt x="11500" y="7148"/>
                    <a:pt x="11812" y="6497"/>
                  </a:cubicBezTo>
                  <a:cubicBezTo>
                    <a:pt x="12241" y="5596"/>
                    <a:pt x="11866" y="4508"/>
                    <a:pt x="10956" y="4070"/>
                  </a:cubicBezTo>
                  <a:lnTo>
                    <a:pt x="2865" y="181"/>
                  </a:lnTo>
                  <a:cubicBezTo>
                    <a:pt x="2611" y="58"/>
                    <a:pt x="2344" y="0"/>
                    <a:pt x="2080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147540" y="6363739"/>
              <a:ext cx="744646" cy="562298"/>
            </a:xfrm>
            <a:custGeom>
              <a:rect b="b" l="l" r="r" t="t"/>
              <a:pathLst>
                <a:path extrusionOk="0" h="5862" w="7763">
                  <a:moveTo>
                    <a:pt x="2026" y="0"/>
                  </a:moveTo>
                  <a:lnTo>
                    <a:pt x="1" y="3791"/>
                  </a:lnTo>
                  <a:lnTo>
                    <a:pt x="2668" y="5861"/>
                  </a:lnTo>
                  <a:lnTo>
                    <a:pt x="7762" y="589"/>
                  </a:lnTo>
                  <a:lnTo>
                    <a:pt x="7762" y="589"/>
                  </a:lnTo>
                  <a:cubicBezTo>
                    <a:pt x="7762" y="589"/>
                    <a:pt x="6617" y="910"/>
                    <a:pt x="5244" y="910"/>
                  </a:cubicBezTo>
                  <a:cubicBezTo>
                    <a:pt x="4163" y="910"/>
                    <a:pt x="2941" y="711"/>
                    <a:pt x="202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7140729" y="6357312"/>
              <a:ext cx="758267" cy="575535"/>
            </a:xfrm>
            <a:custGeom>
              <a:rect b="b" l="l" r="r" t="t"/>
              <a:pathLst>
                <a:path extrusionOk="0" h="6000" w="7905">
                  <a:moveTo>
                    <a:pt x="2115" y="174"/>
                  </a:moveTo>
                  <a:cubicBezTo>
                    <a:pt x="3033" y="846"/>
                    <a:pt x="4239" y="1035"/>
                    <a:pt x="5308" y="1035"/>
                  </a:cubicBezTo>
                  <a:cubicBezTo>
                    <a:pt x="6326" y="1035"/>
                    <a:pt x="7219" y="863"/>
                    <a:pt x="7619" y="772"/>
                  </a:cubicBezTo>
                  <a:lnTo>
                    <a:pt x="7619" y="772"/>
                  </a:lnTo>
                  <a:lnTo>
                    <a:pt x="2730" y="5839"/>
                  </a:lnTo>
                  <a:lnTo>
                    <a:pt x="161" y="3841"/>
                  </a:lnTo>
                  <a:lnTo>
                    <a:pt x="2115" y="174"/>
                  </a:lnTo>
                  <a:close/>
                  <a:moveTo>
                    <a:pt x="2096" y="1"/>
                  </a:moveTo>
                  <a:cubicBezTo>
                    <a:pt x="2090" y="1"/>
                    <a:pt x="2084" y="2"/>
                    <a:pt x="2079" y="5"/>
                  </a:cubicBezTo>
                  <a:cubicBezTo>
                    <a:pt x="2061" y="5"/>
                    <a:pt x="2043" y="22"/>
                    <a:pt x="2035" y="40"/>
                  </a:cubicBezTo>
                  <a:lnTo>
                    <a:pt x="18" y="3832"/>
                  </a:lnTo>
                  <a:cubicBezTo>
                    <a:pt x="1" y="3858"/>
                    <a:pt x="9" y="3894"/>
                    <a:pt x="36" y="3912"/>
                  </a:cubicBezTo>
                  <a:lnTo>
                    <a:pt x="2695" y="5982"/>
                  </a:lnTo>
                  <a:cubicBezTo>
                    <a:pt x="2704" y="5991"/>
                    <a:pt x="2721" y="6000"/>
                    <a:pt x="2739" y="6000"/>
                  </a:cubicBezTo>
                  <a:cubicBezTo>
                    <a:pt x="2757" y="6000"/>
                    <a:pt x="2775" y="5991"/>
                    <a:pt x="2784" y="5973"/>
                  </a:cubicBezTo>
                  <a:lnTo>
                    <a:pt x="7878" y="700"/>
                  </a:lnTo>
                  <a:cubicBezTo>
                    <a:pt x="7896" y="674"/>
                    <a:pt x="7905" y="647"/>
                    <a:pt x="7887" y="620"/>
                  </a:cubicBezTo>
                  <a:cubicBezTo>
                    <a:pt x="7872" y="598"/>
                    <a:pt x="7851" y="582"/>
                    <a:pt x="7830" y="582"/>
                  </a:cubicBezTo>
                  <a:cubicBezTo>
                    <a:pt x="7825" y="582"/>
                    <a:pt x="7820" y="583"/>
                    <a:pt x="7815" y="584"/>
                  </a:cubicBezTo>
                  <a:cubicBezTo>
                    <a:pt x="7795" y="594"/>
                    <a:pt x="6664" y="904"/>
                    <a:pt x="5315" y="904"/>
                  </a:cubicBezTo>
                  <a:cubicBezTo>
                    <a:pt x="4243" y="904"/>
                    <a:pt x="3033" y="709"/>
                    <a:pt x="2133" y="14"/>
                  </a:cubicBezTo>
                  <a:cubicBezTo>
                    <a:pt x="2126" y="7"/>
                    <a:pt x="2111" y="1"/>
                    <a:pt x="20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7170657" y="5961914"/>
              <a:ext cx="1281141" cy="793759"/>
            </a:xfrm>
            <a:custGeom>
              <a:rect b="b" l="l" r="r" t="t"/>
              <a:pathLst>
                <a:path extrusionOk="0" h="8275" w="13356">
                  <a:moveTo>
                    <a:pt x="11276" y="0"/>
                  </a:moveTo>
                  <a:cubicBezTo>
                    <a:pt x="11003" y="0"/>
                    <a:pt x="10726" y="62"/>
                    <a:pt x="10465" y="192"/>
                  </a:cubicBezTo>
                  <a:lnTo>
                    <a:pt x="1259" y="4840"/>
                  </a:lnTo>
                  <a:cubicBezTo>
                    <a:pt x="358" y="5286"/>
                    <a:pt x="1" y="6384"/>
                    <a:pt x="456" y="7276"/>
                  </a:cubicBezTo>
                  <a:cubicBezTo>
                    <a:pt x="777" y="7909"/>
                    <a:pt x="1410" y="8275"/>
                    <a:pt x="2079" y="8275"/>
                  </a:cubicBezTo>
                  <a:cubicBezTo>
                    <a:pt x="2356" y="8275"/>
                    <a:pt x="2632" y="8212"/>
                    <a:pt x="2891" y="8079"/>
                  </a:cubicBezTo>
                  <a:lnTo>
                    <a:pt x="12098" y="3440"/>
                  </a:lnTo>
                  <a:cubicBezTo>
                    <a:pt x="12990" y="2985"/>
                    <a:pt x="13356" y="1896"/>
                    <a:pt x="12901" y="995"/>
                  </a:cubicBezTo>
                  <a:cubicBezTo>
                    <a:pt x="12578" y="364"/>
                    <a:pt x="11939" y="0"/>
                    <a:pt x="11276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700055" y="6292660"/>
              <a:ext cx="916539" cy="692369"/>
            </a:xfrm>
            <a:custGeom>
              <a:rect b="b" l="l" r="r" t="t"/>
              <a:pathLst>
                <a:path extrusionOk="0" h="7218" w="9555">
                  <a:moveTo>
                    <a:pt x="7083" y="1"/>
                  </a:moveTo>
                  <a:cubicBezTo>
                    <a:pt x="5933" y="892"/>
                    <a:pt x="4399" y="1139"/>
                    <a:pt x="3053" y="1139"/>
                  </a:cubicBezTo>
                  <a:cubicBezTo>
                    <a:pt x="1382" y="1139"/>
                    <a:pt x="0" y="759"/>
                    <a:pt x="0" y="759"/>
                  </a:cubicBezTo>
                  <a:lnTo>
                    <a:pt x="0" y="759"/>
                  </a:lnTo>
                  <a:lnTo>
                    <a:pt x="6254" y="7218"/>
                  </a:lnTo>
                  <a:lnTo>
                    <a:pt x="9555" y="4657"/>
                  </a:lnTo>
                  <a:lnTo>
                    <a:pt x="708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6692285" y="6284986"/>
              <a:ext cx="932846" cy="707716"/>
            </a:xfrm>
            <a:custGeom>
              <a:rect b="b" l="l" r="r" t="t"/>
              <a:pathLst>
                <a:path extrusionOk="0" h="7378" w="9725">
                  <a:moveTo>
                    <a:pt x="7138" y="206"/>
                  </a:moveTo>
                  <a:lnTo>
                    <a:pt x="9529" y="4711"/>
                  </a:lnTo>
                  <a:lnTo>
                    <a:pt x="6344" y="7191"/>
                  </a:lnTo>
                  <a:lnTo>
                    <a:pt x="340" y="982"/>
                  </a:lnTo>
                  <a:lnTo>
                    <a:pt x="340" y="982"/>
                  </a:lnTo>
                  <a:cubicBezTo>
                    <a:pt x="825" y="1089"/>
                    <a:pt x="1905" y="1294"/>
                    <a:pt x="3141" y="1294"/>
                  </a:cubicBezTo>
                  <a:cubicBezTo>
                    <a:pt x="4472" y="1294"/>
                    <a:pt x="5986" y="1057"/>
                    <a:pt x="7138" y="206"/>
                  </a:cubicBezTo>
                  <a:close/>
                  <a:moveTo>
                    <a:pt x="7182" y="0"/>
                  </a:moveTo>
                  <a:cubicBezTo>
                    <a:pt x="7156" y="0"/>
                    <a:pt x="7129" y="0"/>
                    <a:pt x="7111" y="18"/>
                  </a:cubicBezTo>
                  <a:cubicBezTo>
                    <a:pt x="5984" y="889"/>
                    <a:pt x="4471" y="1130"/>
                    <a:pt x="3140" y="1130"/>
                  </a:cubicBezTo>
                  <a:cubicBezTo>
                    <a:pt x="1498" y="1130"/>
                    <a:pt x="133" y="764"/>
                    <a:pt x="108" y="759"/>
                  </a:cubicBezTo>
                  <a:cubicBezTo>
                    <a:pt x="102" y="757"/>
                    <a:pt x="95" y="756"/>
                    <a:pt x="89" y="756"/>
                  </a:cubicBezTo>
                  <a:cubicBezTo>
                    <a:pt x="60" y="756"/>
                    <a:pt x="33" y="772"/>
                    <a:pt x="19" y="794"/>
                  </a:cubicBezTo>
                  <a:cubicBezTo>
                    <a:pt x="1" y="830"/>
                    <a:pt x="1" y="866"/>
                    <a:pt x="28" y="892"/>
                  </a:cubicBezTo>
                  <a:lnTo>
                    <a:pt x="6281" y="7351"/>
                  </a:lnTo>
                  <a:cubicBezTo>
                    <a:pt x="6290" y="7369"/>
                    <a:pt x="6317" y="7378"/>
                    <a:pt x="6335" y="7378"/>
                  </a:cubicBezTo>
                  <a:cubicBezTo>
                    <a:pt x="6353" y="7378"/>
                    <a:pt x="6371" y="7378"/>
                    <a:pt x="6388" y="7360"/>
                  </a:cubicBezTo>
                  <a:lnTo>
                    <a:pt x="9680" y="4800"/>
                  </a:lnTo>
                  <a:cubicBezTo>
                    <a:pt x="9716" y="4773"/>
                    <a:pt x="9725" y="4728"/>
                    <a:pt x="9707" y="4702"/>
                  </a:cubicBezTo>
                  <a:lnTo>
                    <a:pt x="7236" y="45"/>
                  </a:lnTo>
                  <a:cubicBezTo>
                    <a:pt x="7227" y="27"/>
                    <a:pt x="7200" y="9"/>
                    <a:pt x="7182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7075693" y="5596061"/>
              <a:ext cx="232900" cy="256017"/>
            </a:xfrm>
            <a:custGeom>
              <a:rect b="b" l="l" r="r" t="t"/>
              <a:pathLst>
                <a:path extrusionOk="0" h="2669" w="2428">
                  <a:moveTo>
                    <a:pt x="1" y="1"/>
                  </a:moveTo>
                  <a:lnTo>
                    <a:pt x="1" y="2668"/>
                  </a:lnTo>
                  <a:lnTo>
                    <a:pt x="2427" y="2668"/>
                  </a:lnTo>
                  <a:cubicBezTo>
                    <a:pt x="2427" y="2668"/>
                    <a:pt x="2222" y="866"/>
                    <a:pt x="1" y="1"/>
                  </a:cubicBez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7308500" y="5596061"/>
              <a:ext cx="232804" cy="256017"/>
            </a:xfrm>
            <a:custGeom>
              <a:rect b="b" l="l" r="r" t="t"/>
              <a:pathLst>
                <a:path extrusionOk="0" h="2669" w="2427">
                  <a:moveTo>
                    <a:pt x="2427" y="1"/>
                  </a:moveTo>
                  <a:cubicBezTo>
                    <a:pt x="214" y="866"/>
                    <a:pt x="0" y="2668"/>
                    <a:pt x="0" y="2668"/>
                  </a:cubicBezTo>
                  <a:lnTo>
                    <a:pt x="2427" y="2668"/>
                  </a:lnTo>
                  <a:lnTo>
                    <a:pt x="2427" y="1"/>
                  </a:ln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951567" y="5635486"/>
              <a:ext cx="359518" cy="248247"/>
            </a:xfrm>
            <a:custGeom>
              <a:rect b="b" l="l" r="r" t="t"/>
              <a:pathLst>
                <a:path extrusionOk="0" h="2588" w="3748">
                  <a:moveTo>
                    <a:pt x="465" y="0"/>
                  </a:moveTo>
                  <a:lnTo>
                    <a:pt x="1" y="464"/>
                  </a:lnTo>
                  <a:lnTo>
                    <a:pt x="3195" y="2587"/>
                  </a:lnTo>
                  <a:lnTo>
                    <a:pt x="3748" y="2257"/>
                  </a:lnTo>
                  <a:cubicBezTo>
                    <a:pt x="2784" y="527"/>
                    <a:pt x="465" y="0"/>
                    <a:pt x="465" y="0"/>
                  </a:cubicBez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7305910" y="5635486"/>
              <a:ext cx="360381" cy="248247"/>
            </a:xfrm>
            <a:custGeom>
              <a:rect b="b" l="l" r="r" t="t"/>
              <a:pathLst>
                <a:path extrusionOk="0" h="2588" w="3757">
                  <a:moveTo>
                    <a:pt x="3292" y="0"/>
                  </a:moveTo>
                  <a:cubicBezTo>
                    <a:pt x="3292" y="0"/>
                    <a:pt x="973" y="527"/>
                    <a:pt x="0" y="2257"/>
                  </a:cubicBezTo>
                  <a:lnTo>
                    <a:pt x="562" y="2587"/>
                  </a:lnTo>
                  <a:lnTo>
                    <a:pt x="3756" y="464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7346966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3587" y="0"/>
                  </a:moveTo>
                  <a:cubicBezTo>
                    <a:pt x="3560" y="0"/>
                    <a:pt x="3532" y="7"/>
                    <a:pt x="3506" y="22"/>
                  </a:cubicBezTo>
                  <a:lnTo>
                    <a:pt x="250" y="1851"/>
                  </a:lnTo>
                  <a:cubicBezTo>
                    <a:pt x="206" y="1877"/>
                    <a:pt x="170" y="1931"/>
                    <a:pt x="170" y="1993"/>
                  </a:cubicBezTo>
                  <a:lnTo>
                    <a:pt x="0" y="4625"/>
                  </a:lnTo>
                  <a:lnTo>
                    <a:pt x="170" y="7293"/>
                  </a:lnTo>
                  <a:cubicBezTo>
                    <a:pt x="170" y="7395"/>
                    <a:pt x="248" y="7466"/>
                    <a:pt x="337" y="7466"/>
                  </a:cubicBezTo>
                  <a:cubicBezTo>
                    <a:pt x="364" y="7466"/>
                    <a:pt x="392" y="7459"/>
                    <a:pt x="420" y="7444"/>
                  </a:cubicBezTo>
                  <a:lnTo>
                    <a:pt x="3667" y="5615"/>
                  </a:lnTo>
                  <a:cubicBezTo>
                    <a:pt x="3721" y="5589"/>
                    <a:pt x="3756" y="5526"/>
                    <a:pt x="3756" y="5464"/>
                  </a:cubicBezTo>
                  <a:lnTo>
                    <a:pt x="3756" y="165"/>
                  </a:lnTo>
                  <a:cubicBezTo>
                    <a:pt x="3756" y="69"/>
                    <a:pt x="3673" y="0"/>
                    <a:pt x="358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7363177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3418" y="0"/>
                  </a:moveTo>
                  <a:cubicBezTo>
                    <a:pt x="3391" y="0"/>
                    <a:pt x="3363" y="7"/>
                    <a:pt x="3337" y="22"/>
                  </a:cubicBezTo>
                  <a:lnTo>
                    <a:pt x="2918" y="254"/>
                  </a:lnTo>
                  <a:lnTo>
                    <a:pt x="2918" y="5464"/>
                  </a:lnTo>
                  <a:cubicBezTo>
                    <a:pt x="2918" y="5526"/>
                    <a:pt x="2882" y="5589"/>
                    <a:pt x="2829" y="5615"/>
                  </a:cubicBezTo>
                  <a:lnTo>
                    <a:pt x="1" y="7203"/>
                  </a:lnTo>
                  <a:lnTo>
                    <a:pt x="1" y="7293"/>
                  </a:lnTo>
                  <a:cubicBezTo>
                    <a:pt x="1" y="7395"/>
                    <a:pt x="79" y="7466"/>
                    <a:pt x="168" y="7466"/>
                  </a:cubicBezTo>
                  <a:cubicBezTo>
                    <a:pt x="195" y="7466"/>
                    <a:pt x="223" y="7459"/>
                    <a:pt x="251" y="7444"/>
                  </a:cubicBezTo>
                  <a:lnTo>
                    <a:pt x="3498" y="5615"/>
                  </a:lnTo>
                  <a:cubicBezTo>
                    <a:pt x="3552" y="5589"/>
                    <a:pt x="3587" y="5526"/>
                    <a:pt x="3587" y="5464"/>
                  </a:cubicBezTo>
                  <a:lnTo>
                    <a:pt x="3587" y="165"/>
                  </a:lnTo>
                  <a:cubicBezTo>
                    <a:pt x="3587" y="69"/>
                    <a:pt x="3504" y="0"/>
                    <a:pt x="3418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910512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5464"/>
                  </a:lnTo>
                  <a:cubicBezTo>
                    <a:pt x="1" y="5526"/>
                    <a:pt x="28" y="5589"/>
                    <a:pt x="81" y="5615"/>
                  </a:cubicBez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910512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254"/>
                  </a:lnTo>
                  <a:lnTo>
                    <a:pt x="2829" y="1851"/>
                  </a:lnTo>
                  <a:cubicBezTo>
                    <a:pt x="2882" y="1877"/>
                    <a:pt x="2909" y="1931"/>
                    <a:pt x="2909" y="1993"/>
                  </a:cubicBezTo>
                  <a:lnTo>
                    <a:pt x="2909" y="7203"/>
                  </a:ln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757" y="4634"/>
                  </a:ln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7254591" y="5851986"/>
              <a:ext cx="108680" cy="545991"/>
            </a:xfrm>
            <a:custGeom>
              <a:rect b="b" l="l" r="r" t="t"/>
              <a:pathLst>
                <a:path extrusionOk="0" h="5692" w="1133">
                  <a:moveTo>
                    <a:pt x="170" y="0"/>
                  </a:moveTo>
                  <a:cubicBezTo>
                    <a:pt x="71" y="0"/>
                    <a:pt x="0" y="81"/>
                    <a:pt x="0" y="170"/>
                  </a:cubicBezTo>
                  <a:lnTo>
                    <a:pt x="0" y="5522"/>
                  </a:lnTo>
                  <a:cubicBezTo>
                    <a:pt x="0" y="5612"/>
                    <a:pt x="71" y="5692"/>
                    <a:pt x="170" y="5692"/>
                  </a:cubicBezTo>
                  <a:lnTo>
                    <a:pt x="963" y="5692"/>
                  </a:lnTo>
                  <a:cubicBezTo>
                    <a:pt x="1053" y="5692"/>
                    <a:pt x="1133" y="5612"/>
                    <a:pt x="1133" y="5522"/>
                  </a:cubicBezTo>
                  <a:lnTo>
                    <a:pt x="1133" y="170"/>
                  </a:lnTo>
                  <a:cubicBezTo>
                    <a:pt x="1133" y="81"/>
                    <a:pt x="1053" y="0"/>
                    <a:pt x="96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7292193" y="5851986"/>
              <a:ext cx="71079" cy="545991"/>
            </a:xfrm>
            <a:custGeom>
              <a:rect b="b" l="l" r="r" t="t"/>
              <a:pathLst>
                <a:path extrusionOk="0" h="5692" w="741">
                  <a:moveTo>
                    <a:pt x="1" y="0"/>
                  </a:moveTo>
                  <a:cubicBezTo>
                    <a:pt x="90" y="0"/>
                    <a:pt x="170" y="81"/>
                    <a:pt x="170" y="170"/>
                  </a:cubicBezTo>
                  <a:lnTo>
                    <a:pt x="170" y="5522"/>
                  </a:lnTo>
                  <a:cubicBezTo>
                    <a:pt x="170" y="5612"/>
                    <a:pt x="90" y="5692"/>
                    <a:pt x="1" y="5692"/>
                  </a:cubicBezTo>
                  <a:lnTo>
                    <a:pt x="571" y="5692"/>
                  </a:lnTo>
                  <a:cubicBezTo>
                    <a:pt x="661" y="5692"/>
                    <a:pt x="741" y="5612"/>
                    <a:pt x="741" y="5522"/>
                  </a:cubicBezTo>
                  <a:lnTo>
                    <a:pt x="741" y="170"/>
                  </a:lnTo>
                  <a:cubicBezTo>
                    <a:pt x="741" y="81"/>
                    <a:pt x="661" y="0"/>
                    <a:pt x="5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7296510" y="6040188"/>
              <a:ext cx="23981" cy="169591"/>
            </a:xfrm>
            <a:custGeom>
              <a:rect b="b" l="l" r="r" t="t"/>
              <a:pathLst>
                <a:path extrusionOk="0" h="1768" w="250">
                  <a:moveTo>
                    <a:pt x="125" y="1"/>
                  </a:moveTo>
                  <a:cubicBezTo>
                    <a:pt x="63" y="1"/>
                    <a:pt x="0" y="54"/>
                    <a:pt x="0" y="126"/>
                  </a:cubicBezTo>
                  <a:lnTo>
                    <a:pt x="0" y="1642"/>
                  </a:lnTo>
                  <a:cubicBezTo>
                    <a:pt x="0" y="1714"/>
                    <a:pt x="63" y="1767"/>
                    <a:pt x="125" y="1767"/>
                  </a:cubicBezTo>
                  <a:cubicBezTo>
                    <a:pt x="196" y="1767"/>
                    <a:pt x="250" y="1714"/>
                    <a:pt x="250" y="1642"/>
                  </a:cubicBezTo>
                  <a:lnTo>
                    <a:pt x="250" y="126"/>
                  </a:lnTo>
                  <a:cubicBezTo>
                    <a:pt x="250" y="54"/>
                    <a:pt x="196" y="1"/>
                    <a:pt x="1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833925" y="7623315"/>
              <a:ext cx="7717061" cy="19760"/>
            </a:xfrm>
            <a:custGeom>
              <a:rect b="b" l="l" r="r" t="t"/>
              <a:pathLst>
                <a:path extrusionOk="0" h="206" w="80451">
                  <a:moveTo>
                    <a:pt x="0" y="1"/>
                  </a:moveTo>
                  <a:lnTo>
                    <a:pt x="0" y="206"/>
                  </a:lnTo>
                  <a:lnTo>
                    <a:pt x="80450" y="206"/>
                  </a:lnTo>
                  <a:lnTo>
                    <a:pt x="80450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210" name="Google Shape;210;p1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4"/>
          <p:cNvSpPr/>
          <p:nvPr/>
        </p:nvSpPr>
        <p:spPr>
          <a:xfrm>
            <a:off x="4572000" y="0"/>
            <a:ext cx="45837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530550" y="1963225"/>
            <a:ext cx="3575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3107049" y="2292669"/>
            <a:ext cx="998905" cy="89163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4959425" y="617625"/>
            <a:ext cx="4002000" cy="44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16" name="Google Shape;216;p14"/>
          <p:cNvGrpSpPr/>
          <p:nvPr/>
        </p:nvGrpSpPr>
        <p:grpSpPr>
          <a:xfrm>
            <a:off x="182769" y="123212"/>
            <a:ext cx="2033948" cy="268074"/>
            <a:chOff x="365538" y="246425"/>
            <a:chExt cx="4067897" cy="536147"/>
          </a:xfrm>
        </p:grpSpPr>
        <p:sp>
          <p:nvSpPr>
            <p:cNvPr id="217" name="Google Shape;217;p14"/>
            <p:cNvSpPr/>
            <p:nvPr/>
          </p:nvSpPr>
          <p:spPr>
            <a:xfrm>
              <a:off x="2881875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8" name="Google Shape;218;p14"/>
            <p:cNvGrpSpPr/>
            <p:nvPr/>
          </p:nvGrpSpPr>
          <p:grpSpPr>
            <a:xfrm>
              <a:off x="365538" y="424500"/>
              <a:ext cx="2251983" cy="179993"/>
              <a:chOff x="4935498" y="1642212"/>
              <a:chExt cx="2734980" cy="217042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9" name="Google Shape;229;p1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31" name="Google Shape;231;p14"/>
          <p:cNvSpPr/>
          <p:nvPr/>
        </p:nvSpPr>
        <p:spPr>
          <a:xfrm flipH="1" rot="10800000">
            <a:off x="0" y="1364125"/>
            <a:ext cx="64500" cy="19464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2">
  <p:cSld name="TITLE_4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-6050" y="0"/>
            <a:ext cx="4583700" cy="5147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381375" y="1611725"/>
            <a:ext cx="40020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5309763" y="1963225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5704438" y="2699515"/>
            <a:ext cx="1527461" cy="89178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15"/>
          <p:cNvGrpSpPr/>
          <p:nvPr/>
        </p:nvGrpSpPr>
        <p:grpSpPr>
          <a:xfrm>
            <a:off x="7057486" y="3311407"/>
            <a:ext cx="2082383" cy="2636076"/>
            <a:chOff x="6473425" y="1889175"/>
            <a:chExt cx="598077" cy="765100"/>
          </a:xfrm>
        </p:grpSpPr>
        <p:sp>
          <p:nvSpPr>
            <p:cNvPr id="238" name="Google Shape;238;p15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6845077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15"/>
          <p:cNvGrpSpPr/>
          <p:nvPr/>
        </p:nvGrpSpPr>
        <p:grpSpPr>
          <a:xfrm>
            <a:off x="4665270" y="3600716"/>
            <a:ext cx="2464593" cy="1542738"/>
            <a:chOff x="3345475" y="1976500"/>
            <a:chExt cx="1053650" cy="692525"/>
          </a:xfrm>
        </p:grpSpPr>
        <p:sp>
          <p:nvSpPr>
            <p:cNvPr id="277" name="Google Shape;277;p15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12870" y="91"/>
                  </a:moveTo>
                  <a:cubicBezTo>
                    <a:pt x="14245" y="91"/>
                    <a:pt x="15360" y="1207"/>
                    <a:pt x="15360" y="2581"/>
                  </a:cubicBezTo>
                  <a:cubicBezTo>
                    <a:pt x="15360" y="3959"/>
                    <a:pt x="14245" y="5075"/>
                    <a:pt x="12870" y="5075"/>
                  </a:cubicBezTo>
                  <a:lnTo>
                    <a:pt x="6239" y="5075"/>
                  </a:lnTo>
                  <a:lnTo>
                    <a:pt x="6217" y="5093"/>
                  </a:lnTo>
                  <a:lnTo>
                    <a:pt x="2564" y="7769"/>
                  </a:lnTo>
                  <a:lnTo>
                    <a:pt x="2564" y="7769"/>
                  </a:lnTo>
                  <a:lnTo>
                    <a:pt x="3643" y="5203"/>
                  </a:lnTo>
                  <a:lnTo>
                    <a:pt x="3694" y="5075"/>
                  </a:lnTo>
                  <a:lnTo>
                    <a:pt x="2585" y="5075"/>
                  </a:lnTo>
                  <a:cubicBezTo>
                    <a:pt x="1211" y="5075"/>
                    <a:pt x="92" y="3959"/>
                    <a:pt x="92" y="2581"/>
                  </a:cubicBezTo>
                  <a:cubicBezTo>
                    <a:pt x="92" y="1207"/>
                    <a:pt x="1211" y="91"/>
                    <a:pt x="2585" y="91"/>
                  </a:cubicBezTo>
                  <a:close/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810"/>
                  </a:moveTo>
                  <a:cubicBezTo>
                    <a:pt x="2738" y="1109"/>
                    <a:pt x="2822" y="1459"/>
                    <a:pt x="2961" y="1813"/>
                  </a:cubicBezTo>
                  <a:cubicBezTo>
                    <a:pt x="3322" y="2753"/>
                    <a:pt x="3909" y="3348"/>
                    <a:pt x="4678" y="3563"/>
                  </a:cubicBezTo>
                  <a:cubicBezTo>
                    <a:pt x="3909" y="3778"/>
                    <a:pt x="3322" y="4372"/>
                    <a:pt x="2961" y="5313"/>
                  </a:cubicBezTo>
                  <a:cubicBezTo>
                    <a:pt x="2822" y="5666"/>
                    <a:pt x="2738" y="6016"/>
                    <a:pt x="2684" y="6312"/>
                  </a:cubicBezTo>
                  <a:cubicBezTo>
                    <a:pt x="2629" y="6016"/>
                    <a:pt x="2542" y="5666"/>
                    <a:pt x="2407" y="5313"/>
                  </a:cubicBezTo>
                  <a:cubicBezTo>
                    <a:pt x="2042" y="4372"/>
                    <a:pt x="1455" y="3778"/>
                    <a:pt x="690" y="3563"/>
                  </a:cubicBezTo>
                  <a:cubicBezTo>
                    <a:pt x="1455" y="3348"/>
                    <a:pt x="2042" y="2753"/>
                    <a:pt x="2407" y="1813"/>
                  </a:cubicBezTo>
                  <a:cubicBezTo>
                    <a:pt x="2542" y="1459"/>
                    <a:pt x="2629" y="1109"/>
                    <a:pt x="2684" y="810"/>
                  </a:cubicBezTo>
                  <a:close/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3645600" y="2160800"/>
              <a:ext cx="67200" cy="68825"/>
            </a:xfrm>
            <a:custGeom>
              <a:rect b="b" l="l" r="r" t="t"/>
              <a:pathLst>
                <a:path extrusionOk="0" h="2753" w="2688">
                  <a:moveTo>
                    <a:pt x="1343" y="0"/>
                  </a:moveTo>
                  <a:cubicBezTo>
                    <a:pt x="1343" y="0"/>
                    <a:pt x="1310" y="1397"/>
                    <a:pt x="1" y="1397"/>
                  </a:cubicBezTo>
                  <a:cubicBezTo>
                    <a:pt x="1310" y="1397"/>
                    <a:pt x="1343" y="2753"/>
                    <a:pt x="1343" y="2753"/>
                  </a:cubicBezTo>
                  <a:cubicBezTo>
                    <a:pt x="1343" y="2753"/>
                    <a:pt x="1379" y="1397"/>
                    <a:pt x="2688" y="1397"/>
                  </a:cubicBezTo>
                  <a:cubicBezTo>
                    <a:pt x="1379" y="1397"/>
                    <a:pt x="1343" y="0"/>
                    <a:pt x="1343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3549275" y="2298425"/>
              <a:ext cx="40125" cy="41025"/>
            </a:xfrm>
            <a:custGeom>
              <a:rect b="b" l="l" r="r" t="t"/>
              <a:pathLst>
                <a:path extrusionOk="0" h="1641" w="1605">
                  <a:moveTo>
                    <a:pt x="802" y="0"/>
                  </a:moveTo>
                  <a:cubicBezTo>
                    <a:pt x="802" y="0"/>
                    <a:pt x="781" y="831"/>
                    <a:pt x="0" y="831"/>
                  </a:cubicBezTo>
                  <a:cubicBezTo>
                    <a:pt x="781" y="831"/>
                    <a:pt x="802" y="1641"/>
                    <a:pt x="802" y="1641"/>
                  </a:cubicBezTo>
                  <a:cubicBezTo>
                    <a:pt x="802" y="1641"/>
                    <a:pt x="824" y="831"/>
                    <a:pt x="1604" y="831"/>
                  </a:cubicBezTo>
                  <a:cubicBezTo>
                    <a:pt x="824" y="831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92"/>
                  </a:moveTo>
                  <a:cubicBezTo>
                    <a:pt x="5731" y="92"/>
                    <a:pt x="7361" y="1725"/>
                    <a:pt x="7361" y="3726"/>
                  </a:cubicBezTo>
                  <a:cubicBezTo>
                    <a:pt x="7361" y="5732"/>
                    <a:pt x="5731" y="7361"/>
                    <a:pt x="3726" y="7361"/>
                  </a:cubicBezTo>
                  <a:cubicBezTo>
                    <a:pt x="1721" y="7361"/>
                    <a:pt x="91" y="5732"/>
                    <a:pt x="91" y="3726"/>
                  </a:cubicBezTo>
                  <a:cubicBezTo>
                    <a:pt x="91" y="1725"/>
                    <a:pt x="1721" y="92"/>
                    <a:pt x="3726" y="92"/>
                  </a:cubicBezTo>
                  <a:close/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4030600" y="2118875"/>
              <a:ext cx="13875" cy="2300"/>
            </a:xfrm>
            <a:custGeom>
              <a:rect b="b" l="l" r="r" t="t"/>
              <a:pathLst>
                <a:path extrusionOk="0" h="92" w="555">
                  <a:moveTo>
                    <a:pt x="1" y="0"/>
                  </a:moveTo>
                  <a:lnTo>
                    <a:pt x="1" y="91"/>
                  </a:lnTo>
                  <a:lnTo>
                    <a:pt x="555" y="9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028675" y="2141300"/>
              <a:ext cx="12075" cy="2300"/>
            </a:xfrm>
            <a:custGeom>
              <a:rect b="b" l="l" r="r" t="t"/>
              <a:pathLst>
                <a:path extrusionOk="0" h="92" w="483">
                  <a:moveTo>
                    <a:pt x="1" y="0"/>
                  </a:moveTo>
                  <a:lnTo>
                    <a:pt x="1" y="91"/>
                  </a:lnTo>
                  <a:lnTo>
                    <a:pt x="482" y="9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3909750" y="2117500"/>
              <a:ext cx="23725" cy="23000"/>
            </a:xfrm>
            <a:custGeom>
              <a:rect b="b" l="l" r="r" t="t"/>
              <a:pathLst>
                <a:path extrusionOk="0" h="920" w="949">
                  <a:moveTo>
                    <a:pt x="66" y="0"/>
                  </a:moveTo>
                  <a:lnTo>
                    <a:pt x="0" y="66"/>
                  </a:lnTo>
                  <a:lnTo>
                    <a:pt x="886" y="919"/>
                  </a:lnTo>
                  <a:lnTo>
                    <a:pt x="948" y="85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3900450" y="2127250"/>
              <a:ext cx="30825" cy="29825"/>
            </a:xfrm>
            <a:custGeom>
              <a:rect b="b" l="l" r="r" t="t"/>
              <a:pathLst>
                <a:path extrusionOk="0" h="1193" w="1233">
                  <a:moveTo>
                    <a:pt x="66" y="1"/>
                  </a:moveTo>
                  <a:lnTo>
                    <a:pt x="0" y="66"/>
                  </a:lnTo>
                  <a:lnTo>
                    <a:pt x="1167" y="1193"/>
                  </a:lnTo>
                  <a:lnTo>
                    <a:pt x="1233" y="112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15"/>
          <p:cNvSpPr/>
          <p:nvPr/>
        </p:nvSpPr>
        <p:spPr>
          <a:xfrm>
            <a:off x="4566025" y="0"/>
            <a:ext cx="4583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grpSp>
        <p:nvGrpSpPr>
          <p:cNvPr id="318" name="Google Shape;318;p15"/>
          <p:cNvGrpSpPr/>
          <p:nvPr/>
        </p:nvGrpSpPr>
        <p:grpSpPr>
          <a:xfrm>
            <a:off x="6953156" y="123212"/>
            <a:ext cx="2033948" cy="268074"/>
            <a:chOff x="13906313" y="246425"/>
            <a:chExt cx="4067897" cy="536147"/>
          </a:xfrm>
        </p:grpSpPr>
        <p:sp>
          <p:nvSpPr>
            <p:cNvPr id="319" name="Google Shape;319;p1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20" name="Google Shape;320;p1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21" name="Google Shape;321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Google Shape;327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Google Shape;328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2/3">
  <p:cSld name="TITLE_4_1">
    <p:bg>
      <p:bgPr>
        <a:solidFill>
          <a:srgbClr val="16161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/>
        </p:nvSpPr>
        <p:spPr>
          <a:xfrm>
            <a:off x="192900" y="1072613"/>
            <a:ext cx="846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6" name="Google Shape;336;p16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16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40" name="Google Shape;340;p1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6"/>
          <p:cNvSpPr txBox="1"/>
          <p:nvPr/>
        </p:nvSpPr>
        <p:spPr>
          <a:xfrm>
            <a:off x="819075" y="1858425"/>
            <a:ext cx="82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7"/>
          <p:cNvSpPr/>
          <p:nvPr/>
        </p:nvSpPr>
        <p:spPr>
          <a:xfrm>
            <a:off x="822026" y="514500"/>
            <a:ext cx="2235900" cy="4833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46" name="Google Shape;346;p17"/>
          <p:cNvSpPr txBox="1"/>
          <p:nvPr/>
        </p:nvSpPr>
        <p:spPr>
          <a:xfrm>
            <a:off x="914425" y="1063275"/>
            <a:ext cx="6122700" cy="26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i="1"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47" name="Google Shape;347;p17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348" name="Google Shape;348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49" name="Google Shape;349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50" name="Google Shape;350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Google Shape;361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62" name="Google Shape;362;p17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">
  <p:cSld name="TITLE_3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 flipH="1" rot="10800000">
            <a:off x="-3237" y="12"/>
            <a:ext cx="9147000" cy="152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129600" y="71663"/>
            <a:ext cx="90102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18"/>
          <p:cNvSpPr/>
          <p:nvPr/>
        </p:nvSpPr>
        <p:spPr>
          <a:xfrm rot="10800000">
            <a:off x="8311852" y="1764315"/>
            <a:ext cx="264000" cy="228300"/>
          </a:xfrm>
          <a:prstGeom prst="triangle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/>
        </p:nvSpPr>
        <p:spPr>
          <a:xfrm>
            <a:off x="1085025" y="982125"/>
            <a:ext cx="6974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9" name="Google Shape;369;p19"/>
          <p:cNvGrpSpPr/>
          <p:nvPr/>
        </p:nvGrpSpPr>
        <p:grpSpPr>
          <a:xfrm>
            <a:off x="6992606" y="4706800"/>
            <a:ext cx="1978986" cy="268074"/>
            <a:chOff x="913788" y="717625"/>
            <a:chExt cx="3957972" cy="536147"/>
          </a:xfrm>
        </p:grpSpPr>
        <p:grpSp>
          <p:nvGrpSpPr>
            <p:cNvPr id="370" name="Google Shape;370;p1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71" name="Google Shape;371;p1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1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84" name="Google Shape;384;p19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85" name="Google Shape;385;p1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1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89" name="Google Shape;389;p1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19"/>
          <p:cNvSpPr txBox="1"/>
          <p:nvPr/>
        </p:nvSpPr>
        <p:spPr>
          <a:xfrm>
            <a:off x="3462900" y="2643125"/>
            <a:ext cx="52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4" name="Google Shape;394;p2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2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98" name="Google Shape;398;p2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20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401" name="Google Shape;401;p2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02" name="Google Shape;402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4" name="Google Shape;414;p2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2">
  <p:cSld name="TITLE_3_1_1">
    <p:bg>
      <p:bgPr>
        <a:solidFill>
          <a:schemeClr val="accent5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1325" y="1114213"/>
            <a:ext cx="8421355" cy="416301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1"/>
          <p:cNvSpPr txBox="1"/>
          <p:nvPr/>
        </p:nvSpPr>
        <p:spPr>
          <a:xfrm>
            <a:off x="297375" y="159975"/>
            <a:ext cx="875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18" name="Google Shape;418;p21"/>
          <p:cNvGrpSpPr/>
          <p:nvPr/>
        </p:nvGrpSpPr>
        <p:grpSpPr>
          <a:xfrm>
            <a:off x="8841034" y="4939760"/>
            <a:ext cx="264016" cy="157786"/>
            <a:chOff x="1207700" y="4333950"/>
            <a:chExt cx="334325" cy="138750"/>
          </a:xfrm>
        </p:grpSpPr>
        <p:sp>
          <p:nvSpPr>
            <p:cNvPr id="419" name="Google Shape;419;p2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2 blocks">
  <p:cSld name="TITLE_3_1_1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 txBox="1"/>
          <p:nvPr/>
        </p:nvSpPr>
        <p:spPr>
          <a:xfrm>
            <a:off x="610725" y="1065538"/>
            <a:ext cx="7922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24" name="Google Shape;424;p2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2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428" name="Google Shape;428;p2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0" name="Google Shape;43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6183" y="2057400"/>
            <a:ext cx="6320491" cy="2911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22"/>
          <p:cNvGrpSpPr/>
          <p:nvPr/>
        </p:nvGrpSpPr>
        <p:grpSpPr>
          <a:xfrm>
            <a:off x="7921537" y="4725288"/>
            <a:ext cx="1078468" cy="268074"/>
            <a:chOff x="15843073" y="9450575"/>
            <a:chExt cx="2156936" cy="536147"/>
          </a:xfrm>
        </p:grpSpPr>
        <p:grpSp>
          <p:nvGrpSpPr>
            <p:cNvPr id="432" name="Google Shape;432;p22"/>
            <p:cNvGrpSpPr/>
            <p:nvPr/>
          </p:nvGrpSpPr>
          <p:grpSpPr>
            <a:xfrm>
              <a:off x="15843073" y="9560870"/>
              <a:ext cx="527999" cy="315573"/>
              <a:chOff x="1207700" y="4333950"/>
              <a:chExt cx="334325" cy="138750"/>
            </a:xfrm>
          </p:grpSpPr>
          <p:sp>
            <p:nvSpPr>
              <p:cNvPr id="433" name="Google Shape;433;p22"/>
              <p:cNvSpPr/>
              <p:nvPr/>
            </p:nvSpPr>
            <p:spPr>
              <a:xfrm>
                <a:off x="1207700" y="4333950"/>
                <a:ext cx="139850" cy="138750"/>
              </a:xfrm>
              <a:custGeom>
                <a:rect b="b" l="l" r="r" t="t"/>
                <a:pathLst>
                  <a:path extrusionOk="0" h="5550" w="5594">
                    <a:moveTo>
                      <a:pt x="3390" y="438"/>
                    </a:moveTo>
                    <a:cubicBezTo>
                      <a:pt x="4363" y="438"/>
                      <a:pt x="5148" y="1232"/>
                      <a:pt x="5148" y="2196"/>
                    </a:cubicBezTo>
                    <a:lnTo>
                      <a:pt x="5148" y="3346"/>
                    </a:lnTo>
                    <a:cubicBezTo>
                      <a:pt x="5148" y="4319"/>
                      <a:pt x="4363" y="5104"/>
                      <a:pt x="3390" y="5104"/>
                    </a:cubicBezTo>
                    <a:lnTo>
                      <a:pt x="437" y="5104"/>
                    </a:lnTo>
                    <a:lnTo>
                      <a:pt x="437" y="438"/>
                    </a:lnTo>
                    <a:close/>
                    <a:moveTo>
                      <a:pt x="0" y="1"/>
                    </a:moveTo>
                    <a:lnTo>
                      <a:pt x="0" y="5550"/>
                    </a:lnTo>
                    <a:lnTo>
                      <a:pt x="3390" y="5550"/>
                    </a:lnTo>
                    <a:cubicBezTo>
                      <a:pt x="4604" y="5550"/>
                      <a:pt x="5594" y="4560"/>
                      <a:pt x="5594" y="3346"/>
                    </a:cubicBezTo>
                    <a:lnTo>
                      <a:pt x="5594" y="2196"/>
                    </a:lnTo>
                    <a:cubicBezTo>
                      <a:pt x="5594" y="982"/>
                      <a:pt x="4604" y="1"/>
                      <a:pt x="33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>
                <a:off x="1403300" y="4333950"/>
                <a:ext cx="138725" cy="138750"/>
              </a:xfrm>
              <a:custGeom>
                <a:rect b="b" l="l" r="r" t="t"/>
                <a:pathLst>
                  <a:path extrusionOk="0" h="5550" w="5549">
                    <a:moveTo>
                      <a:pt x="0" y="1"/>
                    </a:moveTo>
                    <a:lnTo>
                      <a:pt x="0" y="5550"/>
                    </a:lnTo>
                    <a:lnTo>
                      <a:pt x="5549" y="5550"/>
                    </a:lnTo>
                    <a:lnTo>
                      <a:pt x="554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5" name="Google Shape;435;p22"/>
            <p:cNvSpPr/>
            <p:nvPr/>
          </p:nvSpPr>
          <p:spPr>
            <a:xfrm>
              <a:off x="16448450" y="945057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 txBox="1"/>
          <p:nvPr/>
        </p:nvSpPr>
        <p:spPr>
          <a:xfrm>
            <a:off x="192900" y="897113"/>
            <a:ext cx="8758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9" name="Google Shape;439;p23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3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443" name="Google Shape;443;p2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45" name="Google Shape;44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7062" y="1592837"/>
            <a:ext cx="7589881" cy="3495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23"/>
          <p:cNvGrpSpPr/>
          <p:nvPr/>
        </p:nvGrpSpPr>
        <p:grpSpPr>
          <a:xfrm>
            <a:off x="8687009" y="4786923"/>
            <a:ext cx="264016" cy="157786"/>
            <a:chOff x="1207700" y="4333950"/>
            <a:chExt cx="334325" cy="138750"/>
          </a:xfrm>
        </p:grpSpPr>
        <p:sp>
          <p:nvSpPr>
            <p:cNvPr id="447" name="Google Shape;447;p2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/>
          <p:nvPr/>
        </p:nvSpPr>
        <p:spPr>
          <a:xfrm>
            <a:off x="8428588" y="514500"/>
            <a:ext cx="258357" cy="253596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/>
          <p:cNvSpPr/>
          <p:nvPr/>
        </p:nvSpPr>
        <p:spPr>
          <a:xfrm>
            <a:off x="914425" y="438938"/>
            <a:ext cx="1828800" cy="483300"/>
          </a:xfrm>
          <a:prstGeom prst="roundRect">
            <a:avLst>
              <a:gd fmla="val 50000" name="adj"/>
            </a:avLst>
          </a:prstGeom>
          <a:solidFill>
            <a:srgbClr val="00E0C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53" name="Google Shape;453;p24"/>
          <p:cNvSpPr txBox="1"/>
          <p:nvPr/>
        </p:nvSpPr>
        <p:spPr>
          <a:xfrm>
            <a:off x="1096628" y="486613"/>
            <a:ext cx="322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Ejemplo</a:t>
            </a:r>
            <a:endParaRPr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914425" y="1063275"/>
            <a:ext cx="61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55" name="Google Shape;455;p24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456" name="Google Shape;456;p2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57" name="Google Shape;457;p2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58" name="Google Shape;458;p2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70" name="Google Shape;470;p24"/>
          <p:cNvSpPr/>
          <p:nvPr/>
        </p:nvSpPr>
        <p:spPr>
          <a:xfrm>
            <a:off x="914425" y="2416288"/>
            <a:ext cx="2011200" cy="483300"/>
          </a:xfrm>
          <a:prstGeom prst="roundRect">
            <a:avLst>
              <a:gd fmla="val 50000" name="adj"/>
            </a:avLst>
          </a:prstGeom>
          <a:solidFill>
            <a:srgbClr val="2929C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71" name="Google Shape;471;p24"/>
          <p:cNvSpPr txBox="1"/>
          <p:nvPr/>
        </p:nvSpPr>
        <p:spPr>
          <a:xfrm>
            <a:off x="1096624" y="2465638"/>
            <a:ext cx="182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Actividad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24"/>
          <p:cNvSpPr txBox="1"/>
          <p:nvPr/>
        </p:nvSpPr>
        <p:spPr>
          <a:xfrm>
            <a:off x="914425" y="2969650"/>
            <a:ext cx="685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3" name="Google Shape;473;p24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92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5"/>
          <p:cNvSpPr txBox="1"/>
          <p:nvPr/>
        </p:nvSpPr>
        <p:spPr>
          <a:xfrm>
            <a:off x="4296363" y="1521819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78" name="Google Shape;478;p25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9" name="Google Shape;4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784" y="-116013"/>
            <a:ext cx="3961112" cy="396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25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481" name="Google Shape;481;p2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82" name="Google Shape;482;p2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83" name="Google Shape;483;p2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Google Shape;492;p2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Google Shape;493;p2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6"/>
          <p:cNvSpPr txBox="1"/>
          <p:nvPr/>
        </p:nvSpPr>
        <p:spPr>
          <a:xfrm>
            <a:off x="351725" y="1594538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26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99" name="Google Shape;499;p26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0" name="Google Shape;5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100" y="643602"/>
            <a:ext cx="3137638" cy="31376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26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502" name="Google Shape;502;p2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03" name="Google Shape;503;p2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504" name="Google Shape;504;p2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Google Shape;505;p2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Google Shape;506;p2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Google Shape;507;p2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Google Shape;508;p2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Google Shape;509;p2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/>
          <p:nvPr/>
        </p:nvSpPr>
        <p:spPr>
          <a:xfrm flipH="1">
            <a:off x="-13425" y="1028700"/>
            <a:ext cx="7440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grpSp>
        <p:nvGrpSpPr>
          <p:cNvPr id="523" name="Google Shape;523;p29"/>
          <p:cNvGrpSpPr/>
          <p:nvPr/>
        </p:nvGrpSpPr>
        <p:grpSpPr>
          <a:xfrm rot="-5400000">
            <a:off x="-229317" y="3041095"/>
            <a:ext cx="1125991" cy="90007"/>
            <a:chOff x="4935498" y="1642212"/>
            <a:chExt cx="2734980" cy="217042"/>
          </a:xfrm>
        </p:grpSpPr>
        <p:sp>
          <p:nvSpPr>
            <p:cNvPr id="524" name="Google Shape;524;p29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6" name="Google Shape;536;p29"/>
          <p:cNvSpPr/>
          <p:nvPr/>
        </p:nvSpPr>
        <p:spPr>
          <a:xfrm flipH="1">
            <a:off x="23136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37" name="Google Shape;537;p29"/>
          <p:cNvCxnSpPr>
            <a:stCxn id="536" idx="0"/>
          </p:cNvCxnSpPr>
          <p:nvPr/>
        </p:nvCxnSpPr>
        <p:spPr>
          <a:xfrm>
            <a:off x="3447450" y="1028700"/>
            <a:ext cx="5696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29"/>
          <p:cNvCxnSpPr>
            <a:stCxn id="536" idx="2"/>
          </p:cNvCxnSpPr>
          <p:nvPr/>
        </p:nvCxnSpPr>
        <p:spPr>
          <a:xfrm>
            <a:off x="23136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29"/>
          <p:cNvSpPr txBox="1"/>
          <p:nvPr>
            <p:ph type="title"/>
          </p:nvPr>
        </p:nvSpPr>
        <p:spPr>
          <a:xfrm>
            <a:off x="4674750" y="2596313"/>
            <a:ext cx="3555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"/>
              <a:buNone/>
              <a:defRPr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1944">
          <p15:clr>
            <a:srgbClr val="FA7B17"/>
          </p15:clr>
        </p15:guide>
        <p15:guide id="25" orient="horz" pos="2268">
          <p15:clr>
            <a:srgbClr val="FA7B17"/>
          </p15:clr>
        </p15:guide>
        <p15:guide id="26" orient="horz" pos="2592">
          <p15:clr>
            <a:srgbClr val="FA7B17"/>
          </p15:clr>
        </p15:guide>
        <p15:guide id="27" orient="horz" pos="2916">
          <p15:clr>
            <a:srgbClr val="FA7B17"/>
          </p15:clr>
        </p15:guide>
        <p15:guide id="28" pos="2928">
          <p15:clr>
            <a:srgbClr val="FA7B17"/>
          </p15:clr>
        </p15:guide>
        <p15:guide id="29" orient="horz" pos="1974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0"/>
          <p:cNvSpPr/>
          <p:nvPr/>
        </p:nvSpPr>
        <p:spPr>
          <a:xfrm>
            <a:off x="509613" y="1676400"/>
            <a:ext cx="2046030" cy="89152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6400900" y="0"/>
            <a:ext cx="2743200" cy="5175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5900" y="568206"/>
            <a:ext cx="4337365" cy="61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0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456913" y="1243538"/>
            <a:ext cx="82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25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46" name="Google Shape;546;p3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547" name="Google Shape;547;p3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30"/>
          <p:cNvSpPr txBox="1"/>
          <p:nvPr>
            <p:ph idx="1" type="body"/>
          </p:nvPr>
        </p:nvSpPr>
        <p:spPr>
          <a:xfrm>
            <a:off x="457988" y="2115000"/>
            <a:ext cx="38934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32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31"/>
          <p:cNvGrpSpPr/>
          <p:nvPr/>
        </p:nvGrpSpPr>
        <p:grpSpPr>
          <a:xfrm>
            <a:off x="456894" y="447932"/>
            <a:ext cx="1125991" cy="90007"/>
            <a:chOff x="4935498" y="1642212"/>
            <a:chExt cx="2734980" cy="217042"/>
          </a:xfrm>
        </p:grpSpPr>
        <p:sp>
          <p:nvSpPr>
            <p:cNvPr id="552" name="Google Shape;552;p31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</p:grpSp>
      <p:sp>
        <p:nvSpPr>
          <p:cNvPr id="564" name="Google Shape;564;p31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66" name="Google Shape;566;p31"/>
          <p:cNvCxnSpPr>
            <a:stCxn id="565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31"/>
          <p:cNvCxnSpPr>
            <a:stCxn id="565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8" name="Google Shape;56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1950" y="3949943"/>
            <a:ext cx="2178826" cy="886212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1"/>
          <p:cNvSpPr txBox="1"/>
          <p:nvPr>
            <p:ph type="title"/>
          </p:nvPr>
        </p:nvSpPr>
        <p:spPr>
          <a:xfrm>
            <a:off x="496163" y="1769625"/>
            <a:ext cx="4697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SemiBold"/>
              <a:buNone/>
              <a:defRPr sz="3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52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2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572" name="Google Shape;572;p32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32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574" name="Google Shape;574;p32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32"/>
          <p:cNvCxnSpPr>
            <a:stCxn id="573" idx="2"/>
            <a:endCxn id="571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2"/>
          <p:cNvSpPr/>
          <p:nvPr/>
        </p:nvSpPr>
        <p:spPr>
          <a:xfrm>
            <a:off x="-1082347" y="2057400"/>
            <a:ext cx="2454900" cy="6855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77" name="Google Shape;577;p32"/>
          <p:cNvSpPr txBox="1"/>
          <p:nvPr>
            <p:ph type="title"/>
          </p:nvPr>
        </p:nvSpPr>
        <p:spPr>
          <a:xfrm>
            <a:off x="184025" y="2092650"/>
            <a:ext cx="92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78" name="Google Shape;578;p32"/>
          <p:cNvSpPr txBox="1"/>
          <p:nvPr>
            <p:ph idx="2" type="title"/>
          </p:nvPr>
        </p:nvSpPr>
        <p:spPr>
          <a:xfrm>
            <a:off x="1619400" y="2092650"/>
            <a:ext cx="5050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 sz="3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102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3"/>
          <p:cNvSpPr/>
          <p:nvPr/>
        </p:nvSpPr>
        <p:spPr>
          <a:xfrm>
            <a:off x="5021300" y="-33325"/>
            <a:ext cx="4123800" cy="509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1" name="Google Shape;58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400" y="1794650"/>
            <a:ext cx="2839852" cy="2673253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3"/>
          <p:cNvSpPr/>
          <p:nvPr/>
        </p:nvSpPr>
        <p:spPr>
          <a:xfrm rot="10800000">
            <a:off x="213370" y="2636738"/>
            <a:ext cx="1818000" cy="1818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83" name="Google Shape;583;p33"/>
          <p:cNvCxnSpPr>
            <a:stCxn id="582" idx="2"/>
          </p:cNvCxnSpPr>
          <p:nvPr/>
        </p:nvCxnSpPr>
        <p:spPr>
          <a:xfrm rot="10800000">
            <a:off x="213370" y="-9262"/>
            <a:ext cx="0" cy="3555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33"/>
          <p:cNvSpPr/>
          <p:nvPr/>
        </p:nvSpPr>
        <p:spPr>
          <a:xfrm flipH="1" rot="-5400000">
            <a:off x="4759100" y="757788"/>
            <a:ext cx="83700" cy="86880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585" name="Google Shape;585;p33"/>
          <p:cNvCxnSpPr>
            <a:stCxn id="582" idx="0"/>
          </p:cNvCxnSpPr>
          <p:nvPr/>
        </p:nvCxnSpPr>
        <p:spPr>
          <a:xfrm>
            <a:off x="1122370" y="4454738"/>
            <a:ext cx="80136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33"/>
          <p:cNvSpPr txBox="1"/>
          <p:nvPr>
            <p:ph type="title"/>
          </p:nvPr>
        </p:nvSpPr>
        <p:spPr>
          <a:xfrm>
            <a:off x="914425" y="677100"/>
            <a:ext cx="34359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87" name="Google Shape;587;p33"/>
          <p:cNvSpPr txBox="1"/>
          <p:nvPr>
            <p:ph idx="1" type="subTitle"/>
          </p:nvPr>
        </p:nvSpPr>
        <p:spPr>
          <a:xfrm>
            <a:off x="914425" y="3850150"/>
            <a:ext cx="3374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532">
          <p15:clr>
            <a:srgbClr val="FA7B17"/>
          </p15:clr>
        </p15:guide>
        <p15:guide id="2" pos="576">
          <p15:clr>
            <a:srgbClr val="FA7B17"/>
          </p15:clr>
        </p15:guide>
        <p15:guide id="3" orient="horz" pos="2234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4"/>
          <p:cNvSpPr/>
          <p:nvPr/>
        </p:nvSpPr>
        <p:spPr>
          <a:xfrm flipH="1" rot="10800000">
            <a:off x="456900" y="1049850"/>
            <a:ext cx="6382200" cy="357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accent1"/>
              </a:solidFill>
            </a:endParaRPr>
          </a:p>
        </p:txBody>
      </p:sp>
      <p:sp>
        <p:nvSpPr>
          <p:cNvPr id="590" name="Google Shape;590;p34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91" name="Google Shape;591;p34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4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93" name="Google Shape;593;p34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4"/>
          <p:cNvCxnSpPr>
            <a:stCxn id="592" idx="2"/>
            <a:endCxn id="590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5" name="Google Shape;59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714673" y="2571750"/>
            <a:ext cx="2286633" cy="2153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34"/>
          <p:cNvGrpSpPr/>
          <p:nvPr/>
        </p:nvGrpSpPr>
        <p:grpSpPr>
          <a:xfrm>
            <a:off x="456875" y="618432"/>
            <a:ext cx="2671543" cy="422911"/>
            <a:chOff x="913750" y="1236863"/>
            <a:chExt cx="5343086" cy="845821"/>
          </a:xfrm>
        </p:grpSpPr>
        <p:sp>
          <p:nvSpPr>
            <p:cNvPr id="597" name="Google Shape;597;p34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34"/>
          <p:cNvSpPr txBox="1"/>
          <p:nvPr>
            <p:ph idx="1" type="subTitle"/>
          </p:nvPr>
        </p:nvSpPr>
        <p:spPr>
          <a:xfrm>
            <a:off x="1207313" y="2133475"/>
            <a:ext cx="4687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 Medium"/>
              <a:buNone/>
              <a:defRPr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44">
          <p15:clr>
            <a:srgbClr val="FA7B17"/>
          </p15:clr>
        </p15:guide>
        <p15:guide id="2" pos="3713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35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04" name="Google Shape;604;p3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35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607" name="Google Shape;607;p35"/>
          <p:cNvSpPr txBox="1"/>
          <p:nvPr>
            <p:ph type="title"/>
          </p:nvPr>
        </p:nvSpPr>
        <p:spPr>
          <a:xfrm>
            <a:off x="456975" y="1243538"/>
            <a:ext cx="82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" type="body"/>
          </p:nvPr>
        </p:nvSpPr>
        <p:spPr>
          <a:xfrm>
            <a:off x="457988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2" type="body"/>
          </p:nvPr>
        </p:nvSpPr>
        <p:spPr>
          <a:xfrm>
            <a:off x="4793713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26">
          <p15:clr>
            <a:srgbClr val="FA7B17"/>
          </p15:clr>
        </p15:guide>
        <p15:guide id="2" orient="horz" pos="1278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36"/>
          <p:cNvGrpSpPr/>
          <p:nvPr/>
        </p:nvGrpSpPr>
        <p:grpSpPr>
          <a:xfrm flipH="1">
            <a:off x="908182" y="1026588"/>
            <a:ext cx="8253004" cy="4112250"/>
            <a:chOff x="376006" y="684875"/>
            <a:chExt cx="16506008" cy="8224500"/>
          </a:xfrm>
        </p:grpSpPr>
        <p:sp>
          <p:nvSpPr>
            <p:cNvPr id="612" name="Google Shape;612;p36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cxnSp>
          <p:nvCxnSpPr>
            <p:cNvPr id="613" name="Google Shape;613;p36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36"/>
            <p:cNvCxnSpPr>
              <a:stCxn id="612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5" name="Google Shape;615;p36"/>
          <p:cNvSpPr txBox="1"/>
          <p:nvPr>
            <p:ph idx="1" type="body"/>
          </p:nvPr>
        </p:nvSpPr>
        <p:spPr>
          <a:xfrm>
            <a:off x="1828825" y="2953188"/>
            <a:ext cx="2521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2" type="body"/>
          </p:nvPr>
        </p:nvSpPr>
        <p:spPr>
          <a:xfrm>
            <a:off x="4793713" y="1879513"/>
            <a:ext cx="3893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type="title"/>
          </p:nvPr>
        </p:nvSpPr>
        <p:spPr>
          <a:xfrm>
            <a:off x="1828825" y="1879513"/>
            <a:ext cx="2521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1184">
          <p15:clr>
            <a:srgbClr val="FA7B17"/>
          </p15:clr>
        </p15:guide>
        <p15:guide id="3" orient="horz" pos="1860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7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7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1" name="Google Shape;621;p37"/>
          <p:cNvSpPr txBox="1"/>
          <p:nvPr>
            <p:ph type="title"/>
          </p:nvPr>
        </p:nvSpPr>
        <p:spPr>
          <a:xfrm>
            <a:off x="461538" y="1670300"/>
            <a:ext cx="27390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2239">
          <p15:clr>
            <a:srgbClr val="FA7B17"/>
          </p15:clr>
        </p15:guide>
        <p15:guide id="3" pos="2016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"/>
          <p:cNvSpPr/>
          <p:nvPr/>
        </p:nvSpPr>
        <p:spPr>
          <a:xfrm>
            <a:off x="-43137" y="2057400"/>
            <a:ext cx="9187200" cy="30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4" name="Google Shape;624;p3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25" name="Google Shape;625;p3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38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8" name="Google Shape;628;p38"/>
          <p:cNvSpPr txBox="1"/>
          <p:nvPr>
            <p:ph type="title"/>
          </p:nvPr>
        </p:nvSpPr>
        <p:spPr>
          <a:xfrm>
            <a:off x="461538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629" name="Google Shape;629;p38"/>
          <p:cNvSpPr txBox="1"/>
          <p:nvPr>
            <p:ph idx="1" type="body"/>
          </p:nvPr>
        </p:nvSpPr>
        <p:spPr>
          <a:xfrm>
            <a:off x="4793713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FA7B17"/>
          </p15:clr>
        </p15:guide>
        <p15:guide id="2" orient="horz" pos="648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9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9"/>
          <p:cNvSpPr txBox="1"/>
          <p:nvPr>
            <p:ph idx="1" type="body"/>
          </p:nvPr>
        </p:nvSpPr>
        <p:spPr>
          <a:xfrm>
            <a:off x="636425" y="3170488"/>
            <a:ext cx="3504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3" name="Google Shape;633;p39"/>
          <p:cNvSpPr txBox="1"/>
          <p:nvPr>
            <p:ph idx="2" type="body"/>
          </p:nvPr>
        </p:nvSpPr>
        <p:spPr>
          <a:xfrm>
            <a:off x="1235338" y="3459513"/>
            <a:ext cx="18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34" name="Google Shape;634;p39"/>
          <p:cNvSpPr/>
          <p:nvPr/>
        </p:nvSpPr>
        <p:spPr>
          <a:xfrm>
            <a:off x="456875" y="2445381"/>
            <a:ext cx="2739000" cy="39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35" name="Google Shape;635;p39"/>
          <p:cNvSpPr txBox="1"/>
          <p:nvPr>
            <p:ph type="title"/>
          </p:nvPr>
        </p:nvSpPr>
        <p:spPr>
          <a:xfrm>
            <a:off x="636425" y="2411875"/>
            <a:ext cx="2414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6" name="Google Shape;636;p39"/>
          <p:cNvSpPr txBox="1"/>
          <p:nvPr/>
        </p:nvSpPr>
        <p:spPr>
          <a:xfrm>
            <a:off x="574763" y="3449338"/>
            <a:ext cx="87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37" name="Google Shape;637;p39"/>
          <p:cNvGrpSpPr/>
          <p:nvPr/>
        </p:nvGrpSpPr>
        <p:grpSpPr>
          <a:xfrm flipH="1">
            <a:off x="393" y="4707862"/>
            <a:ext cx="2738745" cy="435698"/>
            <a:chOff x="10502644" y="12808"/>
            <a:chExt cx="5058634" cy="804614"/>
          </a:xfrm>
        </p:grpSpPr>
        <p:sp>
          <p:nvSpPr>
            <p:cNvPr id="638" name="Google Shape;638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2" name="Google Shape;642;p39"/>
          <p:cNvGrpSpPr/>
          <p:nvPr/>
        </p:nvGrpSpPr>
        <p:grpSpPr>
          <a:xfrm rot="5400000">
            <a:off x="6698732" y="1774143"/>
            <a:ext cx="4219407" cy="671128"/>
            <a:chOff x="10502644" y="12808"/>
            <a:chExt cx="5058634" cy="804614"/>
          </a:xfrm>
        </p:grpSpPr>
        <p:sp>
          <p:nvSpPr>
            <p:cNvPr id="643" name="Google Shape;643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7" name="Google Shape;647;p39"/>
          <p:cNvSpPr txBox="1"/>
          <p:nvPr>
            <p:ph idx="3" type="body"/>
          </p:nvPr>
        </p:nvSpPr>
        <p:spPr>
          <a:xfrm>
            <a:off x="4069413" y="1526463"/>
            <a:ext cx="368400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63">
          <p15:clr>
            <a:srgbClr val="FA7B17"/>
          </p15:clr>
        </p15:guide>
        <p15:guide id="2" orient="horz" pos="2173">
          <p15:clr>
            <a:srgbClr val="FA7B17"/>
          </p15:clr>
        </p15:guide>
        <p15:guide id="3" orient="horz" pos="2347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0"/>
          <p:cNvSpPr/>
          <p:nvPr/>
        </p:nvSpPr>
        <p:spPr>
          <a:xfrm flipH="1"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0"/>
          <p:cNvSpPr/>
          <p:nvPr/>
        </p:nvSpPr>
        <p:spPr>
          <a:xfrm>
            <a:off x="1791125" y="838093"/>
            <a:ext cx="1248300" cy="36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1" name="Google Shape;651;p40"/>
          <p:cNvSpPr txBox="1"/>
          <p:nvPr/>
        </p:nvSpPr>
        <p:spPr>
          <a:xfrm>
            <a:off x="456875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5861381" y="838088"/>
            <a:ext cx="1764900" cy="3636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3" name="Google Shape;653;p40"/>
          <p:cNvSpPr txBox="1"/>
          <p:nvPr/>
        </p:nvSpPr>
        <p:spPr>
          <a:xfrm>
            <a:off x="4793713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54" name="Google Shape;654;p40"/>
          <p:cNvGrpSpPr/>
          <p:nvPr/>
        </p:nvGrpSpPr>
        <p:grpSpPr>
          <a:xfrm>
            <a:off x="2182313" y="4352293"/>
            <a:ext cx="466229" cy="466229"/>
            <a:chOff x="3964000" y="1705108"/>
            <a:chExt cx="1047000" cy="1047000"/>
          </a:xfrm>
        </p:grpSpPr>
        <p:sp>
          <p:nvSpPr>
            <p:cNvPr id="655" name="Google Shape;655;p40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6" name="Google Shape;656;p40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657" name="Google Shape;657;p40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40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59" name="Google Shape;659;p40"/>
          <p:cNvGrpSpPr/>
          <p:nvPr/>
        </p:nvGrpSpPr>
        <p:grpSpPr>
          <a:xfrm>
            <a:off x="6511395" y="4352298"/>
            <a:ext cx="466229" cy="466229"/>
            <a:chOff x="13185763" y="1833383"/>
            <a:chExt cx="1047000" cy="1047000"/>
          </a:xfrm>
        </p:grpSpPr>
        <p:grpSp>
          <p:nvGrpSpPr>
            <p:cNvPr id="660" name="Google Shape;660;p40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661" name="Google Shape;661;p40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2" name="Google Shape;662;p40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63" name="Google Shape;663;p40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4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65" name="Google Shape;665;p4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40"/>
          <p:cNvSpPr txBox="1"/>
          <p:nvPr>
            <p:ph type="title"/>
          </p:nvPr>
        </p:nvSpPr>
        <p:spPr>
          <a:xfrm>
            <a:off x="456875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8" name="Google Shape;668;p40"/>
          <p:cNvSpPr txBox="1"/>
          <p:nvPr>
            <p:ph idx="2" type="title"/>
          </p:nvPr>
        </p:nvSpPr>
        <p:spPr>
          <a:xfrm>
            <a:off x="4793713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40"/>
          <p:cNvSpPr txBox="1"/>
          <p:nvPr>
            <p:ph idx="1" type="body"/>
          </p:nvPr>
        </p:nvSpPr>
        <p:spPr>
          <a:xfrm>
            <a:off x="777800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70" name="Google Shape;670;p40"/>
          <p:cNvSpPr txBox="1"/>
          <p:nvPr>
            <p:ph idx="3" type="body"/>
          </p:nvPr>
        </p:nvSpPr>
        <p:spPr>
          <a:xfrm>
            <a:off x="5118125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1446">
          <p15:clr>
            <a:srgbClr val="FA7B17"/>
          </p15:clr>
        </p15:guide>
        <p15:guide id="3" pos="490">
          <p15:clr>
            <a:srgbClr val="FA7B17"/>
          </p15:clr>
        </p15:guide>
        <p15:guide id="4" pos="2538">
          <p15:clr>
            <a:srgbClr val="FA7B17"/>
          </p15:clr>
        </p15:guide>
        <p15:guide id="5" pos="3222">
          <p15:clr>
            <a:srgbClr val="FA7B17"/>
          </p15:clr>
        </p15:guide>
        <p15:guide id="6" pos="5270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 txBox="1"/>
          <p:nvPr/>
        </p:nvSpPr>
        <p:spPr>
          <a:xfrm>
            <a:off x="1085025" y="982125"/>
            <a:ext cx="6974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4" name="Google Shape;674;p42"/>
          <p:cNvGrpSpPr/>
          <p:nvPr/>
        </p:nvGrpSpPr>
        <p:grpSpPr>
          <a:xfrm>
            <a:off x="7053731" y="4725000"/>
            <a:ext cx="1978986" cy="268074"/>
            <a:chOff x="913788" y="717625"/>
            <a:chExt cx="3957972" cy="536147"/>
          </a:xfrm>
        </p:grpSpPr>
        <p:grpSp>
          <p:nvGrpSpPr>
            <p:cNvPr id="675" name="Google Shape;675;p4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76" name="Google Shape;676;p4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4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4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4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4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4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4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4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4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4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4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4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8" name="Google Shape;688;p4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89" name="Google Shape;689;p4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0" name="Google Shape;690;p4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693" name="Google Shape;693;p4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5" name="Google Shape;695;p42"/>
          <p:cNvSpPr txBox="1"/>
          <p:nvPr/>
        </p:nvSpPr>
        <p:spPr>
          <a:xfrm>
            <a:off x="3462900" y="2643125"/>
            <a:ext cx="52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3"/>
          <p:cNvSpPr/>
          <p:nvPr/>
        </p:nvSpPr>
        <p:spPr>
          <a:xfrm>
            <a:off x="8428588" y="514500"/>
            <a:ext cx="258357" cy="253596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3"/>
          <p:cNvSpPr txBox="1"/>
          <p:nvPr/>
        </p:nvSpPr>
        <p:spPr>
          <a:xfrm>
            <a:off x="914425" y="1063275"/>
            <a:ext cx="61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00" name="Google Shape;700;p43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01" name="Google Shape;701;p43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02" name="Google Shape;702;p43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03" name="Google Shape;703;p4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4" name="Google Shape;704;p4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5" name="Google Shape;705;p4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6" name="Google Shape;706;p4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7" name="Google Shape;707;p4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8" name="Google Shape;708;p4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9" name="Google Shape;709;p4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0" name="Google Shape;710;p4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1" name="Google Shape;711;p4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2" name="Google Shape;712;p4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3" name="Google Shape;713;p4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4" name="Google Shape;714;p4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15" name="Google Shape;715;p43"/>
          <p:cNvSpPr txBox="1"/>
          <p:nvPr/>
        </p:nvSpPr>
        <p:spPr>
          <a:xfrm>
            <a:off x="914425" y="2969650"/>
            <a:ext cx="685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6" name="Google Shape;716;p43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92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4"/>
          <p:cNvSpPr txBox="1"/>
          <p:nvPr/>
        </p:nvSpPr>
        <p:spPr>
          <a:xfrm>
            <a:off x="4296363" y="1521819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44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21" name="Google Shape;721;p44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2" name="Google Shape;722;p44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23" name="Google Shape;723;p4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24" name="Google Shape;724;p4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25" name="Google Shape;725;p4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6" name="Google Shape;726;p4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7" name="Google Shape;727;p4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8" name="Google Shape;728;p4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9" name="Google Shape;729;p4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0" name="Google Shape;730;p4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1" name="Google Shape;731;p4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2" name="Google Shape;732;p4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3" name="Google Shape;733;p4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4" name="Google Shape;734;p4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5" name="Google Shape;735;p4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6" name="Google Shape;736;p4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5"/>
          <p:cNvSpPr txBox="1"/>
          <p:nvPr/>
        </p:nvSpPr>
        <p:spPr>
          <a:xfrm>
            <a:off x="351725" y="1594538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45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1" name="Google Shape;741;p45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2" name="Google Shape;742;p45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43" name="Google Shape;743;p4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44" name="Google Shape;744;p4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45" name="Google Shape;745;p4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6" name="Google Shape;746;p4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7" name="Google Shape;747;p4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0" name="Google Shape;750;p4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1" name="Google Shape;751;p4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2" name="Google Shape;752;p4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3" name="Google Shape;753;p4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4" name="Google Shape;754;p4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5" name="Google Shape;755;p4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6" name="Google Shape;756;p4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5533">
          <p15:clr>
            <a:srgbClr val="F9AD4C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7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0" name="Google Shape;760;p47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7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47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3" name="Google Shape;763;p47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764" name="Google Shape;764;p4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47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767" name="Google Shape;767;p4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68" name="Google Shape;768;p4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4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4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4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4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4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4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4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47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4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4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0" name="Google Shape;780;p4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1">
  <p:cSld name="TITLE_3_1_2">
    <p:bg>
      <p:bgPr>
        <a:solidFill>
          <a:schemeClr val="lt1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8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3" name="Google Shape;783;p48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8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48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6" name="Google Shape;786;p48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787" name="Google Shape;787;p4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48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790" name="Google Shape;790;p4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91" name="Google Shape;791;p4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4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4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4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8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4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3" name="Google Shape;803;p4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3">
  <p:cSld name="TITLE_3_1_3">
    <p:bg>
      <p:bgPr>
        <a:solidFill>
          <a:schemeClr val="lt1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9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6" name="Google Shape;806;p4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4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9" name="Google Shape;809;p4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810" name="Google Shape;810;p4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49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813" name="Google Shape;813;p4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14" name="Google Shape;814;p4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4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4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4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4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4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4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4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4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49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4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4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6" name="Google Shape;826;p4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_2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0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29" name="Google Shape;829;p5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1" name="Google Shape;831;p5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5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833" name="Google Shape;833;p5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50"/>
          <p:cNvGrpSpPr/>
          <p:nvPr/>
        </p:nvGrpSpPr>
        <p:grpSpPr>
          <a:xfrm>
            <a:off x="7116806" y="316181"/>
            <a:ext cx="1978986" cy="268074"/>
            <a:chOff x="913788" y="717625"/>
            <a:chExt cx="3957972" cy="536147"/>
          </a:xfrm>
        </p:grpSpPr>
        <p:grpSp>
          <p:nvGrpSpPr>
            <p:cNvPr id="836" name="Google Shape;836;p5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37" name="Google Shape;837;p5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5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5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5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5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5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5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5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5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5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5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5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9" name="Google Shape;849;p5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" name="Google Shape;852;p51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853" name="Google Shape;853;p51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854" name="Google Shape;854;p51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855" name="Google Shape;855;p5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6" name="Google Shape;856;p5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7" name="Google Shape;857;p5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8" name="Google Shape;858;p5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9" name="Google Shape;859;p5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0" name="Google Shape;860;p5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1" name="Google Shape;861;p5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2" name="Google Shape;862;p5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3" name="Google Shape;863;p5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4" name="Google Shape;864;p5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5" name="Google Shape;865;p5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6" name="Google Shape;866;p5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867" name="Google Shape;867;p51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3"/>
          <p:cNvSpPr/>
          <p:nvPr/>
        </p:nvSpPr>
        <p:spPr>
          <a:xfrm flipH="1">
            <a:off x="-13425" y="1028700"/>
            <a:ext cx="7440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grpSp>
        <p:nvGrpSpPr>
          <p:cNvPr id="874" name="Google Shape;874;p53"/>
          <p:cNvGrpSpPr/>
          <p:nvPr/>
        </p:nvGrpSpPr>
        <p:grpSpPr>
          <a:xfrm rot="-5400000">
            <a:off x="-229317" y="3041095"/>
            <a:ext cx="1125991" cy="90007"/>
            <a:chOff x="4935498" y="1642212"/>
            <a:chExt cx="2734980" cy="217042"/>
          </a:xfrm>
        </p:grpSpPr>
        <p:sp>
          <p:nvSpPr>
            <p:cNvPr id="875" name="Google Shape;875;p53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3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3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3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53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3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53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53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3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53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53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53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7" name="Google Shape;887;p53"/>
          <p:cNvSpPr/>
          <p:nvPr/>
        </p:nvSpPr>
        <p:spPr>
          <a:xfrm flipH="1">
            <a:off x="23136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888" name="Google Shape;888;p53"/>
          <p:cNvCxnSpPr>
            <a:stCxn id="887" idx="0"/>
          </p:cNvCxnSpPr>
          <p:nvPr/>
        </p:nvCxnSpPr>
        <p:spPr>
          <a:xfrm>
            <a:off x="3447450" y="1028700"/>
            <a:ext cx="5696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p53"/>
          <p:cNvCxnSpPr>
            <a:stCxn id="887" idx="2"/>
          </p:cNvCxnSpPr>
          <p:nvPr/>
        </p:nvCxnSpPr>
        <p:spPr>
          <a:xfrm>
            <a:off x="23136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53"/>
          <p:cNvSpPr txBox="1"/>
          <p:nvPr>
            <p:ph type="title"/>
          </p:nvPr>
        </p:nvSpPr>
        <p:spPr>
          <a:xfrm>
            <a:off x="4674750" y="2596313"/>
            <a:ext cx="3555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"/>
              <a:buNone/>
              <a:defRPr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1944">
          <p15:clr>
            <a:srgbClr val="FA7B17"/>
          </p15:clr>
        </p15:guide>
        <p15:guide id="25" orient="horz" pos="2268">
          <p15:clr>
            <a:srgbClr val="FA7B17"/>
          </p15:clr>
        </p15:guide>
        <p15:guide id="26" orient="horz" pos="2592">
          <p15:clr>
            <a:srgbClr val="FA7B17"/>
          </p15:clr>
        </p15:guide>
        <p15:guide id="27" orient="horz" pos="2916">
          <p15:clr>
            <a:srgbClr val="FA7B17"/>
          </p15:clr>
        </p15:guide>
        <p15:guide id="28" pos="2928">
          <p15:clr>
            <a:srgbClr val="FA7B17"/>
          </p15:clr>
        </p15:guide>
        <p15:guide id="29" orient="horz" pos="1974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4"/>
          <p:cNvSpPr/>
          <p:nvPr/>
        </p:nvSpPr>
        <p:spPr>
          <a:xfrm>
            <a:off x="509613" y="1676400"/>
            <a:ext cx="2046030" cy="89152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4"/>
          <p:cNvSpPr/>
          <p:nvPr/>
        </p:nvSpPr>
        <p:spPr>
          <a:xfrm>
            <a:off x="6400900" y="0"/>
            <a:ext cx="2743200" cy="5175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5900" y="568206"/>
            <a:ext cx="4337365" cy="61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54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896" name="Google Shape;896;p54"/>
          <p:cNvSpPr txBox="1"/>
          <p:nvPr/>
        </p:nvSpPr>
        <p:spPr>
          <a:xfrm>
            <a:off x="456913" y="1243538"/>
            <a:ext cx="82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25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897" name="Google Shape;897;p5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898" name="Google Shape;898;p5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54"/>
          <p:cNvSpPr txBox="1"/>
          <p:nvPr>
            <p:ph idx="1" type="body"/>
          </p:nvPr>
        </p:nvSpPr>
        <p:spPr>
          <a:xfrm>
            <a:off x="457988" y="2115000"/>
            <a:ext cx="38934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32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" name="Google Shape;902;p55"/>
          <p:cNvGrpSpPr/>
          <p:nvPr/>
        </p:nvGrpSpPr>
        <p:grpSpPr>
          <a:xfrm>
            <a:off x="456894" y="447932"/>
            <a:ext cx="1125991" cy="90007"/>
            <a:chOff x="4935498" y="1642212"/>
            <a:chExt cx="2734980" cy="217042"/>
          </a:xfrm>
        </p:grpSpPr>
        <p:sp>
          <p:nvSpPr>
            <p:cNvPr id="903" name="Google Shape;903;p55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4" name="Google Shape;904;p55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5" name="Google Shape;905;p55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6" name="Google Shape;906;p55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7" name="Google Shape;907;p55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8" name="Google Shape;908;p55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9" name="Google Shape;909;p55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0" name="Google Shape;910;p55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1" name="Google Shape;911;p55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2" name="Google Shape;912;p55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3" name="Google Shape;913;p55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4" name="Google Shape;914;p55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</p:grpSp>
      <p:sp>
        <p:nvSpPr>
          <p:cNvPr id="915" name="Google Shape;915;p55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916" name="Google Shape;916;p55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17" name="Google Shape;917;p55"/>
          <p:cNvCxnSpPr>
            <a:stCxn id="916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8" name="Google Shape;918;p55"/>
          <p:cNvCxnSpPr>
            <a:stCxn id="916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19" name="Google Shape;91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1950" y="3949943"/>
            <a:ext cx="2178826" cy="886212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55"/>
          <p:cNvSpPr txBox="1"/>
          <p:nvPr>
            <p:ph type="title"/>
          </p:nvPr>
        </p:nvSpPr>
        <p:spPr>
          <a:xfrm>
            <a:off x="496163" y="1769625"/>
            <a:ext cx="4697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SemiBold"/>
              <a:buNone/>
              <a:defRPr sz="3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52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6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923" name="Google Shape;923;p56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p56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925" name="Google Shape;925;p56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56"/>
          <p:cNvCxnSpPr>
            <a:stCxn id="924" idx="2"/>
            <a:endCxn id="922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56"/>
          <p:cNvSpPr/>
          <p:nvPr/>
        </p:nvSpPr>
        <p:spPr>
          <a:xfrm>
            <a:off x="-1082347" y="2057400"/>
            <a:ext cx="2454900" cy="6855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928" name="Google Shape;928;p56"/>
          <p:cNvSpPr txBox="1"/>
          <p:nvPr>
            <p:ph type="title"/>
          </p:nvPr>
        </p:nvSpPr>
        <p:spPr>
          <a:xfrm>
            <a:off x="184025" y="2092650"/>
            <a:ext cx="92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29" name="Google Shape;929;p56"/>
          <p:cNvSpPr txBox="1"/>
          <p:nvPr>
            <p:ph idx="2" type="title"/>
          </p:nvPr>
        </p:nvSpPr>
        <p:spPr>
          <a:xfrm>
            <a:off x="1619400" y="2092650"/>
            <a:ext cx="5050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 sz="3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1020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7"/>
          <p:cNvSpPr/>
          <p:nvPr/>
        </p:nvSpPr>
        <p:spPr>
          <a:xfrm>
            <a:off x="5021300" y="-33325"/>
            <a:ext cx="4123800" cy="509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2" name="Google Shape;932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400" y="1794650"/>
            <a:ext cx="2839852" cy="2673253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57"/>
          <p:cNvSpPr/>
          <p:nvPr/>
        </p:nvSpPr>
        <p:spPr>
          <a:xfrm rot="10800000">
            <a:off x="213370" y="2636738"/>
            <a:ext cx="1818000" cy="1818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34" name="Google Shape;934;p57"/>
          <p:cNvCxnSpPr>
            <a:stCxn id="933" idx="2"/>
          </p:cNvCxnSpPr>
          <p:nvPr/>
        </p:nvCxnSpPr>
        <p:spPr>
          <a:xfrm rot="10800000">
            <a:off x="213370" y="-9262"/>
            <a:ext cx="0" cy="3555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5" name="Google Shape;935;p57"/>
          <p:cNvSpPr/>
          <p:nvPr/>
        </p:nvSpPr>
        <p:spPr>
          <a:xfrm flipH="1" rot="-5400000">
            <a:off x="4759100" y="757788"/>
            <a:ext cx="83700" cy="86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936" name="Google Shape;936;p57"/>
          <p:cNvCxnSpPr>
            <a:stCxn id="933" idx="0"/>
          </p:cNvCxnSpPr>
          <p:nvPr/>
        </p:nvCxnSpPr>
        <p:spPr>
          <a:xfrm>
            <a:off x="1122370" y="4454738"/>
            <a:ext cx="80136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57"/>
          <p:cNvSpPr txBox="1"/>
          <p:nvPr>
            <p:ph type="title"/>
          </p:nvPr>
        </p:nvSpPr>
        <p:spPr>
          <a:xfrm>
            <a:off x="914425" y="677100"/>
            <a:ext cx="34359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938" name="Google Shape;938;p57"/>
          <p:cNvSpPr txBox="1"/>
          <p:nvPr>
            <p:ph idx="1" type="subTitle"/>
          </p:nvPr>
        </p:nvSpPr>
        <p:spPr>
          <a:xfrm>
            <a:off x="914425" y="3850150"/>
            <a:ext cx="3374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532">
          <p15:clr>
            <a:srgbClr val="FA7B17"/>
          </p15:clr>
        </p15:guide>
        <p15:guide id="2" pos="576">
          <p15:clr>
            <a:srgbClr val="FA7B17"/>
          </p15:clr>
        </p15:guide>
        <p15:guide id="3" orient="horz" pos="2234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8"/>
          <p:cNvSpPr/>
          <p:nvPr/>
        </p:nvSpPr>
        <p:spPr>
          <a:xfrm flipH="1" rot="10800000">
            <a:off x="456900" y="1049850"/>
            <a:ext cx="6382200" cy="357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accent1"/>
              </a:solidFill>
            </a:endParaRPr>
          </a:p>
        </p:txBody>
      </p:sp>
      <p:sp>
        <p:nvSpPr>
          <p:cNvPr id="941" name="Google Shape;941;p58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42" name="Google Shape;942;p58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58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44" name="Google Shape;944;p58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58"/>
          <p:cNvCxnSpPr>
            <a:stCxn id="943" idx="2"/>
            <a:endCxn id="941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6" name="Google Shape;94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714673" y="2571750"/>
            <a:ext cx="2286633" cy="2153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7" name="Google Shape;947;p58"/>
          <p:cNvGrpSpPr/>
          <p:nvPr/>
        </p:nvGrpSpPr>
        <p:grpSpPr>
          <a:xfrm>
            <a:off x="456875" y="618432"/>
            <a:ext cx="2671543" cy="422911"/>
            <a:chOff x="913750" y="1236863"/>
            <a:chExt cx="5343086" cy="845821"/>
          </a:xfrm>
        </p:grpSpPr>
        <p:sp>
          <p:nvSpPr>
            <p:cNvPr id="948" name="Google Shape;948;p58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8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58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58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2" name="Google Shape;952;p58"/>
          <p:cNvSpPr txBox="1"/>
          <p:nvPr>
            <p:ph idx="1" type="subTitle"/>
          </p:nvPr>
        </p:nvSpPr>
        <p:spPr>
          <a:xfrm>
            <a:off x="1207313" y="2133475"/>
            <a:ext cx="4687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 Medium"/>
              <a:buNone/>
              <a:defRPr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44">
          <p15:clr>
            <a:srgbClr val="FA7B17"/>
          </p15:clr>
        </p15:guide>
        <p15:guide id="2" pos="3713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59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955" name="Google Shape;955;p5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5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7" name="Google Shape;957;p59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958" name="Google Shape;958;p59"/>
          <p:cNvSpPr txBox="1"/>
          <p:nvPr>
            <p:ph type="title"/>
          </p:nvPr>
        </p:nvSpPr>
        <p:spPr>
          <a:xfrm>
            <a:off x="456975" y="1243538"/>
            <a:ext cx="82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59" name="Google Shape;959;p59"/>
          <p:cNvSpPr txBox="1"/>
          <p:nvPr>
            <p:ph idx="1" type="body"/>
          </p:nvPr>
        </p:nvSpPr>
        <p:spPr>
          <a:xfrm>
            <a:off x="457988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0" name="Google Shape;960;p59"/>
          <p:cNvSpPr txBox="1"/>
          <p:nvPr>
            <p:ph idx="2" type="body"/>
          </p:nvPr>
        </p:nvSpPr>
        <p:spPr>
          <a:xfrm>
            <a:off x="4793713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26">
          <p15:clr>
            <a:srgbClr val="FA7B17"/>
          </p15:clr>
        </p15:guide>
        <p15:guide id="2" orient="horz" pos="1278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60"/>
          <p:cNvGrpSpPr/>
          <p:nvPr/>
        </p:nvGrpSpPr>
        <p:grpSpPr>
          <a:xfrm flipH="1">
            <a:off x="908182" y="1026588"/>
            <a:ext cx="8253004" cy="4112250"/>
            <a:chOff x="376006" y="684875"/>
            <a:chExt cx="16506008" cy="8224500"/>
          </a:xfrm>
        </p:grpSpPr>
        <p:sp>
          <p:nvSpPr>
            <p:cNvPr id="963" name="Google Shape;963;p60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cxnSp>
          <p:nvCxnSpPr>
            <p:cNvPr id="964" name="Google Shape;964;p60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5" name="Google Shape;965;p60"/>
            <p:cNvCxnSpPr>
              <a:stCxn id="963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6" name="Google Shape;966;p60"/>
          <p:cNvSpPr txBox="1"/>
          <p:nvPr>
            <p:ph idx="1" type="body"/>
          </p:nvPr>
        </p:nvSpPr>
        <p:spPr>
          <a:xfrm>
            <a:off x="1828825" y="2953188"/>
            <a:ext cx="2521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7" name="Google Shape;967;p60"/>
          <p:cNvSpPr txBox="1"/>
          <p:nvPr>
            <p:ph idx="2" type="body"/>
          </p:nvPr>
        </p:nvSpPr>
        <p:spPr>
          <a:xfrm>
            <a:off x="4793713" y="1879513"/>
            <a:ext cx="3893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8" name="Google Shape;968;p60"/>
          <p:cNvSpPr txBox="1"/>
          <p:nvPr>
            <p:ph type="title"/>
          </p:nvPr>
        </p:nvSpPr>
        <p:spPr>
          <a:xfrm>
            <a:off x="1828825" y="1879513"/>
            <a:ext cx="2521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1184">
          <p15:clr>
            <a:srgbClr val="FA7B17"/>
          </p15:clr>
        </p15:guide>
        <p15:guide id="3" orient="horz" pos="1860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1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1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2" name="Google Shape;972;p61"/>
          <p:cNvSpPr txBox="1"/>
          <p:nvPr>
            <p:ph type="title"/>
          </p:nvPr>
        </p:nvSpPr>
        <p:spPr>
          <a:xfrm>
            <a:off x="461538" y="1670300"/>
            <a:ext cx="27390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2239">
          <p15:clr>
            <a:srgbClr val="FA7B17"/>
          </p15:clr>
        </p15:guide>
        <p15:guide id="3" pos="2016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2"/>
          <p:cNvSpPr/>
          <p:nvPr/>
        </p:nvSpPr>
        <p:spPr>
          <a:xfrm>
            <a:off x="-43137" y="2057400"/>
            <a:ext cx="9187200" cy="30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5" name="Google Shape;975;p62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976" name="Google Shape;976;p6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8" name="Google Shape;978;p62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9" name="Google Shape;979;p62"/>
          <p:cNvSpPr txBox="1"/>
          <p:nvPr>
            <p:ph type="title"/>
          </p:nvPr>
        </p:nvSpPr>
        <p:spPr>
          <a:xfrm>
            <a:off x="461538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980" name="Google Shape;980;p62"/>
          <p:cNvSpPr txBox="1"/>
          <p:nvPr>
            <p:ph idx="1" type="body"/>
          </p:nvPr>
        </p:nvSpPr>
        <p:spPr>
          <a:xfrm>
            <a:off x="4793713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FA7B17"/>
          </p15:clr>
        </p15:guide>
        <p15:guide id="2" orient="horz" pos="648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3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3"/>
          <p:cNvSpPr txBox="1"/>
          <p:nvPr>
            <p:ph idx="1" type="body"/>
          </p:nvPr>
        </p:nvSpPr>
        <p:spPr>
          <a:xfrm>
            <a:off x="636425" y="3170488"/>
            <a:ext cx="3504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4" name="Google Shape;984;p63"/>
          <p:cNvSpPr txBox="1"/>
          <p:nvPr>
            <p:ph idx="2" type="body"/>
          </p:nvPr>
        </p:nvSpPr>
        <p:spPr>
          <a:xfrm>
            <a:off x="1235338" y="3459513"/>
            <a:ext cx="18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85" name="Google Shape;985;p63"/>
          <p:cNvSpPr/>
          <p:nvPr/>
        </p:nvSpPr>
        <p:spPr>
          <a:xfrm>
            <a:off x="456875" y="2445381"/>
            <a:ext cx="2739000" cy="39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86" name="Google Shape;986;p63"/>
          <p:cNvSpPr txBox="1"/>
          <p:nvPr>
            <p:ph type="title"/>
          </p:nvPr>
        </p:nvSpPr>
        <p:spPr>
          <a:xfrm>
            <a:off x="636425" y="2411875"/>
            <a:ext cx="2414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7" name="Google Shape;987;p63"/>
          <p:cNvSpPr txBox="1"/>
          <p:nvPr/>
        </p:nvSpPr>
        <p:spPr>
          <a:xfrm>
            <a:off x="574763" y="3449338"/>
            <a:ext cx="87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88" name="Google Shape;988;p63"/>
          <p:cNvGrpSpPr/>
          <p:nvPr/>
        </p:nvGrpSpPr>
        <p:grpSpPr>
          <a:xfrm flipH="1">
            <a:off x="393" y="4707862"/>
            <a:ext cx="2738745" cy="435698"/>
            <a:chOff x="10502644" y="12808"/>
            <a:chExt cx="5058634" cy="804614"/>
          </a:xfrm>
        </p:grpSpPr>
        <p:sp>
          <p:nvSpPr>
            <p:cNvPr id="989" name="Google Shape;989;p63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3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3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3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3" name="Google Shape;993;p63"/>
          <p:cNvGrpSpPr/>
          <p:nvPr/>
        </p:nvGrpSpPr>
        <p:grpSpPr>
          <a:xfrm rot="5400000">
            <a:off x="6698732" y="1774143"/>
            <a:ext cx="4219407" cy="671128"/>
            <a:chOff x="10502644" y="12808"/>
            <a:chExt cx="5058634" cy="804614"/>
          </a:xfrm>
        </p:grpSpPr>
        <p:sp>
          <p:nvSpPr>
            <p:cNvPr id="994" name="Google Shape;994;p63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3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3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3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8" name="Google Shape;998;p63"/>
          <p:cNvSpPr txBox="1"/>
          <p:nvPr>
            <p:ph idx="3" type="body"/>
          </p:nvPr>
        </p:nvSpPr>
        <p:spPr>
          <a:xfrm>
            <a:off x="4069413" y="1526463"/>
            <a:ext cx="368400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63">
          <p15:clr>
            <a:srgbClr val="FA7B17"/>
          </p15:clr>
        </p15:guide>
        <p15:guide id="2" orient="horz" pos="2173">
          <p15:clr>
            <a:srgbClr val="FA7B17"/>
          </p15:clr>
        </p15:guide>
        <p15:guide id="3" orient="horz" pos="2347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4"/>
          <p:cNvSpPr/>
          <p:nvPr/>
        </p:nvSpPr>
        <p:spPr>
          <a:xfrm flipH="1"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4"/>
          <p:cNvSpPr/>
          <p:nvPr/>
        </p:nvSpPr>
        <p:spPr>
          <a:xfrm>
            <a:off x="1791125" y="838093"/>
            <a:ext cx="1248300" cy="36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02" name="Google Shape;1002;p64"/>
          <p:cNvSpPr txBox="1"/>
          <p:nvPr/>
        </p:nvSpPr>
        <p:spPr>
          <a:xfrm>
            <a:off x="456875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3" name="Google Shape;1003;p64"/>
          <p:cNvSpPr/>
          <p:nvPr/>
        </p:nvSpPr>
        <p:spPr>
          <a:xfrm>
            <a:off x="5861381" y="838088"/>
            <a:ext cx="1764900" cy="3636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04" name="Google Shape;1004;p64"/>
          <p:cNvSpPr txBox="1"/>
          <p:nvPr/>
        </p:nvSpPr>
        <p:spPr>
          <a:xfrm>
            <a:off x="4793713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005" name="Google Shape;1005;p64"/>
          <p:cNvGrpSpPr/>
          <p:nvPr/>
        </p:nvGrpSpPr>
        <p:grpSpPr>
          <a:xfrm>
            <a:off x="2182313" y="4352293"/>
            <a:ext cx="466229" cy="466229"/>
            <a:chOff x="3964000" y="1705108"/>
            <a:chExt cx="1047000" cy="1047000"/>
          </a:xfrm>
        </p:grpSpPr>
        <p:sp>
          <p:nvSpPr>
            <p:cNvPr id="1006" name="Google Shape;1006;p64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7" name="Google Shape;1007;p64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008" name="Google Shape;1008;p64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9" name="Google Shape;1009;p64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10" name="Google Shape;1010;p64"/>
          <p:cNvGrpSpPr/>
          <p:nvPr/>
        </p:nvGrpSpPr>
        <p:grpSpPr>
          <a:xfrm>
            <a:off x="6511395" y="4352298"/>
            <a:ext cx="466229" cy="466229"/>
            <a:chOff x="13185763" y="1833383"/>
            <a:chExt cx="1047000" cy="1047000"/>
          </a:xfrm>
        </p:grpSpPr>
        <p:grpSp>
          <p:nvGrpSpPr>
            <p:cNvPr id="1011" name="Google Shape;1011;p64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012" name="Google Shape;1012;p64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3" name="Google Shape;1013;p64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14" name="Google Shape;1014;p64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5" name="Google Shape;1015;p6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1016" name="Google Shape;1016;p6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8" name="Google Shape;1018;p64"/>
          <p:cNvSpPr txBox="1"/>
          <p:nvPr>
            <p:ph type="title"/>
          </p:nvPr>
        </p:nvSpPr>
        <p:spPr>
          <a:xfrm>
            <a:off x="456875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9" name="Google Shape;1019;p64"/>
          <p:cNvSpPr txBox="1"/>
          <p:nvPr>
            <p:ph idx="2" type="title"/>
          </p:nvPr>
        </p:nvSpPr>
        <p:spPr>
          <a:xfrm>
            <a:off x="4793713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0" name="Google Shape;1020;p64"/>
          <p:cNvSpPr txBox="1"/>
          <p:nvPr>
            <p:ph idx="1" type="body"/>
          </p:nvPr>
        </p:nvSpPr>
        <p:spPr>
          <a:xfrm>
            <a:off x="777800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21" name="Google Shape;1021;p64"/>
          <p:cNvSpPr txBox="1"/>
          <p:nvPr>
            <p:ph idx="3" type="body"/>
          </p:nvPr>
        </p:nvSpPr>
        <p:spPr>
          <a:xfrm>
            <a:off x="5118125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1446">
          <p15:clr>
            <a:srgbClr val="FA7B17"/>
          </p15:clr>
        </p15:guide>
        <p15:guide id="3" pos="490">
          <p15:clr>
            <a:srgbClr val="FA7B17"/>
          </p15:clr>
        </p15:guide>
        <p15:guide id="4" pos="2538">
          <p15:clr>
            <a:srgbClr val="FA7B17"/>
          </p15:clr>
        </p15:guide>
        <p15:guide id="5" pos="3222">
          <p15:clr>
            <a:srgbClr val="FA7B17"/>
          </p15:clr>
        </p15:guide>
        <p15:guide id="6" pos="5270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4" Type="http://schemas.openxmlformats.org/officeDocument/2006/relationships/theme" Target="../theme/theme4.xml"/><Relationship Id="rId23" Type="http://schemas.openxmlformats.org/officeDocument/2006/relationships/slideLayout" Target="../slideLayouts/slideLayout49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2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519" name="Google Shape;519;p2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74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425">
          <p15:clr>
            <a:srgbClr val="EA4335"/>
          </p15:clr>
        </p15:guide>
        <p15:guide id="6" orient="horz" pos="2976">
          <p15:clr>
            <a:srgbClr val="EA4335"/>
          </p15:clr>
        </p15:guide>
        <p15:guide id="7" pos="3020">
          <p15:clr>
            <a:srgbClr val="EA4335"/>
          </p15:clr>
        </p15:guide>
        <p15:guide id="8" pos="288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oogle Shape;869;p52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870" name="Google Shape;870;p5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74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425">
          <p15:clr>
            <a:srgbClr val="EA4335"/>
          </p15:clr>
        </p15:guide>
        <p15:guide id="6" orient="horz" pos="2976">
          <p15:clr>
            <a:srgbClr val="EA4335"/>
          </p15:clr>
        </p15:guide>
        <p15:guide id="7" pos="3020">
          <p15:clr>
            <a:srgbClr val="EA4335"/>
          </p15:clr>
        </p15:guide>
        <p15:guide id="8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.xml"/><Relationship Id="rId4" Type="http://schemas.openxmlformats.org/officeDocument/2006/relationships/hyperlink" Target="https://docs.google.com/spreadsheets/d/1-U_0YUsiZxgg1rV4lTCXoFGhzL_mB6lD93-_vvcjYiA/edit?usp=sharing" TargetMode="External"/><Relationship Id="rId5" Type="http://schemas.openxmlformats.org/officeDocument/2006/relationships/hyperlink" Target="https://docs.google.com/spreadsheets/d/1-U_0YUsiZxgg1rV4lTCXoFGhzL_mB6lD93-_vvcjYiA/edit?usp=sharing" TargetMode="External"/><Relationship Id="rId6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hyperlink" Target="https://pandas.pydata.org/docs/reference/api/pandas.read_csv.html" TargetMode="External"/><Relationship Id="rId6" Type="http://schemas.openxmlformats.org/officeDocument/2006/relationships/hyperlink" Target="https://pandas.pydata.org/docs/reference/api/pandas.read_csv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hyperlink" Target="https://pandas.pydata.org/docs/reference/api/pandas.read_csv.html" TargetMode="External"/><Relationship Id="rId5" Type="http://schemas.openxmlformats.org/officeDocument/2006/relationships/hyperlink" Target="https://pandas.pydata.org/docs/reference/api/pandas.read_csv.html" TargetMode="External"/><Relationship Id="rId6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3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66"/>
          <p:cNvGrpSpPr/>
          <p:nvPr/>
        </p:nvGrpSpPr>
        <p:grpSpPr>
          <a:xfrm flipH="1">
            <a:off x="5264130" y="1799942"/>
            <a:ext cx="4532918" cy="3559885"/>
            <a:chOff x="8159175" y="2978363"/>
            <a:chExt cx="5304760" cy="4166045"/>
          </a:xfrm>
        </p:grpSpPr>
        <p:sp>
          <p:nvSpPr>
            <p:cNvPr id="1028" name="Google Shape;1028;p66"/>
            <p:cNvSpPr/>
            <p:nvPr/>
          </p:nvSpPr>
          <p:spPr>
            <a:xfrm>
              <a:off x="8907682" y="4570781"/>
              <a:ext cx="195232" cy="40397"/>
            </a:xfrm>
            <a:custGeom>
              <a:rect b="b" l="l" r="r" t="t"/>
              <a:pathLst>
                <a:path extrusionOk="0" h="329" w="1590">
                  <a:moveTo>
                    <a:pt x="1312" y="1"/>
                  </a:moveTo>
                  <a:cubicBezTo>
                    <a:pt x="749" y="1"/>
                    <a:pt x="34" y="144"/>
                    <a:pt x="0" y="150"/>
                  </a:cubicBezTo>
                  <a:lnTo>
                    <a:pt x="37" y="329"/>
                  </a:lnTo>
                  <a:cubicBezTo>
                    <a:pt x="46" y="326"/>
                    <a:pt x="768" y="181"/>
                    <a:pt x="1314" y="181"/>
                  </a:cubicBezTo>
                  <a:cubicBezTo>
                    <a:pt x="1405" y="181"/>
                    <a:pt x="1491" y="185"/>
                    <a:pt x="1568" y="194"/>
                  </a:cubicBezTo>
                  <a:lnTo>
                    <a:pt x="1590" y="15"/>
                  </a:lnTo>
                  <a:cubicBezTo>
                    <a:pt x="1505" y="5"/>
                    <a:pt x="1411" y="1"/>
                    <a:pt x="13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6"/>
            <p:cNvSpPr/>
            <p:nvPr/>
          </p:nvSpPr>
          <p:spPr>
            <a:xfrm>
              <a:off x="8925118" y="4507178"/>
              <a:ext cx="214141" cy="57096"/>
            </a:xfrm>
            <a:custGeom>
              <a:rect b="b" l="l" r="r" t="t"/>
              <a:pathLst>
                <a:path extrusionOk="0" h="465" w="1744">
                  <a:moveTo>
                    <a:pt x="1492" y="1"/>
                  </a:moveTo>
                  <a:cubicBezTo>
                    <a:pt x="843" y="1"/>
                    <a:pt x="49" y="259"/>
                    <a:pt x="0" y="333"/>
                  </a:cubicBezTo>
                  <a:lnTo>
                    <a:pt x="84" y="388"/>
                  </a:lnTo>
                  <a:lnTo>
                    <a:pt x="121" y="464"/>
                  </a:lnTo>
                  <a:cubicBezTo>
                    <a:pt x="205" y="425"/>
                    <a:pt x="900" y="181"/>
                    <a:pt x="1493" y="181"/>
                  </a:cubicBezTo>
                  <a:cubicBezTo>
                    <a:pt x="1570" y="181"/>
                    <a:pt x="1646" y="185"/>
                    <a:pt x="1718" y="194"/>
                  </a:cubicBezTo>
                  <a:lnTo>
                    <a:pt x="1743" y="16"/>
                  </a:lnTo>
                  <a:cubicBezTo>
                    <a:pt x="1663" y="5"/>
                    <a:pt x="1579" y="1"/>
                    <a:pt x="149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6"/>
            <p:cNvSpPr/>
            <p:nvPr/>
          </p:nvSpPr>
          <p:spPr>
            <a:xfrm>
              <a:off x="8959621" y="4460028"/>
              <a:ext cx="192531" cy="59429"/>
            </a:xfrm>
            <a:custGeom>
              <a:rect b="b" l="l" r="r" t="t"/>
              <a:pathLst>
                <a:path extrusionOk="0" h="484" w="1568">
                  <a:moveTo>
                    <a:pt x="1274" y="0"/>
                  </a:moveTo>
                  <a:cubicBezTo>
                    <a:pt x="646" y="0"/>
                    <a:pt x="48" y="302"/>
                    <a:pt x="0" y="352"/>
                  </a:cubicBezTo>
                  <a:lnTo>
                    <a:pt x="135" y="476"/>
                  </a:lnTo>
                  <a:cubicBezTo>
                    <a:pt x="131" y="480"/>
                    <a:pt x="131" y="480"/>
                    <a:pt x="128" y="483"/>
                  </a:cubicBezTo>
                  <a:cubicBezTo>
                    <a:pt x="169" y="452"/>
                    <a:pt x="717" y="182"/>
                    <a:pt x="1280" y="182"/>
                  </a:cubicBezTo>
                  <a:cubicBezTo>
                    <a:pt x="1367" y="182"/>
                    <a:pt x="1453" y="188"/>
                    <a:pt x="1539" y="203"/>
                  </a:cubicBezTo>
                  <a:lnTo>
                    <a:pt x="1568" y="24"/>
                  </a:lnTo>
                  <a:cubicBezTo>
                    <a:pt x="1471" y="7"/>
                    <a:pt x="1372" y="0"/>
                    <a:pt x="127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6"/>
            <p:cNvSpPr/>
            <p:nvPr/>
          </p:nvSpPr>
          <p:spPr>
            <a:xfrm>
              <a:off x="8159175" y="4609705"/>
              <a:ext cx="3111312" cy="2534702"/>
            </a:xfrm>
            <a:custGeom>
              <a:rect b="b" l="l" r="r" t="t"/>
              <a:pathLst>
                <a:path extrusionOk="0" h="20643" w="25339">
                  <a:moveTo>
                    <a:pt x="20800" y="183"/>
                  </a:moveTo>
                  <a:cubicBezTo>
                    <a:pt x="23202" y="183"/>
                    <a:pt x="25156" y="2137"/>
                    <a:pt x="25156" y="4536"/>
                  </a:cubicBezTo>
                  <a:lnTo>
                    <a:pt x="25156" y="20461"/>
                  </a:lnTo>
                  <a:lnTo>
                    <a:pt x="183" y="20461"/>
                  </a:lnTo>
                  <a:lnTo>
                    <a:pt x="183" y="4536"/>
                  </a:lnTo>
                  <a:cubicBezTo>
                    <a:pt x="183" y="2137"/>
                    <a:pt x="2137" y="183"/>
                    <a:pt x="4540" y="183"/>
                  </a:cubicBezTo>
                  <a:close/>
                  <a:moveTo>
                    <a:pt x="4540" y="1"/>
                  </a:moveTo>
                  <a:cubicBezTo>
                    <a:pt x="2035" y="1"/>
                    <a:pt x="1" y="2035"/>
                    <a:pt x="1" y="4536"/>
                  </a:cubicBezTo>
                  <a:lnTo>
                    <a:pt x="1" y="20643"/>
                  </a:lnTo>
                  <a:lnTo>
                    <a:pt x="25339" y="20643"/>
                  </a:lnTo>
                  <a:lnTo>
                    <a:pt x="25339" y="4536"/>
                  </a:lnTo>
                  <a:cubicBezTo>
                    <a:pt x="25339" y="2035"/>
                    <a:pt x="23301" y="1"/>
                    <a:pt x="20800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6"/>
            <p:cNvSpPr/>
            <p:nvPr/>
          </p:nvSpPr>
          <p:spPr>
            <a:xfrm>
              <a:off x="11350031" y="4414106"/>
              <a:ext cx="454682" cy="413303"/>
            </a:xfrm>
            <a:custGeom>
              <a:rect b="b" l="l" r="r" t="t"/>
              <a:pathLst>
                <a:path extrusionOk="0" h="3366" w="3703">
                  <a:moveTo>
                    <a:pt x="3490" y="1"/>
                  </a:moveTo>
                  <a:cubicBezTo>
                    <a:pt x="3463" y="1"/>
                    <a:pt x="3436" y="7"/>
                    <a:pt x="3409" y="19"/>
                  </a:cubicBezTo>
                  <a:lnTo>
                    <a:pt x="117" y="1696"/>
                  </a:lnTo>
                  <a:cubicBezTo>
                    <a:pt x="44" y="1732"/>
                    <a:pt x="0" y="1809"/>
                    <a:pt x="11" y="1886"/>
                  </a:cubicBezTo>
                  <a:cubicBezTo>
                    <a:pt x="62" y="2400"/>
                    <a:pt x="576" y="3366"/>
                    <a:pt x="576" y="3366"/>
                  </a:cubicBezTo>
                  <a:cubicBezTo>
                    <a:pt x="576" y="3366"/>
                    <a:pt x="3373" y="1762"/>
                    <a:pt x="3675" y="227"/>
                  </a:cubicBezTo>
                  <a:cubicBezTo>
                    <a:pt x="3702" y="105"/>
                    <a:pt x="3604" y="1"/>
                    <a:pt x="349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6"/>
            <p:cNvSpPr/>
            <p:nvPr/>
          </p:nvSpPr>
          <p:spPr>
            <a:xfrm>
              <a:off x="11598919" y="4422701"/>
              <a:ext cx="204687" cy="175095"/>
            </a:xfrm>
            <a:custGeom>
              <a:rect b="b" l="l" r="r" t="t"/>
              <a:pathLst>
                <a:path extrusionOk="0" h="1426" w="1667">
                  <a:moveTo>
                    <a:pt x="1503" y="0"/>
                  </a:moveTo>
                  <a:cubicBezTo>
                    <a:pt x="1120" y="540"/>
                    <a:pt x="602" y="970"/>
                    <a:pt x="1" y="1247"/>
                  </a:cubicBezTo>
                  <a:lnTo>
                    <a:pt x="84" y="1425"/>
                  </a:lnTo>
                  <a:cubicBezTo>
                    <a:pt x="715" y="1137"/>
                    <a:pt x="1262" y="682"/>
                    <a:pt x="1667" y="113"/>
                  </a:cubicBezTo>
                  <a:lnTo>
                    <a:pt x="1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6"/>
            <p:cNvSpPr/>
            <p:nvPr/>
          </p:nvSpPr>
          <p:spPr>
            <a:xfrm>
              <a:off x="11747982" y="6234294"/>
              <a:ext cx="1185022" cy="898927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6"/>
            <p:cNvSpPr/>
            <p:nvPr/>
          </p:nvSpPr>
          <p:spPr>
            <a:xfrm>
              <a:off x="11381832" y="4633402"/>
              <a:ext cx="847970" cy="992614"/>
            </a:xfrm>
            <a:custGeom>
              <a:rect b="b" l="l" r="r" t="t"/>
              <a:pathLst>
                <a:path extrusionOk="0" h="8084" w="6906">
                  <a:moveTo>
                    <a:pt x="1036" y="1"/>
                  </a:moveTo>
                  <a:cubicBezTo>
                    <a:pt x="905" y="1"/>
                    <a:pt x="772" y="29"/>
                    <a:pt x="646" y="89"/>
                  </a:cubicBezTo>
                  <a:cubicBezTo>
                    <a:pt x="194" y="304"/>
                    <a:pt x="0" y="851"/>
                    <a:pt x="215" y="1303"/>
                  </a:cubicBezTo>
                  <a:lnTo>
                    <a:pt x="1652" y="4321"/>
                  </a:lnTo>
                  <a:cubicBezTo>
                    <a:pt x="1699" y="4423"/>
                    <a:pt x="1765" y="4515"/>
                    <a:pt x="1845" y="4591"/>
                  </a:cubicBezTo>
                  <a:lnTo>
                    <a:pt x="5272" y="7832"/>
                  </a:lnTo>
                  <a:cubicBezTo>
                    <a:pt x="5447" y="8000"/>
                    <a:pt x="5673" y="8084"/>
                    <a:pt x="5899" y="8084"/>
                  </a:cubicBezTo>
                  <a:cubicBezTo>
                    <a:pt x="6140" y="8084"/>
                    <a:pt x="6380" y="7989"/>
                    <a:pt x="6559" y="7799"/>
                  </a:cubicBezTo>
                  <a:cubicBezTo>
                    <a:pt x="6905" y="7431"/>
                    <a:pt x="6891" y="6855"/>
                    <a:pt x="6526" y="6509"/>
                  </a:cubicBezTo>
                  <a:lnTo>
                    <a:pt x="3223" y="3384"/>
                  </a:lnTo>
                  <a:lnTo>
                    <a:pt x="1863" y="522"/>
                  </a:lnTo>
                  <a:cubicBezTo>
                    <a:pt x="1705" y="193"/>
                    <a:pt x="1377" y="1"/>
                    <a:pt x="103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6"/>
            <p:cNvSpPr/>
            <p:nvPr/>
          </p:nvSpPr>
          <p:spPr>
            <a:xfrm>
              <a:off x="12194186" y="5128102"/>
              <a:ext cx="390090" cy="473604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6"/>
            <p:cNvSpPr/>
            <p:nvPr/>
          </p:nvSpPr>
          <p:spPr>
            <a:xfrm>
              <a:off x="11912762" y="5323340"/>
              <a:ext cx="380150" cy="367994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6"/>
            <p:cNvSpPr/>
            <p:nvPr/>
          </p:nvSpPr>
          <p:spPr>
            <a:xfrm>
              <a:off x="12076559" y="5480875"/>
              <a:ext cx="533757" cy="494711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6"/>
            <p:cNvSpPr/>
            <p:nvPr/>
          </p:nvSpPr>
          <p:spPr>
            <a:xfrm>
              <a:off x="12209537" y="5170594"/>
              <a:ext cx="310775" cy="288182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6"/>
            <p:cNvSpPr/>
            <p:nvPr/>
          </p:nvSpPr>
          <p:spPr>
            <a:xfrm>
              <a:off x="12341150" y="5138425"/>
              <a:ext cx="221263" cy="203950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6"/>
            <p:cNvSpPr/>
            <p:nvPr/>
          </p:nvSpPr>
          <p:spPr>
            <a:xfrm>
              <a:off x="12224954" y="5148688"/>
              <a:ext cx="180134" cy="112257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042" name="Google Shape;1042;p66"/>
            <p:cNvSpPr/>
            <p:nvPr/>
          </p:nvSpPr>
          <p:spPr>
            <a:xfrm>
              <a:off x="12344725" y="5286259"/>
              <a:ext cx="55623" cy="33644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6"/>
            <p:cNvSpPr/>
            <p:nvPr/>
          </p:nvSpPr>
          <p:spPr>
            <a:xfrm>
              <a:off x="12237655" y="5265139"/>
              <a:ext cx="50711" cy="2296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6"/>
            <p:cNvSpPr/>
            <p:nvPr/>
          </p:nvSpPr>
          <p:spPr>
            <a:xfrm>
              <a:off x="12265896" y="5327883"/>
              <a:ext cx="69129" cy="35363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6"/>
            <p:cNvSpPr/>
            <p:nvPr/>
          </p:nvSpPr>
          <p:spPr>
            <a:xfrm>
              <a:off x="12457934" y="5310570"/>
              <a:ext cx="72690" cy="65814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6"/>
            <p:cNvSpPr/>
            <p:nvPr/>
          </p:nvSpPr>
          <p:spPr>
            <a:xfrm>
              <a:off x="11999081" y="5726203"/>
              <a:ext cx="512761" cy="417723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6"/>
            <p:cNvSpPr/>
            <p:nvPr/>
          </p:nvSpPr>
          <p:spPr>
            <a:xfrm>
              <a:off x="12016516" y="5748918"/>
              <a:ext cx="1447419" cy="860126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6"/>
            <p:cNvSpPr/>
            <p:nvPr/>
          </p:nvSpPr>
          <p:spPr>
            <a:xfrm>
              <a:off x="11759156" y="6142081"/>
              <a:ext cx="712413" cy="538178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6"/>
            <p:cNvSpPr/>
            <p:nvPr/>
          </p:nvSpPr>
          <p:spPr>
            <a:xfrm>
              <a:off x="11747123" y="6130784"/>
              <a:ext cx="736971" cy="560648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6"/>
            <p:cNvSpPr/>
            <p:nvPr/>
          </p:nvSpPr>
          <p:spPr>
            <a:xfrm>
              <a:off x="11206739" y="5749164"/>
              <a:ext cx="1294303" cy="807942"/>
            </a:xfrm>
            <a:custGeom>
              <a:rect b="b" l="l" r="r" t="t"/>
              <a:pathLst>
                <a:path extrusionOk="0" h="6580" w="10541">
                  <a:moveTo>
                    <a:pt x="1975" y="0"/>
                  </a:moveTo>
                  <a:cubicBezTo>
                    <a:pt x="1326" y="0"/>
                    <a:pt x="704" y="366"/>
                    <a:pt x="409" y="991"/>
                  </a:cubicBezTo>
                  <a:cubicBezTo>
                    <a:pt x="1" y="1855"/>
                    <a:pt x="373" y="2890"/>
                    <a:pt x="1237" y="3299"/>
                  </a:cubicBezTo>
                  <a:lnTo>
                    <a:pt x="7828" y="6412"/>
                  </a:lnTo>
                  <a:cubicBezTo>
                    <a:pt x="8065" y="6525"/>
                    <a:pt x="8317" y="6580"/>
                    <a:pt x="8565" y="6580"/>
                  </a:cubicBezTo>
                  <a:cubicBezTo>
                    <a:pt x="9214" y="6580"/>
                    <a:pt x="9837" y="6212"/>
                    <a:pt x="10132" y="5584"/>
                  </a:cubicBezTo>
                  <a:cubicBezTo>
                    <a:pt x="10541" y="4720"/>
                    <a:pt x="10172" y="3689"/>
                    <a:pt x="9305" y="3280"/>
                  </a:cubicBezTo>
                  <a:lnTo>
                    <a:pt x="2717" y="167"/>
                  </a:lnTo>
                  <a:cubicBezTo>
                    <a:pt x="2477" y="54"/>
                    <a:pt x="2224" y="0"/>
                    <a:pt x="1975" y="0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6"/>
            <p:cNvSpPr/>
            <p:nvPr/>
          </p:nvSpPr>
          <p:spPr>
            <a:xfrm>
              <a:off x="12043898" y="6081670"/>
              <a:ext cx="783016" cy="592695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6"/>
            <p:cNvSpPr/>
            <p:nvPr/>
          </p:nvSpPr>
          <p:spPr>
            <a:xfrm>
              <a:off x="12032233" y="6070496"/>
              <a:ext cx="806837" cy="615165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6"/>
            <p:cNvSpPr/>
            <p:nvPr/>
          </p:nvSpPr>
          <p:spPr>
            <a:xfrm>
              <a:off x="12520187" y="5490575"/>
              <a:ext cx="651879" cy="740654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6"/>
            <p:cNvSpPr/>
            <p:nvPr/>
          </p:nvSpPr>
          <p:spPr>
            <a:xfrm>
              <a:off x="12504470" y="5474613"/>
              <a:ext cx="390096" cy="351909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6"/>
            <p:cNvSpPr/>
            <p:nvPr/>
          </p:nvSpPr>
          <p:spPr>
            <a:xfrm>
              <a:off x="12285419" y="6007630"/>
              <a:ext cx="414408" cy="359153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6"/>
            <p:cNvSpPr/>
            <p:nvPr/>
          </p:nvSpPr>
          <p:spPr>
            <a:xfrm>
              <a:off x="12294137" y="6191318"/>
              <a:ext cx="171534" cy="110263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6"/>
            <p:cNvSpPr/>
            <p:nvPr/>
          </p:nvSpPr>
          <p:spPr>
            <a:xfrm>
              <a:off x="12292786" y="6120962"/>
              <a:ext cx="179147" cy="128190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6"/>
            <p:cNvSpPr/>
            <p:nvPr/>
          </p:nvSpPr>
          <p:spPr>
            <a:xfrm>
              <a:off x="12305311" y="6075285"/>
              <a:ext cx="159010" cy="120209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6"/>
            <p:cNvSpPr/>
            <p:nvPr/>
          </p:nvSpPr>
          <p:spPr>
            <a:xfrm>
              <a:off x="9916251" y="2978363"/>
              <a:ext cx="451735" cy="419933"/>
            </a:xfrm>
            <a:custGeom>
              <a:rect b="b" l="l" r="r" t="t"/>
              <a:pathLst>
                <a:path extrusionOk="0" h="3420" w="3679">
                  <a:moveTo>
                    <a:pt x="1838" y="1"/>
                  </a:moveTo>
                  <a:cubicBezTo>
                    <a:pt x="1015" y="1"/>
                    <a:pt x="291" y="595"/>
                    <a:pt x="153" y="1431"/>
                  </a:cubicBezTo>
                  <a:cubicBezTo>
                    <a:pt x="0" y="2361"/>
                    <a:pt x="627" y="3239"/>
                    <a:pt x="1561" y="3396"/>
                  </a:cubicBezTo>
                  <a:cubicBezTo>
                    <a:pt x="1654" y="3412"/>
                    <a:pt x="1747" y="3419"/>
                    <a:pt x="1839" y="3419"/>
                  </a:cubicBezTo>
                  <a:cubicBezTo>
                    <a:pt x="2660" y="3419"/>
                    <a:pt x="3385" y="2825"/>
                    <a:pt x="3526" y="1989"/>
                  </a:cubicBezTo>
                  <a:cubicBezTo>
                    <a:pt x="3679" y="1059"/>
                    <a:pt x="3048" y="177"/>
                    <a:pt x="2118" y="24"/>
                  </a:cubicBezTo>
                  <a:cubicBezTo>
                    <a:pt x="2024" y="8"/>
                    <a:pt x="1931" y="1"/>
                    <a:pt x="1838" y="1"/>
                  </a:cubicBezTo>
                  <a:close/>
                </a:path>
              </a:pathLst>
            </a:custGeom>
            <a:solidFill>
              <a:srgbClr val="ABB4B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6"/>
            <p:cNvSpPr/>
            <p:nvPr/>
          </p:nvSpPr>
          <p:spPr>
            <a:xfrm>
              <a:off x="10439077" y="3458949"/>
              <a:ext cx="1045781" cy="1071689"/>
            </a:xfrm>
            <a:custGeom>
              <a:rect b="b" l="l" r="r" t="t"/>
              <a:pathLst>
                <a:path extrusionOk="0" h="8728" w="8517">
                  <a:moveTo>
                    <a:pt x="1134" y="1"/>
                  </a:moveTo>
                  <a:cubicBezTo>
                    <a:pt x="925" y="1"/>
                    <a:pt x="715" y="66"/>
                    <a:pt x="536" y="200"/>
                  </a:cubicBezTo>
                  <a:cubicBezTo>
                    <a:pt x="92" y="532"/>
                    <a:pt x="0" y="1159"/>
                    <a:pt x="328" y="1604"/>
                  </a:cubicBezTo>
                  <a:lnTo>
                    <a:pt x="3344" y="5647"/>
                  </a:lnTo>
                  <a:cubicBezTo>
                    <a:pt x="3391" y="5709"/>
                    <a:pt x="3446" y="5767"/>
                    <a:pt x="3508" y="5818"/>
                  </a:cubicBezTo>
                  <a:lnTo>
                    <a:pt x="6752" y="8498"/>
                  </a:lnTo>
                  <a:cubicBezTo>
                    <a:pt x="6938" y="8651"/>
                    <a:pt x="7164" y="8728"/>
                    <a:pt x="7390" y="8728"/>
                  </a:cubicBezTo>
                  <a:cubicBezTo>
                    <a:pt x="7678" y="8728"/>
                    <a:pt x="7966" y="8604"/>
                    <a:pt x="8163" y="8363"/>
                  </a:cubicBezTo>
                  <a:cubicBezTo>
                    <a:pt x="8517" y="7937"/>
                    <a:pt x="8455" y="7306"/>
                    <a:pt x="8028" y="6952"/>
                  </a:cubicBezTo>
                  <a:lnTo>
                    <a:pt x="4878" y="4349"/>
                  </a:lnTo>
                  <a:lnTo>
                    <a:pt x="1936" y="404"/>
                  </a:lnTo>
                  <a:cubicBezTo>
                    <a:pt x="1741" y="140"/>
                    <a:pt x="1439" y="1"/>
                    <a:pt x="113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6"/>
            <p:cNvSpPr/>
            <p:nvPr/>
          </p:nvSpPr>
          <p:spPr>
            <a:xfrm>
              <a:off x="9821706" y="4252150"/>
              <a:ext cx="1583099" cy="1697046"/>
            </a:xfrm>
            <a:custGeom>
              <a:rect b="b" l="l" r="r" t="t"/>
              <a:pathLst>
                <a:path extrusionOk="0" h="13821" w="12893">
                  <a:moveTo>
                    <a:pt x="6180" y="3733"/>
                  </a:moveTo>
                  <a:lnTo>
                    <a:pt x="8809" y="5140"/>
                  </a:lnTo>
                  <a:lnTo>
                    <a:pt x="6749" y="8885"/>
                  </a:lnTo>
                  <a:cubicBezTo>
                    <a:pt x="6687" y="8990"/>
                    <a:pt x="6640" y="9103"/>
                    <a:pt x="6607" y="9216"/>
                  </a:cubicBezTo>
                  <a:lnTo>
                    <a:pt x="6264" y="4160"/>
                  </a:lnTo>
                  <a:cubicBezTo>
                    <a:pt x="6257" y="4014"/>
                    <a:pt x="6228" y="3872"/>
                    <a:pt x="6180" y="3733"/>
                  </a:cubicBezTo>
                  <a:close/>
                  <a:moveTo>
                    <a:pt x="1838" y="0"/>
                  </a:moveTo>
                  <a:cubicBezTo>
                    <a:pt x="1142" y="0"/>
                    <a:pt x="515" y="427"/>
                    <a:pt x="260" y="1072"/>
                  </a:cubicBezTo>
                  <a:cubicBezTo>
                    <a:pt x="1" y="1721"/>
                    <a:pt x="165" y="2461"/>
                    <a:pt x="672" y="2938"/>
                  </a:cubicBezTo>
                  <a:lnTo>
                    <a:pt x="2917" y="5053"/>
                  </a:lnTo>
                  <a:lnTo>
                    <a:pt x="3402" y="12235"/>
                  </a:lnTo>
                  <a:cubicBezTo>
                    <a:pt x="3461" y="13132"/>
                    <a:pt x="4208" y="13821"/>
                    <a:pt x="5098" y="13821"/>
                  </a:cubicBezTo>
                  <a:cubicBezTo>
                    <a:pt x="5134" y="13821"/>
                    <a:pt x="5174" y="13821"/>
                    <a:pt x="5214" y="13817"/>
                  </a:cubicBezTo>
                  <a:cubicBezTo>
                    <a:pt x="6151" y="13755"/>
                    <a:pt x="6859" y="12942"/>
                    <a:pt x="6797" y="12005"/>
                  </a:cubicBezTo>
                  <a:lnTo>
                    <a:pt x="6687" y="10405"/>
                  </a:lnTo>
                  <a:lnTo>
                    <a:pt x="6687" y="10405"/>
                  </a:lnTo>
                  <a:cubicBezTo>
                    <a:pt x="6833" y="10729"/>
                    <a:pt x="7081" y="11010"/>
                    <a:pt x="7416" y="11196"/>
                  </a:cubicBezTo>
                  <a:cubicBezTo>
                    <a:pt x="7677" y="11339"/>
                    <a:pt x="7958" y="11407"/>
                    <a:pt x="8236" y="11407"/>
                  </a:cubicBezTo>
                  <a:cubicBezTo>
                    <a:pt x="8836" y="11407"/>
                    <a:pt x="9419" y="11089"/>
                    <a:pt x="9728" y="10525"/>
                  </a:cubicBezTo>
                  <a:lnTo>
                    <a:pt x="12622" y="5272"/>
                  </a:lnTo>
                  <a:cubicBezTo>
                    <a:pt x="12841" y="4874"/>
                    <a:pt x="12892" y="4404"/>
                    <a:pt x="12761" y="3967"/>
                  </a:cubicBezTo>
                  <a:cubicBezTo>
                    <a:pt x="12633" y="3529"/>
                    <a:pt x="12334" y="3164"/>
                    <a:pt x="11933" y="2949"/>
                  </a:cubicBezTo>
                  <a:lnTo>
                    <a:pt x="6789" y="201"/>
                  </a:lnTo>
                  <a:cubicBezTo>
                    <a:pt x="6541" y="69"/>
                    <a:pt x="6268" y="0"/>
                    <a:pt x="598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6"/>
            <p:cNvSpPr/>
            <p:nvPr/>
          </p:nvSpPr>
          <p:spPr>
            <a:xfrm>
              <a:off x="10249740" y="5641971"/>
              <a:ext cx="622287" cy="437492"/>
            </a:xfrm>
            <a:custGeom>
              <a:rect b="b" l="l" r="r" t="t"/>
              <a:pathLst>
                <a:path extrusionOk="0" h="3563" w="5068">
                  <a:moveTo>
                    <a:pt x="0" y="1"/>
                  </a:moveTo>
                  <a:lnTo>
                    <a:pt x="0" y="3563"/>
                  </a:lnTo>
                  <a:lnTo>
                    <a:pt x="5068" y="3563"/>
                  </a:lnTo>
                  <a:cubicBezTo>
                    <a:pt x="5068" y="3563"/>
                    <a:pt x="3278" y="2039"/>
                    <a:pt x="32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6"/>
            <p:cNvSpPr/>
            <p:nvPr/>
          </p:nvSpPr>
          <p:spPr>
            <a:xfrm>
              <a:off x="10236724" y="5629079"/>
              <a:ext cx="670297" cy="463400"/>
            </a:xfrm>
            <a:custGeom>
              <a:rect b="b" l="l" r="r" t="t"/>
              <a:pathLst>
                <a:path extrusionOk="0" h="3774" w="5459">
                  <a:moveTo>
                    <a:pt x="3249" y="208"/>
                  </a:moveTo>
                  <a:cubicBezTo>
                    <a:pt x="3318" y="1834"/>
                    <a:pt x="4445" y="3106"/>
                    <a:pt x="4911" y="3562"/>
                  </a:cubicBezTo>
                  <a:lnTo>
                    <a:pt x="212" y="3562"/>
                  </a:lnTo>
                  <a:lnTo>
                    <a:pt x="212" y="208"/>
                  </a:lnTo>
                  <a:close/>
                  <a:moveTo>
                    <a:pt x="0" y="0"/>
                  </a:moveTo>
                  <a:lnTo>
                    <a:pt x="0" y="3774"/>
                  </a:lnTo>
                  <a:lnTo>
                    <a:pt x="5458" y="3774"/>
                  </a:lnTo>
                  <a:lnTo>
                    <a:pt x="5243" y="3588"/>
                  </a:lnTo>
                  <a:cubicBezTo>
                    <a:pt x="5225" y="3573"/>
                    <a:pt x="3486" y="2071"/>
                    <a:pt x="3453" y="102"/>
                  </a:cubicBezTo>
                  <a:lnTo>
                    <a:pt x="345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6"/>
            <p:cNvSpPr/>
            <p:nvPr/>
          </p:nvSpPr>
          <p:spPr>
            <a:xfrm>
              <a:off x="10530430" y="5154140"/>
              <a:ext cx="568629" cy="696573"/>
            </a:xfrm>
            <a:custGeom>
              <a:rect b="b" l="l" r="r" t="t"/>
              <a:pathLst>
                <a:path extrusionOk="0" h="5673" w="4631">
                  <a:moveTo>
                    <a:pt x="1976" y="0"/>
                  </a:moveTo>
                  <a:lnTo>
                    <a:pt x="0" y="2742"/>
                  </a:lnTo>
                  <a:lnTo>
                    <a:pt x="4058" y="5673"/>
                  </a:lnTo>
                  <a:cubicBezTo>
                    <a:pt x="4058" y="5673"/>
                    <a:pt x="3522" y="3507"/>
                    <a:pt x="4630" y="1918"/>
                  </a:cubicBezTo>
                  <a:lnTo>
                    <a:pt x="19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6"/>
            <p:cNvSpPr/>
            <p:nvPr/>
          </p:nvSpPr>
          <p:spPr>
            <a:xfrm>
              <a:off x="10514713" y="5138424"/>
              <a:ext cx="599571" cy="739181"/>
            </a:xfrm>
            <a:custGeom>
              <a:rect b="b" l="l" r="r" t="t"/>
              <a:pathLst>
                <a:path extrusionOk="0" h="6020" w="4883">
                  <a:moveTo>
                    <a:pt x="2122" y="256"/>
                  </a:moveTo>
                  <a:lnTo>
                    <a:pt x="4631" y="2068"/>
                  </a:lnTo>
                  <a:cubicBezTo>
                    <a:pt x="3774" y="3373"/>
                    <a:pt x="3949" y="4991"/>
                    <a:pt x="4051" y="5589"/>
                  </a:cubicBezTo>
                  <a:lnTo>
                    <a:pt x="256" y="2851"/>
                  </a:lnTo>
                  <a:lnTo>
                    <a:pt x="2122" y="256"/>
                  </a:lnTo>
                  <a:close/>
                  <a:moveTo>
                    <a:pt x="2082" y="1"/>
                  </a:moveTo>
                  <a:lnTo>
                    <a:pt x="1" y="2892"/>
                  </a:lnTo>
                  <a:lnTo>
                    <a:pt x="4335" y="6020"/>
                  </a:lnTo>
                  <a:lnTo>
                    <a:pt x="4277" y="5779"/>
                  </a:lnTo>
                  <a:cubicBezTo>
                    <a:pt x="4270" y="5757"/>
                    <a:pt x="3763" y="3635"/>
                    <a:pt x="4831" y="2100"/>
                  </a:cubicBezTo>
                  <a:lnTo>
                    <a:pt x="4882" y="2024"/>
                  </a:lnTo>
                  <a:lnTo>
                    <a:pt x="2082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6"/>
            <p:cNvSpPr/>
            <p:nvPr/>
          </p:nvSpPr>
          <p:spPr>
            <a:xfrm>
              <a:off x="10045546" y="3143142"/>
              <a:ext cx="305004" cy="287937"/>
            </a:xfrm>
            <a:custGeom>
              <a:rect b="b" l="l" r="r" t="t"/>
              <a:pathLst>
                <a:path extrusionOk="0" h="2345" w="2484">
                  <a:moveTo>
                    <a:pt x="1218" y="0"/>
                  </a:moveTo>
                  <a:cubicBezTo>
                    <a:pt x="656" y="0"/>
                    <a:pt x="158" y="406"/>
                    <a:pt x="63" y="982"/>
                  </a:cubicBezTo>
                  <a:cubicBezTo>
                    <a:pt x="1" y="1365"/>
                    <a:pt x="132" y="1737"/>
                    <a:pt x="384" y="1996"/>
                  </a:cubicBezTo>
                  <a:cubicBezTo>
                    <a:pt x="551" y="2167"/>
                    <a:pt x="774" y="2287"/>
                    <a:pt x="1029" y="2328"/>
                  </a:cubicBezTo>
                  <a:cubicBezTo>
                    <a:pt x="1094" y="2339"/>
                    <a:pt x="1159" y="2344"/>
                    <a:pt x="1224" y="2344"/>
                  </a:cubicBezTo>
                  <a:cubicBezTo>
                    <a:pt x="1407" y="2344"/>
                    <a:pt x="1583" y="2300"/>
                    <a:pt x="1740" y="2222"/>
                  </a:cubicBezTo>
                  <a:cubicBezTo>
                    <a:pt x="2068" y="2061"/>
                    <a:pt x="2312" y="1752"/>
                    <a:pt x="2378" y="1365"/>
                  </a:cubicBezTo>
                  <a:cubicBezTo>
                    <a:pt x="2484" y="723"/>
                    <a:pt x="2050" y="122"/>
                    <a:pt x="1412" y="16"/>
                  </a:cubicBezTo>
                  <a:cubicBezTo>
                    <a:pt x="1347" y="5"/>
                    <a:pt x="1282" y="0"/>
                    <a:pt x="1218" y="0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6"/>
            <p:cNvSpPr/>
            <p:nvPr/>
          </p:nvSpPr>
          <p:spPr>
            <a:xfrm>
              <a:off x="10144512" y="3307676"/>
              <a:ext cx="180129" cy="167851"/>
            </a:xfrm>
            <a:custGeom>
              <a:rect b="b" l="l" r="r" t="t"/>
              <a:pathLst>
                <a:path extrusionOk="0" h="1367" w="1467">
                  <a:moveTo>
                    <a:pt x="770" y="0"/>
                  </a:moveTo>
                  <a:cubicBezTo>
                    <a:pt x="421" y="0"/>
                    <a:pt x="93" y="351"/>
                    <a:pt x="15" y="831"/>
                  </a:cubicBezTo>
                  <a:cubicBezTo>
                    <a:pt x="8" y="867"/>
                    <a:pt x="4" y="904"/>
                    <a:pt x="0" y="936"/>
                  </a:cubicBezTo>
                  <a:cubicBezTo>
                    <a:pt x="161" y="1163"/>
                    <a:pt x="380" y="1312"/>
                    <a:pt x="631" y="1356"/>
                  </a:cubicBezTo>
                  <a:cubicBezTo>
                    <a:pt x="678" y="1363"/>
                    <a:pt x="725" y="1367"/>
                    <a:pt x="772" y="1367"/>
                  </a:cubicBezTo>
                  <a:cubicBezTo>
                    <a:pt x="976" y="1367"/>
                    <a:pt x="1176" y="1297"/>
                    <a:pt x="1357" y="1170"/>
                  </a:cubicBezTo>
                  <a:cubicBezTo>
                    <a:pt x="1368" y="1133"/>
                    <a:pt x="1375" y="1093"/>
                    <a:pt x="1382" y="1057"/>
                  </a:cubicBezTo>
                  <a:cubicBezTo>
                    <a:pt x="1466" y="539"/>
                    <a:pt x="1229" y="69"/>
                    <a:pt x="854" y="7"/>
                  </a:cubicBezTo>
                  <a:cubicBezTo>
                    <a:pt x="826" y="2"/>
                    <a:pt x="798" y="0"/>
                    <a:pt x="7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6"/>
            <p:cNvSpPr/>
            <p:nvPr/>
          </p:nvSpPr>
          <p:spPr>
            <a:xfrm>
              <a:off x="10178524" y="3242476"/>
              <a:ext cx="47150" cy="26768"/>
            </a:xfrm>
            <a:custGeom>
              <a:rect b="b" l="l" r="r" t="t"/>
              <a:pathLst>
                <a:path extrusionOk="0" h="218" w="384">
                  <a:moveTo>
                    <a:pt x="100" y="1"/>
                  </a:moveTo>
                  <a:cubicBezTo>
                    <a:pt x="58" y="1"/>
                    <a:pt x="18" y="32"/>
                    <a:pt x="11" y="78"/>
                  </a:cubicBezTo>
                  <a:cubicBezTo>
                    <a:pt x="1" y="130"/>
                    <a:pt x="33" y="173"/>
                    <a:pt x="84" y="184"/>
                  </a:cubicBezTo>
                  <a:lnTo>
                    <a:pt x="270" y="213"/>
                  </a:lnTo>
                  <a:cubicBezTo>
                    <a:pt x="278" y="213"/>
                    <a:pt x="281" y="217"/>
                    <a:pt x="289" y="217"/>
                  </a:cubicBezTo>
                  <a:cubicBezTo>
                    <a:pt x="332" y="217"/>
                    <a:pt x="369" y="184"/>
                    <a:pt x="376" y="140"/>
                  </a:cubicBezTo>
                  <a:cubicBezTo>
                    <a:pt x="383" y="89"/>
                    <a:pt x="351" y="42"/>
                    <a:pt x="303" y="35"/>
                  </a:cubicBezTo>
                  <a:lnTo>
                    <a:pt x="114" y="2"/>
                  </a:lnTo>
                  <a:cubicBezTo>
                    <a:pt x="109" y="1"/>
                    <a:pt x="105" y="1"/>
                    <a:pt x="1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6"/>
            <p:cNvSpPr/>
            <p:nvPr/>
          </p:nvSpPr>
          <p:spPr>
            <a:xfrm>
              <a:off x="10286453" y="3260403"/>
              <a:ext cx="48378" cy="26645"/>
            </a:xfrm>
            <a:custGeom>
              <a:rect b="b" l="l" r="r" t="t"/>
              <a:pathLst>
                <a:path extrusionOk="0" h="217" w="394">
                  <a:moveTo>
                    <a:pt x="100" y="1"/>
                  </a:moveTo>
                  <a:cubicBezTo>
                    <a:pt x="57" y="1"/>
                    <a:pt x="18" y="32"/>
                    <a:pt x="11" y="78"/>
                  </a:cubicBezTo>
                  <a:cubicBezTo>
                    <a:pt x="0" y="129"/>
                    <a:pt x="37" y="173"/>
                    <a:pt x="84" y="184"/>
                  </a:cubicBezTo>
                  <a:lnTo>
                    <a:pt x="281" y="217"/>
                  </a:lnTo>
                  <a:lnTo>
                    <a:pt x="295" y="217"/>
                  </a:lnTo>
                  <a:cubicBezTo>
                    <a:pt x="339" y="217"/>
                    <a:pt x="379" y="184"/>
                    <a:pt x="387" y="140"/>
                  </a:cubicBezTo>
                  <a:cubicBezTo>
                    <a:pt x="394" y="89"/>
                    <a:pt x="361" y="42"/>
                    <a:pt x="310" y="35"/>
                  </a:cubicBezTo>
                  <a:lnTo>
                    <a:pt x="113" y="2"/>
                  </a:lnTo>
                  <a:cubicBezTo>
                    <a:pt x="109" y="1"/>
                    <a:pt x="104" y="1"/>
                    <a:pt x="1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6"/>
            <p:cNvSpPr/>
            <p:nvPr/>
          </p:nvSpPr>
          <p:spPr>
            <a:xfrm>
              <a:off x="10207624" y="3334689"/>
              <a:ext cx="69007" cy="30697"/>
            </a:xfrm>
            <a:custGeom>
              <a:rect b="b" l="l" r="r" t="t"/>
              <a:pathLst>
                <a:path extrusionOk="0" h="250" w="562">
                  <a:moveTo>
                    <a:pt x="104" y="0"/>
                  </a:moveTo>
                  <a:cubicBezTo>
                    <a:pt x="71" y="0"/>
                    <a:pt x="38" y="19"/>
                    <a:pt x="22" y="53"/>
                  </a:cubicBezTo>
                  <a:cubicBezTo>
                    <a:pt x="1" y="97"/>
                    <a:pt x="22" y="151"/>
                    <a:pt x="66" y="173"/>
                  </a:cubicBezTo>
                  <a:cubicBezTo>
                    <a:pt x="73" y="177"/>
                    <a:pt x="230" y="250"/>
                    <a:pt x="394" y="250"/>
                  </a:cubicBezTo>
                  <a:cubicBezTo>
                    <a:pt x="423" y="250"/>
                    <a:pt x="449" y="246"/>
                    <a:pt x="478" y="243"/>
                  </a:cubicBezTo>
                  <a:cubicBezTo>
                    <a:pt x="529" y="232"/>
                    <a:pt x="562" y="184"/>
                    <a:pt x="551" y="137"/>
                  </a:cubicBezTo>
                  <a:cubicBezTo>
                    <a:pt x="545" y="92"/>
                    <a:pt x="508" y="62"/>
                    <a:pt x="465" y="62"/>
                  </a:cubicBezTo>
                  <a:cubicBezTo>
                    <a:pt x="459" y="62"/>
                    <a:pt x="452" y="62"/>
                    <a:pt x="445" y="64"/>
                  </a:cubicBezTo>
                  <a:cubicBezTo>
                    <a:pt x="429" y="67"/>
                    <a:pt x="412" y="68"/>
                    <a:pt x="395" y="68"/>
                  </a:cubicBezTo>
                  <a:cubicBezTo>
                    <a:pt x="295" y="68"/>
                    <a:pt x="183" y="28"/>
                    <a:pt x="143" y="9"/>
                  </a:cubicBezTo>
                  <a:cubicBezTo>
                    <a:pt x="130" y="3"/>
                    <a:pt x="117" y="0"/>
                    <a:pt x="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6"/>
            <p:cNvSpPr/>
            <p:nvPr/>
          </p:nvSpPr>
          <p:spPr>
            <a:xfrm>
              <a:off x="10001220" y="3221971"/>
              <a:ext cx="70848" cy="65937"/>
            </a:xfrm>
            <a:custGeom>
              <a:rect b="b" l="l" r="r" t="t"/>
              <a:pathLst>
                <a:path extrusionOk="0" h="537" w="577">
                  <a:moveTo>
                    <a:pt x="286" y="1"/>
                  </a:moveTo>
                  <a:cubicBezTo>
                    <a:pt x="159" y="1"/>
                    <a:pt x="46" y="93"/>
                    <a:pt x="23" y="224"/>
                  </a:cubicBezTo>
                  <a:cubicBezTo>
                    <a:pt x="1" y="369"/>
                    <a:pt x="99" y="508"/>
                    <a:pt x="245" y="533"/>
                  </a:cubicBezTo>
                  <a:cubicBezTo>
                    <a:pt x="259" y="536"/>
                    <a:pt x="272" y="537"/>
                    <a:pt x="286" y="537"/>
                  </a:cubicBezTo>
                  <a:cubicBezTo>
                    <a:pt x="416" y="537"/>
                    <a:pt x="532" y="443"/>
                    <a:pt x="551" y="311"/>
                  </a:cubicBezTo>
                  <a:cubicBezTo>
                    <a:pt x="577" y="165"/>
                    <a:pt x="478" y="27"/>
                    <a:pt x="333" y="5"/>
                  </a:cubicBezTo>
                  <a:cubicBezTo>
                    <a:pt x="317" y="2"/>
                    <a:pt x="302" y="1"/>
                    <a:pt x="286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6"/>
            <p:cNvSpPr/>
            <p:nvPr/>
          </p:nvSpPr>
          <p:spPr>
            <a:xfrm>
              <a:off x="9180268" y="3438321"/>
              <a:ext cx="814818" cy="1238312"/>
            </a:xfrm>
            <a:custGeom>
              <a:rect b="b" l="l" r="r" t="t"/>
              <a:pathLst>
                <a:path extrusionOk="0" h="10085" w="6636">
                  <a:moveTo>
                    <a:pt x="5490" y="0"/>
                  </a:moveTo>
                  <a:cubicBezTo>
                    <a:pt x="5132" y="0"/>
                    <a:pt x="4786" y="192"/>
                    <a:pt x="4605" y="529"/>
                  </a:cubicBezTo>
                  <a:lnTo>
                    <a:pt x="263" y="8608"/>
                  </a:lnTo>
                  <a:cubicBezTo>
                    <a:pt x="1" y="9096"/>
                    <a:pt x="183" y="9701"/>
                    <a:pt x="671" y="9964"/>
                  </a:cubicBezTo>
                  <a:cubicBezTo>
                    <a:pt x="821" y="10044"/>
                    <a:pt x="985" y="10084"/>
                    <a:pt x="1145" y="10084"/>
                  </a:cubicBezTo>
                  <a:cubicBezTo>
                    <a:pt x="1503" y="10084"/>
                    <a:pt x="1845" y="9895"/>
                    <a:pt x="2028" y="9556"/>
                  </a:cubicBezTo>
                  <a:lnTo>
                    <a:pt x="6373" y="1477"/>
                  </a:lnTo>
                  <a:cubicBezTo>
                    <a:pt x="6636" y="992"/>
                    <a:pt x="6454" y="383"/>
                    <a:pt x="5965" y="120"/>
                  </a:cubicBezTo>
                  <a:cubicBezTo>
                    <a:pt x="5814" y="39"/>
                    <a:pt x="5650" y="0"/>
                    <a:pt x="5490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6"/>
            <p:cNvSpPr/>
            <p:nvPr/>
          </p:nvSpPr>
          <p:spPr>
            <a:xfrm>
              <a:off x="11247504" y="4355291"/>
              <a:ext cx="570471" cy="263379"/>
            </a:xfrm>
            <a:custGeom>
              <a:rect b="b" l="l" r="r" t="t"/>
              <a:pathLst>
                <a:path extrusionOk="0" h="2145" w="4646">
                  <a:moveTo>
                    <a:pt x="3410" y="1"/>
                  </a:moveTo>
                  <a:cubicBezTo>
                    <a:pt x="1903" y="1"/>
                    <a:pt x="1" y="804"/>
                    <a:pt x="1" y="804"/>
                  </a:cubicBezTo>
                  <a:cubicBezTo>
                    <a:pt x="1" y="804"/>
                    <a:pt x="766" y="1734"/>
                    <a:pt x="1149" y="2091"/>
                  </a:cubicBezTo>
                  <a:cubicBezTo>
                    <a:pt x="1185" y="2127"/>
                    <a:pt x="1232" y="2145"/>
                    <a:pt x="1280" y="2145"/>
                  </a:cubicBezTo>
                  <a:cubicBezTo>
                    <a:pt x="1310" y="2145"/>
                    <a:pt x="1340" y="2138"/>
                    <a:pt x="1368" y="2124"/>
                  </a:cubicBezTo>
                  <a:lnTo>
                    <a:pt x="4507" y="549"/>
                  </a:lnTo>
                  <a:cubicBezTo>
                    <a:pt x="4645" y="480"/>
                    <a:pt x="4645" y="283"/>
                    <a:pt x="4503" y="210"/>
                  </a:cubicBezTo>
                  <a:cubicBezTo>
                    <a:pt x="4198" y="60"/>
                    <a:pt x="3819" y="1"/>
                    <a:pt x="3410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6"/>
            <p:cNvSpPr/>
            <p:nvPr/>
          </p:nvSpPr>
          <p:spPr>
            <a:xfrm>
              <a:off x="11556803" y="4383655"/>
              <a:ext cx="249504" cy="74532"/>
            </a:xfrm>
            <a:custGeom>
              <a:rect b="b" l="l" r="r" t="t"/>
              <a:pathLst>
                <a:path extrusionOk="0" h="607" w="2032">
                  <a:moveTo>
                    <a:pt x="1844" y="0"/>
                  </a:moveTo>
                  <a:cubicBezTo>
                    <a:pt x="1201" y="0"/>
                    <a:pt x="569" y="153"/>
                    <a:pt x="1" y="442"/>
                  </a:cubicBezTo>
                  <a:lnTo>
                    <a:pt x="85" y="606"/>
                  </a:lnTo>
                  <a:cubicBezTo>
                    <a:pt x="624" y="328"/>
                    <a:pt x="1227" y="182"/>
                    <a:pt x="1835" y="182"/>
                  </a:cubicBezTo>
                  <a:cubicBezTo>
                    <a:pt x="1897" y="182"/>
                    <a:pt x="1959" y="184"/>
                    <a:pt x="2021" y="187"/>
                  </a:cubicBezTo>
                  <a:lnTo>
                    <a:pt x="2031" y="4"/>
                  </a:lnTo>
                  <a:cubicBezTo>
                    <a:pt x="1969" y="2"/>
                    <a:pt x="1906" y="0"/>
                    <a:pt x="18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6"/>
            <p:cNvSpPr/>
            <p:nvPr/>
          </p:nvSpPr>
          <p:spPr>
            <a:xfrm>
              <a:off x="11206739" y="4272287"/>
              <a:ext cx="291129" cy="273571"/>
            </a:xfrm>
            <a:custGeom>
              <a:rect b="b" l="l" r="r" t="t"/>
              <a:pathLst>
                <a:path extrusionOk="0" h="2228" w="2371">
                  <a:moveTo>
                    <a:pt x="1317" y="0"/>
                  </a:moveTo>
                  <a:lnTo>
                    <a:pt x="1" y="1404"/>
                  </a:lnTo>
                  <a:lnTo>
                    <a:pt x="971" y="2228"/>
                  </a:lnTo>
                  <a:lnTo>
                    <a:pt x="2371" y="842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6"/>
            <p:cNvSpPr/>
            <p:nvPr/>
          </p:nvSpPr>
          <p:spPr>
            <a:xfrm>
              <a:off x="8866180" y="4447872"/>
              <a:ext cx="491887" cy="273939"/>
            </a:xfrm>
            <a:custGeom>
              <a:rect b="b" l="l" r="r" t="t"/>
              <a:pathLst>
                <a:path extrusionOk="0" h="2231" w="4006">
                  <a:moveTo>
                    <a:pt x="2540" y="0"/>
                  </a:moveTo>
                  <a:cubicBezTo>
                    <a:pt x="1992" y="0"/>
                    <a:pt x="1463" y="78"/>
                    <a:pt x="1191" y="218"/>
                  </a:cubicBezTo>
                  <a:cubicBezTo>
                    <a:pt x="656" y="493"/>
                    <a:pt x="1" y="1685"/>
                    <a:pt x="410" y="1685"/>
                  </a:cubicBezTo>
                  <a:cubicBezTo>
                    <a:pt x="418" y="1685"/>
                    <a:pt x="427" y="1685"/>
                    <a:pt x="437" y="1683"/>
                  </a:cubicBezTo>
                  <a:cubicBezTo>
                    <a:pt x="527" y="1674"/>
                    <a:pt x="638" y="1670"/>
                    <a:pt x="756" y="1670"/>
                  </a:cubicBezTo>
                  <a:cubicBezTo>
                    <a:pt x="1248" y="1670"/>
                    <a:pt x="1884" y="1738"/>
                    <a:pt x="1884" y="1738"/>
                  </a:cubicBezTo>
                  <a:cubicBezTo>
                    <a:pt x="1884" y="1738"/>
                    <a:pt x="670" y="2231"/>
                    <a:pt x="1067" y="2231"/>
                  </a:cubicBezTo>
                  <a:cubicBezTo>
                    <a:pt x="1120" y="2231"/>
                    <a:pt x="1203" y="2222"/>
                    <a:pt x="1323" y="2201"/>
                  </a:cubicBezTo>
                  <a:cubicBezTo>
                    <a:pt x="2006" y="2084"/>
                    <a:pt x="2856" y="2066"/>
                    <a:pt x="3329" y="2066"/>
                  </a:cubicBezTo>
                  <a:cubicBezTo>
                    <a:pt x="3550" y="2066"/>
                    <a:pt x="3689" y="2070"/>
                    <a:pt x="3689" y="2070"/>
                  </a:cubicBezTo>
                  <a:lnTo>
                    <a:pt x="4006" y="247"/>
                  </a:lnTo>
                  <a:cubicBezTo>
                    <a:pt x="3656" y="78"/>
                    <a:pt x="3088" y="0"/>
                    <a:pt x="2540" y="0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6"/>
            <p:cNvSpPr/>
            <p:nvPr/>
          </p:nvSpPr>
          <p:spPr>
            <a:xfrm>
              <a:off x="9150309" y="4341170"/>
              <a:ext cx="347980" cy="362100"/>
            </a:xfrm>
            <a:custGeom>
              <a:rect b="b" l="l" r="r" t="t"/>
              <a:pathLst>
                <a:path extrusionOk="0" h="2949" w="2834">
                  <a:moveTo>
                    <a:pt x="1247" y="0"/>
                  </a:moveTo>
                  <a:lnTo>
                    <a:pt x="0" y="2272"/>
                  </a:lnTo>
                  <a:lnTo>
                    <a:pt x="1269" y="2924"/>
                  </a:lnTo>
                  <a:lnTo>
                    <a:pt x="1375" y="2939"/>
                  </a:lnTo>
                  <a:cubicBezTo>
                    <a:pt x="1410" y="2945"/>
                    <a:pt x="1446" y="2948"/>
                    <a:pt x="1481" y="2948"/>
                  </a:cubicBezTo>
                  <a:cubicBezTo>
                    <a:pt x="1710" y="2948"/>
                    <a:pt x="1927" y="2819"/>
                    <a:pt x="2035" y="2611"/>
                  </a:cubicBezTo>
                  <a:lnTo>
                    <a:pt x="2833" y="1058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6"/>
            <p:cNvSpPr/>
            <p:nvPr/>
          </p:nvSpPr>
          <p:spPr>
            <a:xfrm>
              <a:off x="10371421" y="4506318"/>
              <a:ext cx="207388" cy="196214"/>
            </a:xfrm>
            <a:custGeom>
              <a:rect b="b" l="l" r="r" t="t"/>
              <a:pathLst>
                <a:path extrusionOk="0" h="1598" w="1689">
                  <a:moveTo>
                    <a:pt x="1" y="1"/>
                  </a:moveTo>
                  <a:lnTo>
                    <a:pt x="1689" y="1598"/>
                  </a:lnTo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6"/>
            <p:cNvSpPr/>
            <p:nvPr/>
          </p:nvSpPr>
          <p:spPr>
            <a:xfrm>
              <a:off x="10363809" y="4497846"/>
              <a:ext cx="222614" cy="213159"/>
            </a:xfrm>
            <a:custGeom>
              <a:rect b="b" l="l" r="r" t="t"/>
              <a:pathLst>
                <a:path extrusionOk="0" h="1736" w="1813">
                  <a:moveTo>
                    <a:pt x="125" y="0"/>
                  </a:moveTo>
                  <a:lnTo>
                    <a:pt x="1" y="135"/>
                  </a:lnTo>
                  <a:lnTo>
                    <a:pt x="1685" y="1736"/>
                  </a:lnTo>
                  <a:lnTo>
                    <a:pt x="1813" y="1601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6"/>
            <p:cNvSpPr/>
            <p:nvPr/>
          </p:nvSpPr>
          <p:spPr>
            <a:xfrm>
              <a:off x="9810532" y="3491488"/>
              <a:ext cx="882474" cy="698047"/>
            </a:xfrm>
            <a:custGeom>
              <a:rect b="b" l="l" r="r" t="t"/>
              <a:pathLst>
                <a:path extrusionOk="0" h="5685" w="7187">
                  <a:moveTo>
                    <a:pt x="1" y="1"/>
                  </a:moveTo>
                  <a:lnTo>
                    <a:pt x="661" y="4642"/>
                  </a:lnTo>
                  <a:cubicBezTo>
                    <a:pt x="744" y="5240"/>
                    <a:pt x="1255" y="5685"/>
                    <a:pt x="1860" y="5685"/>
                  </a:cubicBezTo>
                  <a:lnTo>
                    <a:pt x="5885" y="5685"/>
                  </a:lnTo>
                  <a:cubicBezTo>
                    <a:pt x="6621" y="5685"/>
                    <a:pt x="7187" y="5032"/>
                    <a:pt x="7081" y="4303"/>
                  </a:cubicBezTo>
                  <a:lnTo>
                    <a:pt x="6468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6"/>
            <p:cNvSpPr/>
            <p:nvPr/>
          </p:nvSpPr>
          <p:spPr>
            <a:xfrm>
              <a:off x="9845895" y="3527832"/>
              <a:ext cx="117016" cy="282166"/>
            </a:xfrm>
            <a:custGeom>
              <a:rect b="b" l="l" r="r" t="t"/>
              <a:pathLst>
                <a:path extrusionOk="0" h="2298" w="953">
                  <a:moveTo>
                    <a:pt x="952" y="0"/>
                  </a:moveTo>
                  <a:lnTo>
                    <a:pt x="1" y="2297"/>
                  </a:lnTo>
                </a:path>
              </a:pathLst>
            </a:custGeom>
            <a:solidFill>
              <a:srgbClr val="2B308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6"/>
            <p:cNvSpPr/>
            <p:nvPr/>
          </p:nvSpPr>
          <p:spPr>
            <a:xfrm>
              <a:off x="9835581" y="3523289"/>
              <a:ext cx="137645" cy="291129"/>
            </a:xfrm>
            <a:custGeom>
              <a:rect b="b" l="l" r="r" t="t"/>
              <a:pathLst>
                <a:path extrusionOk="0" h="2371" w="1121">
                  <a:moveTo>
                    <a:pt x="952" y="1"/>
                  </a:moveTo>
                  <a:lnTo>
                    <a:pt x="1" y="2301"/>
                  </a:lnTo>
                  <a:lnTo>
                    <a:pt x="169" y="2370"/>
                  </a:lnTo>
                  <a:lnTo>
                    <a:pt x="1120" y="70"/>
                  </a:lnTo>
                  <a:lnTo>
                    <a:pt x="95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6"/>
            <p:cNvSpPr/>
            <p:nvPr/>
          </p:nvSpPr>
          <p:spPr>
            <a:xfrm>
              <a:off x="10606067" y="3570808"/>
              <a:ext cx="56973" cy="333122"/>
            </a:xfrm>
            <a:custGeom>
              <a:rect b="b" l="l" r="r" t="t"/>
              <a:pathLst>
                <a:path extrusionOk="0" h="2713" w="464">
                  <a:moveTo>
                    <a:pt x="0" y="0"/>
                  </a:moveTo>
                  <a:lnTo>
                    <a:pt x="463" y="2713"/>
                  </a:lnTo>
                </a:path>
              </a:pathLst>
            </a:custGeom>
            <a:solidFill>
              <a:srgbClr val="2B308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6"/>
            <p:cNvSpPr/>
            <p:nvPr/>
          </p:nvSpPr>
          <p:spPr>
            <a:xfrm>
              <a:off x="10595261" y="3568966"/>
              <a:ext cx="78461" cy="337174"/>
            </a:xfrm>
            <a:custGeom>
              <a:rect b="b" l="l" r="r" t="t"/>
              <a:pathLst>
                <a:path extrusionOk="0" h="2746" w="639">
                  <a:moveTo>
                    <a:pt x="179" y="1"/>
                  </a:moveTo>
                  <a:lnTo>
                    <a:pt x="1" y="30"/>
                  </a:lnTo>
                  <a:lnTo>
                    <a:pt x="460" y="2746"/>
                  </a:lnTo>
                  <a:lnTo>
                    <a:pt x="639" y="2713"/>
                  </a:lnTo>
                  <a:lnTo>
                    <a:pt x="17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6"/>
            <p:cNvSpPr/>
            <p:nvPr/>
          </p:nvSpPr>
          <p:spPr>
            <a:xfrm>
              <a:off x="12037145" y="3344758"/>
              <a:ext cx="518532" cy="688592"/>
            </a:xfrm>
            <a:custGeom>
              <a:rect b="b" l="l" r="r" t="t"/>
              <a:pathLst>
                <a:path extrusionOk="0" h="5608" w="4223">
                  <a:moveTo>
                    <a:pt x="2112" y="0"/>
                  </a:moveTo>
                  <a:cubicBezTo>
                    <a:pt x="2112" y="0"/>
                    <a:pt x="2057" y="2804"/>
                    <a:pt x="1" y="2804"/>
                  </a:cubicBezTo>
                  <a:cubicBezTo>
                    <a:pt x="2057" y="2804"/>
                    <a:pt x="2112" y="5607"/>
                    <a:pt x="2112" y="5607"/>
                  </a:cubicBezTo>
                  <a:cubicBezTo>
                    <a:pt x="2112" y="5607"/>
                    <a:pt x="2166" y="2804"/>
                    <a:pt x="4222" y="2804"/>
                  </a:cubicBezTo>
                  <a:cubicBezTo>
                    <a:pt x="2166" y="2804"/>
                    <a:pt x="2112" y="0"/>
                    <a:pt x="2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6"/>
            <p:cNvSpPr/>
            <p:nvPr/>
          </p:nvSpPr>
          <p:spPr>
            <a:xfrm>
              <a:off x="12037145" y="3344758"/>
              <a:ext cx="518532" cy="688592"/>
            </a:xfrm>
            <a:custGeom>
              <a:rect b="b" l="l" r="r" t="t"/>
              <a:pathLst>
                <a:path extrusionOk="0" h="5608" w="4223">
                  <a:moveTo>
                    <a:pt x="2112" y="740"/>
                  </a:moveTo>
                  <a:cubicBezTo>
                    <a:pt x="2155" y="952"/>
                    <a:pt x="2217" y="1192"/>
                    <a:pt x="2312" y="1433"/>
                  </a:cubicBezTo>
                  <a:cubicBezTo>
                    <a:pt x="2589" y="2155"/>
                    <a:pt x="3034" y="2618"/>
                    <a:pt x="3614" y="2804"/>
                  </a:cubicBezTo>
                  <a:cubicBezTo>
                    <a:pt x="3034" y="2986"/>
                    <a:pt x="2589" y="3453"/>
                    <a:pt x="2312" y="4171"/>
                  </a:cubicBezTo>
                  <a:cubicBezTo>
                    <a:pt x="2217" y="4411"/>
                    <a:pt x="2155" y="4652"/>
                    <a:pt x="2112" y="4864"/>
                  </a:cubicBezTo>
                  <a:cubicBezTo>
                    <a:pt x="2068" y="4652"/>
                    <a:pt x="2006" y="4411"/>
                    <a:pt x="1911" y="4171"/>
                  </a:cubicBezTo>
                  <a:cubicBezTo>
                    <a:pt x="1634" y="3453"/>
                    <a:pt x="1189" y="2986"/>
                    <a:pt x="610" y="2804"/>
                  </a:cubicBezTo>
                  <a:cubicBezTo>
                    <a:pt x="1189" y="2618"/>
                    <a:pt x="1634" y="2155"/>
                    <a:pt x="1911" y="1433"/>
                  </a:cubicBezTo>
                  <a:cubicBezTo>
                    <a:pt x="2006" y="1192"/>
                    <a:pt x="2068" y="952"/>
                    <a:pt x="2112" y="740"/>
                  </a:cubicBezTo>
                  <a:close/>
                  <a:moveTo>
                    <a:pt x="2112" y="0"/>
                  </a:moveTo>
                  <a:cubicBezTo>
                    <a:pt x="2112" y="0"/>
                    <a:pt x="2057" y="2804"/>
                    <a:pt x="1" y="2804"/>
                  </a:cubicBezTo>
                  <a:cubicBezTo>
                    <a:pt x="2057" y="2804"/>
                    <a:pt x="2112" y="5607"/>
                    <a:pt x="2112" y="5607"/>
                  </a:cubicBezTo>
                  <a:cubicBezTo>
                    <a:pt x="2112" y="5607"/>
                    <a:pt x="2166" y="2804"/>
                    <a:pt x="4222" y="2804"/>
                  </a:cubicBezTo>
                  <a:cubicBezTo>
                    <a:pt x="2166" y="2804"/>
                    <a:pt x="2112" y="0"/>
                    <a:pt x="21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6"/>
            <p:cNvSpPr/>
            <p:nvPr/>
          </p:nvSpPr>
          <p:spPr>
            <a:xfrm>
              <a:off x="12379228" y="3304484"/>
              <a:ext cx="259204" cy="265958"/>
            </a:xfrm>
            <a:custGeom>
              <a:rect b="b" l="l" r="r" t="t"/>
              <a:pathLst>
                <a:path extrusionOk="0" h="2166" w="2111">
                  <a:moveTo>
                    <a:pt x="1054" y="0"/>
                  </a:moveTo>
                  <a:cubicBezTo>
                    <a:pt x="1054" y="0"/>
                    <a:pt x="1028" y="1097"/>
                    <a:pt x="0" y="1097"/>
                  </a:cubicBezTo>
                  <a:cubicBezTo>
                    <a:pt x="1028" y="1097"/>
                    <a:pt x="1054" y="2166"/>
                    <a:pt x="1054" y="2166"/>
                  </a:cubicBezTo>
                  <a:cubicBezTo>
                    <a:pt x="1054" y="2166"/>
                    <a:pt x="1083" y="1097"/>
                    <a:pt x="2111" y="1097"/>
                  </a:cubicBezTo>
                  <a:cubicBezTo>
                    <a:pt x="1083" y="1097"/>
                    <a:pt x="1054" y="0"/>
                    <a:pt x="1054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6"/>
            <p:cNvSpPr/>
            <p:nvPr/>
          </p:nvSpPr>
          <p:spPr>
            <a:xfrm>
              <a:off x="12006693" y="3836272"/>
              <a:ext cx="155081" cy="159010"/>
            </a:xfrm>
            <a:custGeom>
              <a:rect b="b" l="l" r="r" t="t"/>
              <a:pathLst>
                <a:path extrusionOk="0" h="1295" w="1263">
                  <a:moveTo>
                    <a:pt x="631" y="0"/>
                  </a:moveTo>
                  <a:cubicBezTo>
                    <a:pt x="631" y="0"/>
                    <a:pt x="613" y="656"/>
                    <a:pt x="1" y="656"/>
                  </a:cubicBezTo>
                  <a:cubicBezTo>
                    <a:pt x="613" y="656"/>
                    <a:pt x="631" y="1294"/>
                    <a:pt x="631" y="1294"/>
                  </a:cubicBezTo>
                  <a:cubicBezTo>
                    <a:pt x="631" y="1294"/>
                    <a:pt x="646" y="656"/>
                    <a:pt x="1262" y="656"/>
                  </a:cubicBezTo>
                  <a:cubicBezTo>
                    <a:pt x="646" y="656"/>
                    <a:pt x="631" y="0"/>
                    <a:pt x="63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9" name="Google Shape;1089;p66"/>
          <p:cNvSpPr/>
          <p:nvPr/>
        </p:nvSpPr>
        <p:spPr>
          <a:xfrm>
            <a:off x="5650" y="0"/>
            <a:ext cx="91440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66"/>
          <p:cNvSpPr/>
          <p:nvPr/>
        </p:nvSpPr>
        <p:spPr>
          <a:xfrm>
            <a:off x="322235" y="1980459"/>
            <a:ext cx="1928400" cy="6732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091" name="Google Shape;1091;p66"/>
          <p:cNvSpPr txBox="1"/>
          <p:nvPr/>
        </p:nvSpPr>
        <p:spPr>
          <a:xfrm>
            <a:off x="413065" y="1450688"/>
            <a:ext cx="74511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Primeros pasos con</a:t>
            </a:r>
            <a:endParaRPr sz="35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Pandas</a:t>
            </a:r>
            <a:endParaRPr sz="35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092" name="Google Shape;1092;p66"/>
          <p:cNvGrpSpPr/>
          <p:nvPr/>
        </p:nvGrpSpPr>
        <p:grpSpPr>
          <a:xfrm rot="10800000">
            <a:off x="10510537" y="1058451"/>
            <a:ext cx="775773" cy="5043214"/>
            <a:chOff x="-3766725" y="2744225"/>
            <a:chExt cx="3492900" cy="1362000"/>
          </a:xfrm>
        </p:grpSpPr>
        <p:cxnSp>
          <p:nvCxnSpPr>
            <p:cNvPr id="1093" name="Google Shape;1093;p66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4" name="Google Shape;1094;p66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5" name="Google Shape;1095;p66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6" name="Google Shape;1096;p66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7" name="Google Shape;1097;p66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" name="Google Shape;1098;p66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99" name="Google Shape;1099;p66"/>
          <p:cNvGrpSpPr/>
          <p:nvPr/>
        </p:nvGrpSpPr>
        <p:grpSpPr>
          <a:xfrm flipH="1">
            <a:off x="-77472" y="3326828"/>
            <a:ext cx="2649271" cy="1816717"/>
            <a:chOff x="2914650" y="3280000"/>
            <a:chExt cx="1371400" cy="942525"/>
          </a:xfrm>
        </p:grpSpPr>
        <p:sp>
          <p:nvSpPr>
            <p:cNvPr id="1100" name="Google Shape;1100;p66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66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66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66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66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66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6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6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6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6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6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6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6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6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6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6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6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6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6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6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6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6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6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6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6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6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6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6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66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66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66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66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66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66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66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66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66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66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66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66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66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66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66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66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66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66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66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66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66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66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66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1" name="Google Shape;1151;p66"/>
          <p:cNvGrpSpPr/>
          <p:nvPr/>
        </p:nvGrpSpPr>
        <p:grpSpPr>
          <a:xfrm>
            <a:off x="6995645" y="123213"/>
            <a:ext cx="2016161" cy="268074"/>
            <a:chOff x="13926838" y="280450"/>
            <a:chExt cx="4032322" cy="536147"/>
          </a:xfrm>
        </p:grpSpPr>
        <p:grpSp>
          <p:nvGrpSpPr>
            <p:cNvPr id="1152" name="Google Shape;1152;p66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153" name="Google Shape;1153;p6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4" name="Google Shape;1154;p6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5" name="Google Shape;1155;p6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6" name="Google Shape;1156;p6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7" name="Google Shape;1157;p6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8" name="Google Shape;1158;p6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9" name="Google Shape;1159;p6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0" name="Google Shape;1160;p6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1" name="Google Shape;1161;p6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2" name="Google Shape;1162;p6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3" name="Google Shape;1163;p6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4" name="Google Shape;1164;p6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65" name="Google Shape;1165;p66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67"/>
          <p:cNvSpPr txBox="1"/>
          <p:nvPr/>
        </p:nvSpPr>
        <p:spPr>
          <a:xfrm>
            <a:off x="5376725" y="818975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71" name="Google Shape;1171;p67"/>
          <p:cNvSpPr/>
          <p:nvPr/>
        </p:nvSpPr>
        <p:spPr>
          <a:xfrm>
            <a:off x="7499774" y="1148419"/>
            <a:ext cx="998905" cy="89163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67"/>
          <p:cNvSpPr txBox="1"/>
          <p:nvPr>
            <p:ph type="title"/>
          </p:nvPr>
        </p:nvSpPr>
        <p:spPr>
          <a:xfrm>
            <a:off x="633800" y="398700"/>
            <a:ext cx="4002000" cy="37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Importar el módulo </a:t>
            </a:r>
            <a:r>
              <a:rPr lang="es-419" sz="21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Pandas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proyectos de Python.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Diferenciar entre </a:t>
            </a:r>
            <a:r>
              <a:rPr lang="es-419" sz="21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Series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lang="es-419" sz="21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DataFrames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,que son las estructuras principales para representar datos.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Obtener información resumida sobre los datos, aplicando métodos de </a:t>
            </a:r>
            <a:r>
              <a:rPr lang="es-419" sz="21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Pandas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73" name="Google Shape;1173;p67"/>
          <p:cNvGrpSpPr/>
          <p:nvPr/>
        </p:nvGrpSpPr>
        <p:grpSpPr>
          <a:xfrm>
            <a:off x="215269" y="4744900"/>
            <a:ext cx="1978986" cy="268074"/>
            <a:chOff x="913788" y="717625"/>
            <a:chExt cx="3957972" cy="536147"/>
          </a:xfrm>
        </p:grpSpPr>
        <p:grpSp>
          <p:nvGrpSpPr>
            <p:cNvPr id="1174" name="Google Shape;1174;p6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75" name="Google Shape;1175;p6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6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6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6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6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6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6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6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6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6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6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6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7" name="Google Shape;1187;p6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68"/>
          <p:cNvSpPr/>
          <p:nvPr/>
        </p:nvSpPr>
        <p:spPr>
          <a:xfrm>
            <a:off x="0" y="0"/>
            <a:ext cx="4125900" cy="5143500"/>
          </a:xfrm>
          <a:prstGeom prst="rect">
            <a:avLst/>
          </a:prstGeom>
          <a:solidFill>
            <a:srgbClr val="FFC51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68"/>
          <p:cNvSpPr txBox="1"/>
          <p:nvPr/>
        </p:nvSpPr>
        <p:spPr>
          <a:xfrm>
            <a:off x="316350" y="831219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94" name="Google Shape;1194;p68"/>
          <p:cNvSpPr/>
          <p:nvPr/>
        </p:nvSpPr>
        <p:spPr>
          <a:xfrm>
            <a:off x="711026" y="1567508"/>
            <a:ext cx="1527461" cy="89178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68"/>
          <p:cNvSpPr/>
          <p:nvPr/>
        </p:nvSpPr>
        <p:spPr>
          <a:xfrm flipH="1" rot="10800000">
            <a:off x="6269301" y="1990363"/>
            <a:ext cx="2646000" cy="25629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196" name="Google Shape;1196;p68"/>
          <p:cNvCxnSpPr>
            <a:stCxn id="1195" idx="0"/>
          </p:cNvCxnSpPr>
          <p:nvPr/>
        </p:nvCxnSpPr>
        <p:spPr>
          <a:xfrm rot="10800000">
            <a:off x="-33999" y="4534963"/>
            <a:ext cx="7626300" cy="183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7" name="Google Shape;1197;p68"/>
          <p:cNvCxnSpPr>
            <a:stCxn id="1195" idx="2"/>
          </p:cNvCxnSpPr>
          <p:nvPr/>
        </p:nvCxnSpPr>
        <p:spPr>
          <a:xfrm rot="10800000">
            <a:off x="8915301" y="-76187"/>
            <a:ext cx="0" cy="3348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8" name="Google Shape;1198;p68"/>
          <p:cNvSpPr txBox="1"/>
          <p:nvPr>
            <p:ph type="title"/>
          </p:nvPr>
        </p:nvSpPr>
        <p:spPr>
          <a:xfrm>
            <a:off x="4465288" y="1023700"/>
            <a:ext cx="4002000" cy="22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Importación de </a:t>
            </a:r>
            <a:r>
              <a:rPr lang="es-419" sz="21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Pandas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su sintaxis.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Archivos CSV y función </a:t>
            </a:r>
            <a:r>
              <a:rPr lang="es-419" sz="21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read_csv()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Pandas.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Métodos generales de </a:t>
            </a:r>
            <a:r>
              <a:rPr lang="es-419" sz="21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Pandas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99" name="Google Shape;1199;p68"/>
          <p:cNvGrpSpPr/>
          <p:nvPr/>
        </p:nvGrpSpPr>
        <p:grpSpPr>
          <a:xfrm>
            <a:off x="480818" y="2328234"/>
            <a:ext cx="3180816" cy="2206894"/>
            <a:chOff x="6729575" y="3285800"/>
            <a:chExt cx="4541428" cy="3150905"/>
          </a:xfrm>
        </p:grpSpPr>
        <p:sp>
          <p:nvSpPr>
            <p:cNvPr id="1200" name="Google Shape;1200;p68"/>
            <p:cNvSpPr/>
            <p:nvPr/>
          </p:nvSpPr>
          <p:spPr>
            <a:xfrm>
              <a:off x="6804455" y="3965345"/>
              <a:ext cx="731317" cy="1069281"/>
            </a:xfrm>
            <a:custGeom>
              <a:rect b="b" l="l" r="r" t="t"/>
              <a:pathLst>
                <a:path extrusionOk="0" h="13880" w="9493">
                  <a:moveTo>
                    <a:pt x="0" y="1"/>
                  </a:moveTo>
                  <a:lnTo>
                    <a:pt x="29" y="10872"/>
                  </a:lnTo>
                  <a:lnTo>
                    <a:pt x="29" y="10894"/>
                  </a:lnTo>
                  <a:cubicBezTo>
                    <a:pt x="343" y="12622"/>
                    <a:pt x="1843" y="13879"/>
                    <a:pt x="3600" y="13879"/>
                  </a:cubicBezTo>
                  <a:lnTo>
                    <a:pt x="9493" y="13879"/>
                  </a:lnTo>
                  <a:lnTo>
                    <a:pt x="9493" y="13644"/>
                  </a:lnTo>
                  <a:lnTo>
                    <a:pt x="3600" y="13644"/>
                  </a:lnTo>
                  <a:cubicBezTo>
                    <a:pt x="1964" y="13644"/>
                    <a:pt x="557" y="12479"/>
                    <a:pt x="264" y="10865"/>
                  </a:cubicBezTo>
                  <a:lnTo>
                    <a:pt x="2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8"/>
            <p:cNvSpPr/>
            <p:nvPr/>
          </p:nvSpPr>
          <p:spPr>
            <a:xfrm>
              <a:off x="7571515" y="4127201"/>
              <a:ext cx="845255" cy="623464"/>
            </a:xfrm>
            <a:custGeom>
              <a:rect b="b" l="l" r="r" t="t"/>
              <a:pathLst>
                <a:path extrusionOk="0" h="8093" w="10972">
                  <a:moveTo>
                    <a:pt x="1695" y="1"/>
                  </a:moveTo>
                  <a:cubicBezTo>
                    <a:pt x="1489" y="1"/>
                    <a:pt x="1279" y="44"/>
                    <a:pt x="1079" y="136"/>
                  </a:cubicBezTo>
                  <a:cubicBezTo>
                    <a:pt x="336" y="478"/>
                    <a:pt x="0" y="1357"/>
                    <a:pt x="343" y="2107"/>
                  </a:cubicBezTo>
                  <a:lnTo>
                    <a:pt x="2672" y="7221"/>
                  </a:lnTo>
                  <a:cubicBezTo>
                    <a:pt x="2850" y="7621"/>
                    <a:pt x="3200" y="7921"/>
                    <a:pt x="3629" y="8036"/>
                  </a:cubicBezTo>
                  <a:cubicBezTo>
                    <a:pt x="3757" y="8071"/>
                    <a:pt x="3893" y="8093"/>
                    <a:pt x="4029" y="8093"/>
                  </a:cubicBezTo>
                  <a:cubicBezTo>
                    <a:pt x="4322" y="8093"/>
                    <a:pt x="4614" y="8000"/>
                    <a:pt x="4872" y="7828"/>
                  </a:cubicBezTo>
                  <a:lnTo>
                    <a:pt x="10122" y="4221"/>
                  </a:lnTo>
                  <a:cubicBezTo>
                    <a:pt x="10800" y="3757"/>
                    <a:pt x="10972" y="2828"/>
                    <a:pt x="10507" y="2150"/>
                  </a:cubicBezTo>
                  <a:cubicBezTo>
                    <a:pt x="10220" y="1731"/>
                    <a:pt x="9756" y="1505"/>
                    <a:pt x="9283" y="1505"/>
                  </a:cubicBezTo>
                  <a:cubicBezTo>
                    <a:pt x="8991" y="1505"/>
                    <a:pt x="8695" y="1591"/>
                    <a:pt x="8436" y="1771"/>
                  </a:cubicBezTo>
                  <a:lnTo>
                    <a:pt x="4643" y="4371"/>
                  </a:lnTo>
                  <a:lnTo>
                    <a:pt x="3050" y="871"/>
                  </a:lnTo>
                  <a:cubicBezTo>
                    <a:pt x="2804" y="327"/>
                    <a:pt x="2262" y="1"/>
                    <a:pt x="1695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8"/>
            <p:cNvSpPr/>
            <p:nvPr/>
          </p:nvSpPr>
          <p:spPr>
            <a:xfrm>
              <a:off x="8170711" y="4022661"/>
              <a:ext cx="404216" cy="472702"/>
            </a:xfrm>
            <a:custGeom>
              <a:rect b="b" l="l" r="r" t="t"/>
              <a:pathLst>
                <a:path extrusionOk="0" h="6136" w="5247">
                  <a:moveTo>
                    <a:pt x="4269" y="0"/>
                  </a:moveTo>
                  <a:cubicBezTo>
                    <a:pt x="4144" y="0"/>
                    <a:pt x="4022" y="84"/>
                    <a:pt x="3922" y="271"/>
                  </a:cubicBezTo>
                  <a:cubicBezTo>
                    <a:pt x="3444" y="1157"/>
                    <a:pt x="1779" y="2414"/>
                    <a:pt x="1779" y="2414"/>
                  </a:cubicBezTo>
                  <a:cubicBezTo>
                    <a:pt x="2118" y="1467"/>
                    <a:pt x="1821" y="607"/>
                    <a:pt x="1596" y="607"/>
                  </a:cubicBezTo>
                  <a:cubicBezTo>
                    <a:pt x="1546" y="607"/>
                    <a:pt x="1500" y="649"/>
                    <a:pt x="1465" y="743"/>
                  </a:cubicBezTo>
                  <a:cubicBezTo>
                    <a:pt x="1279" y="1250"/>
                    <a:pt x="1" y="3535"/>
                    <a:pt x="1" y="3535"/>
                  </a:cubicBezTo>
                  <a:lnTo>
                    <a:pt x="1244" y="6135"/>
                  </a:lnTo>
                  <a:cubicBezTo>
                    <a:pt x="3736" y="5314"/>
                    <a:pt x="4186" y="4164"/>
                    <a:pt x="4779" y="2485"/>
                  </a:cubicBezTo>
                  <a:cubicBezTo>
                    <a:pt x="5247" y="1167"/>
                    <a:pt x="4737" y="0"/>
                    <a:pt x="4269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8"/>
            <p:cNvSpPr/>
            <p:nvPr/>
          </p:nvSpPr>
          <p:spPr>
            <a:xfrm>
              <a:off x="8336881" y="4173962"/>
              <a:ext cx="101921" cy="168943"/>
            </a:xfrm>
            <a:custGeom>
              <a:rect b="b" l="l" r="r" t="t"/>
              <a:pathLst>
                <a:path extrusionOk="0" h="2193" w="1323">
                  <a:moveTo>
                    <a:pt x="179" y="0"/>
                  </a:moveTo>
                  <a:lnTo>
                    <a:pt x="1" y="150"/>
                  </a:lnTo>
                  <a:cubicBezTo>
                    <a:pt x="8" y="164"/>
                    <a:pt x="1058" y="1450"/>
                    <a:pt x="1087" y="2193"/>
                  </a:cubicBezTo>
                  <a:lnTo>
                    <a:pt x="1322" y="2186"/>
                  </a:lnTo>
                  <a:cubicBezTo>
                    <a:pt x="1287" y="1357"/>
                    <a:pt x="222" y="57"/>
                    <a:pt x="1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8"/>
            <p:cNvSpPr/>
            <p:nvPr/>
          </p:nvSpPr>
          <p:spPr>
            <a:xfrm>
              <a:off x="8369391" y="4040226"/>
              <a:ext cx="164013" cy="180576"/>
            </a:xfrm>
            <a:custGeom>
              <a:rect b="b" l="l" r="r" t="t"/>
              <a:pathLst>
                <a:path extrusionOk="0" h="2344" w="2129">
                  <a:moveTo>
                    <a:pt x="1922" y="0"/>
                  </a:moveTo>
                  <a:cubicBezTo>
                    <a:pt x="1272" y="1165"/>
                    <a:pt x="15" y="2143"/>
                    <a:pt x="0" y="2157"/>
                  </a:cubicBezTo>
                  <a:lnTo>
                    <a:pt x="143" y="2343"/>
                  </a:lnTo>
                  <a:cubicBezTo>
                    <a:pt x="200" y="2300"/>
                    <a:pt x="1457" y="1322"/>
                    <a:pt x="2129" y="115"/>
                  </a:cubicBezTo>
                  <a:lnTo>
                    <a:pt x="19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8"/>
            <p:cNvSpPr/>
            <p:nvPr/>
          </p:nvSpPr>
          <p:spPr>
            <a:xfrm>
              <a:off x="8397971" y="4102395"/>
              <a:ext cx="161317" cy="160777"/>
            </a:xfrm>
            <a:custGeom>
              <a:rect b="b" l="l" r="r" t="t"/>
              <a:pathLst>
                <a:path extrusionOk="0" h="2087" w="2094">
                  <a:moveTo>
                    <a:pt x="1886" y="0"/>
                  </a:moveTo>
                  <a:cubicBezTo>
                    <a:pt x="1665" y="443"/>
                    <a:pt x="1015" y="1108"/>
                    <a:pt x="44" y="1872"/>
                  </a:cubicBezTo>
                  <a:cubicBezTo>
                    <a:pt x="22" y="1893"/>
                    <a:pt x="1" y="1908"/>
                    <a:pt x="1" y="1908"/>
                  </a:cubicBezTo>
                  <a:lnTo>
                    <a:pt x="151" y="2086"/>
                  </a:lnTo>
                  <a:cubicBezTo>
                    <a:pt x="158" y="2086"/>
                    <a:pt x="172" y="2072"/>
                    <a:pt x="194" y="2058"/>
                  </a:cubicBezTo>
                  <a:cubicBezTo>
                    <a:pt x="765" y="1600"/>
                    <a:pt x="1779" y="736"/>
                    <a:pt x="2094" y="108"/>
                  </a:cubicBezTo>
                  <a:lnTo>
                    <a:pt x="18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8"/>
            <p:cNvSpPr/>
            <p:nvPr/>
          </p:nvSpPr>
          <p:spPr>
            <a:xfrm>
              <a:off x="8419465" y="4190448"/>
              <a:ext cx="133198" cy="116712"/>
            </a:xfrm>
            <a:custGeom>
              <a:rect b="b" l="l" r="r" t="t"/>
              <a:pathLst>
                <a:path extrusionOk="0" h="1515" w="1729">
                  <a:moveTo>
                    <a:pt x="1529" y="0"/>
                  </a:moveTo>
                  <a:cubicBezTo>
                    <a:pt x="1165" y="572"/>
                    <a:pt x="7" y="1307"/>
                    <a:pt x="0" y="1315"/>
                  </a:cubicBezTo>
                  <a:lnTo>
                    <a:pt x="122" y="1515"/>
                  </a:lnTo>
                  <a:cubicBezTo>
                    <a:pt x="172" y="1479"/>
                    <a:pt x="1336" y="743"/>
                    <a:pt x="1729" y="122"/>
                  </a:cubicBezTo>
                  <a:lnTo>
                    <a:pt x="15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8"/>
            <p:cNvSpPr/>
            <p:nvPr/>
          </p:nvSpPr>
          <p:spPr>
            <a:xfrm>
              <a:off x="8292353" y="4203622"/>
              <a:ext cx="69411" cy="143136"/>
            </a:xfrm>
            <a:custGeom>
              <a:rect b="b" l="l" r="r" t="t"/>
              <a:pathLst>
                <a:path extrusionOk="0" h="1858" w="901">
                  <a:moveTo>
                    <a:pt x="300" y="1"/>
                  </a:moveTo>
                  <a:lnTo>
                    <a:pt x="100" y="122"/>
                  </a:lnTo>
                  <a:cubicBezTo>
                    <a:pt x="122" y="158"/>
                    <a:pt x="607" y="972"/>
                    <a:pt x="0" y="1715"/>
                  </a:cubicBezTo>
                  <a:lnTo>
                    <a:pt x="186" y="1858"/>
                  </a:lnTo>
                  <a:cubicBezTo>
                    <a:pt x="900" y="986"/>
                    <a:pt x="307" y="8"/>
                    <a:pt x="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8"/>
            <p:cNvSpPr/>
            <p:nvPr/>
          </p:nvSpPr>
          <p:spPr>
            <a:xfrm>
              <a:off x="7588541" y="4127894"/>
              <a:ext cx="311000" cy="354218"/>
            </a:xfrm>
            <a:custGeom>
              <a:rect b="b" l="l" r="r" t="t"/>
              <a:pathLst>
                <a:path extrusionOk="0" h="4598" w="4037">
                  <a:moveTo>
                    <a:pt x="1735" y="0"/>
                  </a:moveTo>
                  <a:cubicBezTo>
                    <a:pt x="1577" y="0"/>
                    <a:pt x="1416" y="25"/>
                    <a:pt x="1258" y="77"/>
                  </a:cubicBezTo>
                  <a:cubicBezTo>
                    <a:pt x="451" y="334"/>
                    <a:pt x="1" y="1205"/>
                    <a:pt x="265" y="2012"/>
                  </a:cubicBezTo>
                  <a:lnTo>
                    <a:pt x="1101" y="4598"/>
                  </a:lnTo>
                  <a:lnTo>
                    <a:pt x="4036" y="3648"/>
                  </a:lnTo>
                  <a:lnTo>
                    <a:pt x="3193" y="1062"/>
                  </a:lnTo>
                  <a:cubicBezTo>
                    <a:pt x="2987" y="414"/>
                    <a:pt x="2383" y="0"/>
                    <a:pt x="173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8"/>
            <p:cNvSpPr/>
            <p:nvPr/>
          </p:nvSpPr>
          <p:spPr>
            <a:xfrm>
              <a:off x="7077938" y="4685104"/>
              <a:ext cx="1314106" cy="1405472"/>
            </a:xfrm>
            <a:custGeom>
              <a:rect b="b" l="l" r="r" t="t"/>
              <a:pathLst>
                <a:path extrusionOk="0" h="18244" w="17058">
                  <a:moveTo>
                    <a:pt x="2521" y="1"/>
                  </a:moveTo>
                  <a:cubicBezTo>
                    <a:pt x="1314" y="1"/>
                    <a:pt x="300" y="894"/>
                    <a:pt x="150" y="2086"/>
                  </a:cubicBezTo>
                  <a:cubicBezTo>
                    <a:pt x="0" y="3286"/>
                    <a:pt x="764" y="4401"/>
                    <a:pt x="1929" y="4701"/>
                  </a:cubicBezTo>
                  <a:lnTo>
                    <a:pt x="9493" y="6644"/>
                  </a:lnTo>
                  <a:lnTo>
                    <a:pt x="9636" y="15894"/>
                  </a:lnTo>
                  <a:cubicBezTo>
                    <a:pt x="9650" y="17201"/>
                    <a:pt x="10721" y="18244"/>
                    <a:pt x="12021" y="18244"/>
                  </a:cubicBezTo>
                  <a:lnTo>
                    <a:pt x="12057" y="18244"/>
                  </a:lnTo>
                  <a:cubicBezTo>
                    <a:pt x="12993" y="18229"/>
                    <a:pt x="13800" y="17679"/>
                    <a:pt x="14179" y="16894"/>
                  </a:cubicBezTo>
                  <a:cubicBezTo>
                    <a:pt x="14336" y="16922"/>
                    <a:pt x="14500" y="16944"/>
                    <a:pt x="14664" y="16944"/>
                  </a:cubicBezTo>
                  <a:cubicBezTo>
                    <a:pt x="15986" y="16944"/>
                    <a:pt x="17057" y="15872"/>
                    <a:pt x="17057" y="14551"/>
                  </a:cubicBezTo>
                  <a:lnTo>
                    <a:pt x="17057" y="5644"/>
                  </a:lnTo>
                  <a:cubicBezTo>
                    <a:pt x="17057" y="4701"/>
                    <a:pt x="16500" y="3844"/>
                    <a:pt x="15636" y="3458"/>
                  </a:cubicBezTo>
                  <a:lnTo>
                    <a:pt x="8293" y="201"/>
                  </a:lnTo>
                  <a:cubicBezTo>
                    <a:pt x="7986" y="65"/>
                    <a:pt x="7657" y="1"/>
                    <a:pt x="7321" y="1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8"/>
            <p:cNvSpPr/>
            <p:nvPr/>
          </p:nvSpPr>
          <p:spPr>
            <a:xfrm>
              <a:off x="8022723" y="5500081"/>
              <a:ext cx="422088" cy="479327"/>
            </a:xfrm>
            <a:custGeom>
              <a:rect b="b" l="l" r="r" t="t"/>
              <a:pathLst>
                <a:path extrusionOk="0" h="6222" w="5479">
                  <a:moveTo>
                    <a:pt x="0" y="0"/>
                  </a:moveTo>
                  <a:lnTo>
                    <a:pt x="615" y="6222"/>
                  </a:lnTo>
                  <a:lnTo>
                    <a:pt x="5479" y="6222"/>
                  </a:lnTo>
                  <a:lnTo>
                    <a:pt x="4765" y="0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8"/>
            <p:cNvSpPr/>
            <p:nvPr/>
          </p:nvSpPr>
          <p:spPr>
            <a:xfrm>
              <a:off x="8070024" y="5979330"/>
              <a:ext cx="719299" cy="389656"/>
            </a:xfrm>
            <a:custGeom>
              <a:rect b="b" l="l" r="r" t="t"/>
              <a:pathLst>
                <a:path extrusionOk="0" h="5058" w="9337">
                  <a:moveTo>
                    <a:pt x="1" y="1"/>
                  </a:moveTo>
                  <a:lnTo>
                    <a:pt x="451" y="5058"/>
                  </a:lnTo>
                  <a:lnTo>
                    <a:pt x="1893" y="5058"/>
                  </a:lnTo>
                  <a:lnTo>
                    <a:pt x="1893" y="3744"/>
                  </a:lnTo>
                  <a:cubicBezTo>
                    <a:pt x="2479" y="4701"/>
                    <a:pt x="3593" y="5058"/>
                    <a:pt x="3593" y="5058"/>
                  </a:cubicBezTo>
                  <a:lnTo>
                    <a:pt x="9336" y="5058"/>
                  </a:lnTo>
                  <a:cubicBezTo>
                    <a:pt x="9336" y="5058"/>
                    <a:pt x="5836" y="2858"/>
                    <a:pt x="48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8"/>
            <p:cNvSpPr/>
            <p:nvPr/>
          </p:nvSpPr>
          <p:spPr>
            <a:xfrm>
              <a:off x="8060702" y="5970548"/>
              <a:ext cx="738481" cy="407837"/>
            </a:xfrm>
            <a:custGeom>
              <a:rect b="b" l="l" r="r" t="t"/>
              <a:pathLst>
                <a:path extrusionOk="0" h="5294" w="9586">
                  <a:moveTo>
                    <a:pt x="4900" y="236"/>
                  </a:moveTo>
                  <a:cubicBezTo>
                    <a:pt x="5736" y="2572"/>
                    <a:pt x="8186" y="4436"/>
                    <a:pt x="9072" y="5058"/>
                  </a:cubicBezTo>
                  <a:lnTo>
                    <a:pt x="3736" y="5058"/>
                  </a:lnTo>
                  <a:cubicBezTo>
                    <a:pt x="3593" y="5008"/>
                    <a:pt x="2629" y="4643"/>
                    <a:pt x="2114" y="3800"/>
                  </a:cubicBezTo>
                  <a:cubicBezTo>
                    <a:pt x="2090" y="3758"/>
                    <a:pt x="2051" y="3742"/>
                    <a:pt x="2010" y="3742"/>
                  </a:cubicBezTo>
                  <a:cubicBezTo>
                    <a:pt x="2002" y="3742"/>
                    <a:pt x="1994" y="3742"/>
                    <a:pt x="1986" y="3743"/>
                  </a:cubicBezTo>
                  <a:cubicBezTo>
                    <a:pt x="1936" y="3758"/>
                    <a:pt x="1900" y="3808"/>
                    <a:pt x="1900" y="3858"/>
                  </a:cubicBezTo>
                  <a:lnTo>
                    <a:pt x="1900" y="5058"/>
                  </a:lnTo>
                  <a:lnTo>
                    <a:pt x="679" y="5058"/>
                  </a:lnTo>
                  <a:lnTo>
                    <a:pt x="250" y="236"/>
                  </a:lnTo>
                  <a:close/>
                  <a:moveTo>
                    <a:pt x="122" y="0"/>
                  </a:moveTo>
                  <a:cubicBezTo>
                    <a:pt x="86" y="0"/>
                    <a:pt x="57" y="15"/>
                    <a:pt x="36" y="36"/>
                  </a:cubicBezTo>
                  <a:cubicBezTo>
                    <a:pt x="14" y="65"/>
                    <a:pt x="0" y="93"/>
                    <a:pt x="0" y="129"/>
                  </a:cubicBezTo>
                  <a:lnTo>
                    <a:pt x="457" y="5186"/>
                  </a:lnTo>
                  <a:cubicBezTo>
                    <a:pt x="464" y="5243"/>
                    <a:pt x="514" y="5293"/>
                    <a:pt x="572" y="5293"/>
                  </a:cubicBezTo>
                  <a:lnTo>
                    <a:pt x="2014" y="5293"/>
                  </a:lnTo>
                  <a:cubicBezTo>
                    <a:pt x="2079" y="5293"/>
                    <a:pt x="2136" y="5243"/>
                    <a:pt x="2136" y="5172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86" y="5293"/>
                    <a:pt x="3700" y="5293"/>
                    <a:pt x="3714" y="5293"/>
                  </a:cubicBezTo>
                  <a:lnTo>
                    <a:pt x="9457" y="5293"/>
                  </a:lnTo>
                  <a:cubicBezTo>
                    <a:pt x="9514" y="5293"/>
                    <a:pt x="9557" y="5258"/>
                    <a:pt x="9572" y="5208"/>
                  </a:cubicBezTo>
                  <a:cubicBezTo>
                    <a:pt x="9586" y="5158"/>
                    <a:pt x="9564" y="5100"/>
                    <a:pt x="9522" y="5079"/>
                  </a:cubicBezTo>
                  <a:cubicBezTo>
                    <a:pt x="9486" y="5050"/>
                    <a:pt x="6043" y="2858"/>
                    <a:pt x="5093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8"/>
            <p:cNvSpPr/>
            <p:nvPr/>
          </p:nvSpPr>
          <p:spPr>
            <a:xfrm>
              <a:off x="7817496" y="5497847"/>
              <a:ext cx="380257" cy="495890"/>
            </a:xfrm>
            <a:custGeom>
              <a:rect b="b" l="l" r="r" t="t"/>
              <a:pathLst>
                <a:path extrusionOk="0" h="6437" w="4936">
                  <a:moveTo>
                    <a:pt x="21" y="1"/>
                  </a:moveTo>
                  <a:lnTo>
                    <a:pt x="0" y="6436"/>
                  </a:lnTo>
                  <a:lnTo>
                    <a:pt x="4936" y="6436"/>
                  </a:lnTo>
                  <a:lnTo>
                    <a:pt x="4643" y="1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8"/>
            <p:cNvSpPr/>
            <p:nvPr/>
          </p:nvSpPr>
          <p:spPr>
            <a:xfrm>
              <a:off x="7822965" y="5993659"/>
              <a:ext cx="719838" cy="390195"/>
            </a:xfrm>
            <a:custGeom>
              <a:rect b="b" l="l" r="r" t="t"/>
              <a:pathLst>
                <a:path extrusionOk="0" h="5065" w="9344">
                  <a:moveTo>
                    <a:pt x="0" y="0"/>
                  </a:moveTo>
                  <a:lnTo>
                    <a:pt x="458" y="5065"/>
                  </a:lnTo>
                  <a:lnTo>
                    <a:pt x="1900" y="5065"/>
                  </a:lnTo>
                  <a:lnTo>
                    <a:pt x="1900" y="3743"/>
                  </a:lnTo>
                  <a:cubicBezTo>
                    <a:pt x="2479" y="4700"/>
                    <a:pt x="3593" y="5065"/>
                    <a:pt x="3593" y="5065"/>
                  </a:cubicBezTo>
                  <a:lnTo>
                    <a:pt x="9343" y="5065"/>
                  </a:lnTo>
                  <a:cubicBezTo>
                    <a:pt x="9343" y="5065"/>
                    <a:pt x="5836" y="2858"/>
                    <a:pt x="48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8"/>
            <p:cNvSpPr/>
            <p:nvPr/>
          </p:nvSpPr>
          <p:spPr>
            <a:xfrm>
              <a:off x="7813644" y="5984877"/>
              <a:ext cx="738481" cy="407759"/>
            </a:xfrm>
            <a:custGeom>
              <a:rect b="b" l="l" r="r" t="t"/>
              <a:pathLst>
                <a:path extrusionOk="0" h="5293" w="9586">
                  <a:moveTo>
                    <a:pt x="4900" y="236"/>
                  </a:moveTo>
                  <a:cubicBezTo>
                    <a:pt x="5743" y="2572"/>
                    <a:pt x="8186" y="4443"/>
                    <a:pt x="9071" y="5057"/>
                  </a:cubicBezTo>
                  <a:lnTo>
                    <a:pt x="3736" y="5057"/>
                  </a:lnTo>
                  <a:cubicBezTo>
                    <a:pt x="3600" y="5007"/>
                    <a:pt x="2636" y="4643"/>
                    <a:pt x="2121" y="3800"/>
                  </a:cubicBezTo>
                  <a:cubicBezTo>
                    <a:pt x="2099" y="3766"/>
                    <a:pt x="2058" y="3746"/>
                    <a:pt x="2018" y="3746"/>
                  </a:cubicBezTo>
                  <a:cubicBezTo>
                    <a:pt x="2007" y="3746"/>
                    <a:pt x="1996" y="3747"/>
                    <a:pt x="1986" y="3750"/>
                  </a:cubicBezTo>
                  <a:cubicBezTo>
                    <a:pt x="1936" y="3764"/>
                    <a:pt x="1900" y="3807"/>
                    <a:pt x="1900" y="3857"/>
                  </a:cubicBezTo>
                  <a:lnTo>
                    <a:pt x="1900" y="5057"/>
                  </a:lnTo>
                  <a:lnTo>
                    <a:pt x="686" y="5057"/>
                  </a:lnTo>
                  <a:lnTo>
                    <a:pt x="250" y="236"/>
                  </a:lnTo>
                  <a:close/>
                  <a:moveTo>
                    <a:pt x="121" y="0"/>
                  </a:moveTo>
                  <a:cubicBezTo>
                    <a:pt x="93" y="0"/>
                    <a:pt x="57" y="14"/>
                    <a:pt x="36" y="36"/>
                  </a:cubicBezTo>
                  <a:cubicBezTo>
                    <a:pt x="14" y="64"/>
                    <a:pt x="0" y="93"/>
                    <a:pt x="7" y="129"/>
                  </a:cubicBezTo>
                  <a:lnTo>
                    <a:pt x="457" y="5186"/>
                  </a:lnTo>
                  <a:cubicBezTo>
                    <a:pt x="464" y="5250"/>
                    <a:pt x="514" y="5293"/>
                    <a:pt x="579" y="5293"/>
                  </a:cubicBezTo>
                  <a:lnTo>
                    <a:pt x="2021" y="5293"/>
                  </a:lnTo>
                  <a:cubicBezTo>
                    <a:pt x="2086" y="5293"/>
                    <a:pt x="2136" y="5243"/>
                    <a:pt x="2136" y="5179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93" y="5293"/>
                    <a:pt x="3707" y="5293"/>
                    <a:pt x="3714" y="5293"/>
                  </a:cubicBezTo>
                  <a:lnTo>
                    <a:pt x="9464" y="5293"/>
                  </a:lnTo>
                  <a:cubicBezTo>
                    <a:pt x="9514" y="5293"/>
                    <a:pt x="9557" y="5257"/>
                    <a:pt x="9571" y="5207"/>
                  </a:cubicBezTo>
                  <a:cubicBezTo>
                    <a:pt x="9586" y="5157"/>
                    <a:pt x="9571" y="5107"/>
                    <a:pt x="9521" y="5079"/>
                  </a:cubicBezTo>
                  <a:cubicBezTo>
                    <a:pt x="9493" y="5057"/>
                    <a:pt x="6043" y="2864"/>
                    <a:pt x="5100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8"/>
            <p:cNvSpPr/>
            <p:nvPr/>
          </p:nvSpPr>
          <p:spPr>
            <a:xfrm>
              <a:off x="6729575" y="4987244"/>
              <a:ext cx="1448921" cy="1449461"/>
            </a:xfrm>
            <a:custGeom>
              <a:rect b="b" l="l" r="r" t="t"/>
              <a:pathLst>
                <a:path extrusionOk="0" h="18815" w="18808">
                  <a:moveTo>
                    <a:pt x="9401" y="236"/>
                  </a:moveTo>
                  <a:cubicBezTo>
                    <a:pt x="14458" y="236"/>
                    <a:pt x="18572" y="4350"/>
                    <a:pt x="18572" y="9407"/>
                  </a:cubicBezTo>
                  <a:cubicBezTo>
                    <a:pt x="18572" y="14464"/>
                    <a:pt x="14458" y="18579"/>
                    <a:pt x="9401" y="18579"/>
                  </a:cubicBezTo>
                  <a:cubicBezTo>
                    <a:pt x="4343" y="18579"/>
                    <a:pt x="229" y="14464"/>
                    <a:pt x="229" y="9407"/>
                  </a:cubicBezTo>
                  <a:cubicBezTo>
                    <a:pt x="229" y="4350"/>
                    <a:pt x="4343" y="236"/>
                    <a:pt x="9401" y="236"/>
                  </a:cubicBezTo>
                  <a:close/>
                  <a:moveTo>
                    <a:pt x="9401" y="0"/>
                  </a:moveTo>
                  <a:cubicBezTo>
                    <a:pt x="4215" y="0"/>
                    <a:pt x="1" y="4222"/>
                    <a:pt x="1" y="9407"/>
                  </a:cubicBezTo>
                  <a:cubicBezTo>
                    <a:pt x="1" y="14593"/>
                    <a:pt x="4215" y="18814"/>
                    <a:pt x="9401" y="18814"/>
                  </a:cubicBezTo>
                  <a:cubicBezTo>
                    <a:pt x="14586" y="18814"/>
                    <a:pt x="18808" y="14593"/>
                    <a:pt x="18808" y="9407"/>
                  </a:cubicBezTo>
                  <a:cubicBezTo>
                    <a:pt x="18808" y="4222"/>
                    <a:pt x="14586" y="0"/>
                    <a:pt x="94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8"/>
            <p:cNvSpPr/>
            <p:nvPr/>
          </p:nvSpPr>
          <p:spPr>
            <a:xfrm>
              <a:off x="7378383" y="5638209"/>
              <a:ext cx="147527" cy="147527"/>
            </a:xfrm>
            <a:custGeom>
              <a:rect b="b" l="l" r="r" t="t"/>
              <a:pathLst>
                <a:path extrusionOk="0" h="1915" w="1915">
                  <a:moveTo>
                    <a:pt x="957" y="0"/>
                  </a:moveTo>
                  <a:cubicBezTo>
                    <a:pt x="429" y="0"/>
                    <a:pt x="0" y="429"/>
                    <a:pt x="0" y="957"/>
                  </a:cubicBezTo>
                  <a:cubicBezTo>
                    <a:pt x="0" y="1486"/>
                    <a:pt x="429" y="1914"/>
                    <a:pt x="957" y="1914"/>
                  </a:cubicBezTo>
                  <a:cubicBezTo>
                    <a:pt x="1486" y="1914"/>
                    <a:pt x="1914" y="1486"/>
                    <a:pt x="1914" y="957"/>
                  </a:cubicBezTo>
                  <a:cubicBezTo>
                    <a:pt x="1914" y="429"/>
                    <a:pt x="1486" y="0"/>
                    <a:pt x="9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8"/>
            <p:cNvSpPr/>
            <p:nvPr/>
          </p:nvSpPr>
          <p:spPr>
            <a:xfrm>
              <a:off x="7191799" y="3773292"/>
              <a:ext cx="329181" cy="270325"/>
            </a:xfrm>
            <a:custGeom>
              <a:rect b="b" l="l" r="r" t="t"/>
              <a:pathLst>
                <a:path extrusionOk="0" h="3509" w="4273">
                  <a:moveTo>
                    <a:pt x="2759" y="0"/>
                  </a:moveTo>
                  <a:cubicBezTo>
                    <a:pt x="2205" y="0"/>
                    <a:pt x="1648" y="193"/>
                    <a:pt x="1222" y="530"/>
                  </a:cubicBezTo>
                  <a:cubicBezTo>
                    <a:pt x="379" y="1201"/>
                    <a:pt x="1" y="2408"/>
                    <a:pt x="322" y="3444"/>
                  </a:cubicBezTo>
                  <a:cubicBezTo>
                    <a:pt x="1043" y="3465"/>
                    <a:pt x="1351" y="3487"/>
                    <a:pt x="2072" y="3508"/>
                  </a:cubicBezTo>
                  <a:lnTo>
                    <a:pt x="4272" y="622"/>
                  </a:lnTo>
                  <a:cubicBezTo>
                    <a:pt x="3859" y="191"/>
                    <a:pt x="3310" y="0"/>
                    <a:pt x="27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8"/>
            <p:cNvSpPr/>
            <p:nvPr/>
          </p:nvSpPr>
          <p:spPr>
            <a:xfrm>
              <a:off x="7181938" y="3763739"/>
              <a:ext cx="345590" cy="288660"/>
            </a:xfrm>
            <a:custGeom>
              <a:rect b="b" l="l" r="r" t="t"/>
              <a:pathLst>
                <a:path extrusionOk="0" h="3747" w="4486">
                  <a:moveTo>
                    <a:pt x="2890" y="1"/>
                  </a:moveTo>
                  <a:cubicBezTo>
                    <a:pt x="2304" y="1"/>
                    <a:pt x="1719" y="211"/>
                    <a:pt x="1279" y="561"/>
                  </a:cubicBezTo>
                  <a:cubicBezTo>
                    <a:pt x="386" y="1268"/>
                    <a:pt x="0" y="2518"/>
                    <a:pt x="336" y="3604"/>
                  </a:cubicBezTo>
                  <a:lnTo>
                    <a:pt x="357" y="3682"/>
                  </a:lnTo>
                  <a:lnTo>
                    <a:pt x="443" y="3689"/>
                  </a:lnTo>
                  <a:cubicBezTo>
                    <a:pt x="879" y="3696"/>
                    <a:pt x="1157" y="3711"/>
                    <a:pt x="1479" y="3725"/>
                  </a:cubicBezTo>
                  <a:cubicBezTo>
                    <a:pt x="1686" y="3732"/>
                    <a:pt x="1907" y="3739"/>
                    <a:pt x="2193" y="3746"/>
                  </a:cubicBezTo>
                  <a:lnTo>
                    <a:pt x="2207" y="3518"/>
                  </a:lnTo>
                  <a:cubicBezTo>
                    <a:pt x="1914" y="3504"/>
                    <a:pt x="1693" y="3496"/>
                    <a:pt x="1486" y="3489"/>
                  </a:cubicBezTo>
                  <a:cubicBezTo>
                    <a:pt x="1186" y="3475"/>
                    <a:pt x="929" y="3461"/>
                    <a:pt x="536" y="3454"/>
                  </a:cubicBezTo>
                  <a:cubicBezTo>
                    <a:pt x="279" y="2489"/>
                    <a:pt x="643" y="1361"/>
                    <a:pt x="1429" y="746"/>
                  </a:cubicBezTo>
                  <a:cubicBezTo>
                    <a:pt x="1818" y="433"/>
                    <a:pt x="2354" y="243"/>
                    <a:pt x="2892" y="243"/>
                  </a:cubicBezTo>
                  <a:cubicBezTo>
                    <a:pt x="3408" y="243"/>
                    <a:pt x="3926" y="419"/>
                    <a:pt x="4314" y="832"/>
                  </a:cubicBezTo>
                  <a:lnTo>
                    <a:pt x="4486" y="668"/>
                  </a:lnTo>
                  <a:cubicBezTo>
                    <a:pt x="4041" y="202"/>
                    <a:pt x="3465" y="1"/>
                    <a:pt x="28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8"/>
            <p:cNvSpPr/>
            <p:nvPr/>
          </p:nvSpPr>
          <p:spPr>
            <a:xfrm>
              <a:off x="7318371" y="3809114"/>
              <a:ext cx="270787" cy="270248"/>
            </a:xfrm>
            <a:custGeom>
              <a:rect b="b" l="l" r="r" t="t"/>
              <a:pathLst>
                <a:path extrusionOk="0" h="3508" w="3515">
                  <a:moveTo>
                    <a:pt x="1758" y="0"/>
                  </a:moveTo>
                  <a:cubicBezTo>
                    <a:pt x="786" y="0"/>
                    <a:pt x="0" y="786"/>
                    <a:pt x="0" y="1750"/>
                  </a:cubicBezTo>
                  <a:cubicBezTo>
                    <a:pt x="0" y="2722"/>
                    <a:pt x="786" y="3507"/>
                    <a:pt x="1758" y="3507"/>
                  </a:cubicBezTo>
                  <a:cubicBezTo>
                    <a:pt x="2729" y="3507"/>
                    <a:pt x="3515" y="2722"/>
                    <a:pt x="3515" y="1750"/>
                  </a:cubicBezTo>
                  <a:cubicBezTo>
                    <a:pt x="3515" y="786"/>
                    <a:pt x="2729" y="0"/>
                    <a:pt x="175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8"/>
            <p:cNvSpPr/>
            <p:nvPr/>
          </p:nvSpPr>
          <p:spPr>
            <a:xfrm>
              <a:off x="7184095" y="4128818"/>
              <a:ext cx="539340" cy="500282"/>
            </a:xfrm>
            <a:custGeom>
              <a:rect b="b" l="l" r="r" t="t"/>
              <a:pathLst>
                <a:path extrusionOk="0" h="6494" w="7001">
                  <a:moveTo>
                    <a:pt x="1" y="0"/>
                  </a:moveTo>
                  <a:lnTo>
                    <a:pt x="1" y="5215"/>
                  </a:lnTo>
                  <a:cubicBezTo>
                    <a:pt x="1" y="5922"/>
                    <a:pt x="572" y="6493"/>
                    <a:pt x="1279" y="6493"/>
                  </a:cubicBezTo>
                  <a:lnTo>
                    <a:pt x="5722" y="6493"/>
                  </a:lnTo>
                  <a:cubicBezTo>
                    <a:pt x="6429" y="6493"/>
                    <a:pt x="7001" y="5922"/>
                    <a:pt x="7001" y="5215"/>
                  </a:cubicBezTo>
                  <a:lnTo>
                    <a:pt x="7001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8"/>
            <p:cNvSpPr/>
            <p:nvPr/>
          </p:nvSpPr>
          <p:spPr>
            <a:xfrm>
              <a:off x="6872094" y="4119805"/>
              <a:ext cx="421010" cy="1001719"/>
            </a:xfrm>
            <a:custGeom>
              <a:rect b="b" l="l" r="r" t="t"/>
              <a:pathLst>
                <a:path extrusionOk="0" h="13003" w="5465">
                  <a:moveTo>
                    <a:pt x="3772" y="0"/>
                  </a:moveTo>
                  <a:cubicBezTo>
                    <a:pt x="3161" y="0"/>
                    <a:pt x="2591" y="378"/>
                    <a:pt x="2372" y="989"/>
                  </a:cubicBezTo>
                  <a:lnTo>
                    <a:pt x="151" y="7203"/>
                  </a:lnTo>
                  <a:cubicBezTo>
                    <a:pt x="1" y="7617"/>
                    <a:pt x="43" y="8074"/>
                    <a:pt x="265" y="8453"/>
                  </a:cubicBezTo>
                  <a:lnTo>
                    <a:pt x="2479" y="12260"/>
                  </a:lnTo>
                  <a:cubicBezTo>
                    <a:pt x="2751" y="12739"/>
                    <a:pt x="3251" y="13003"/>
                    <a:pt x="3765" y="13003"/>
                  </a:cubicBezTo>
                  <a:cubicBezTo>
                    <a:pt x="4022" y="13003"/>
                    <a:pt x="4279" y="12939"/>
                    <a:pt x="4515" y="12803"/>
                  </a:cubicBezTo>
                  <a:cubicBezTo>
                    <a:pt x="5222" y="12389"/>
                    <a:pt x="5465" y="11474"/>
                    <a:pt x="5051" y="10767"/>
                  </a:cubicBezTo>
                  <a:lnTo>
                    <a:pt x="3186" y="7553"/>
                  </a:lnTo>
                  <a:lnTo>
                    <a:pt x="5179" y="1989"/>
                  </a:lnTo>
                  <a:cubicBezTo>
                    <a:pt x="5458" y="1217"/>
                    <a:pt x="5051" y="367"/>
                    <a:pt x="4279" y="89"/>
                  </a:cubicBezTo>
                  <a:cubicBezTo>
                    <a:pt x="4111" y="29"/>
                    <a:pt x="3940" y="0"/>
                    <a:pt x="3772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8"/>
            <p:cNvSpPr/>
            <p:nvPr/>
          </p:nvSpPr>
          <p:spPr>
            <a:xfrm>
              <a:off x="7049280" y="4917911"/>
              <a:ext cx="427096" cy="366467"/>
            </a:xfrm>
            <a:custGeom>
              <a:rect b="b" l="l" r="r" t="t"/>
              <a:pathLst>
                <a:path extrusionOk="0" h="4757" w="5544">
                  <a:moveTo>
                    <a:pt x="2365" y="0"/>
                  </a:moveTo>
                  <a:lnTo>
                    <a:pt x="1" y="1450"/>
                  </a:lnTo>
                  <a:cubicBezTo>
                    <a:pt x="315" y="2572"/>
                    <a:pt x="1901" y="4307"/>
                    <a:pt x="2758" y="4643"/>
                  </a:cubicBezTo>
                  <a:cubicBezTo>
                    <a:pt x="2960" y="4722"/>
                    <a:pt x="3228" y="4756"/>
                    <a:pt x="3514" y="4756"/>
                  </a:cubicBezTo>
                  <a:cubicBezTo>
                    <a:pt x="4439" y="4756"/>
                    <a:pt x="5544" y="4396"/>
                    <a:pt x="5151" y="4036"/>
                  </a:cubicBezTo>
                  <a:cubicBezTo>
                    <a:pt x="4629" y="3564"/>
                    <a:pt x="3779" y="2365"/>
                    <a:pt x="3779" y="2364"/>
                  </a:cubicBezTo>
                  <a:lnTo>
                    <a:pt x="3779" y="2364"/>
                  </a:lnTo>
                  <a:cubicBezTo>
                    <a:pt x="3779" y="2364"/>
                    <a:pt x="4892" y="2921"/>
                    <a:pt x="5147" y="2921"/>
                  </a:cubicBezTo>
                  <a:cubicBezTo>
                    <a:pt x="5255" y="2921"/>
                    <a:pt x="5209" y="2821"/>
                    <a:pt x="4858" y="2536"/>
                  </a:cubicBezTo>
                  <a:cubicBezTo>
                    <a:pt x="3672" y="1579"/>
                    <a:pt x="2365" y="0"/>
                    <a:pt x="2365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8"/>
            <p:cNvSpPr/>
            <p:nvPr/>
          </p:nvSpPr>
          <p:spPr>
            <a:xfrm>
              <a:off x="7275461" y="5139624"/>
              <a:ext cx="143675" cy="137666"/>
            </a:xfrm>
            <a:custGeom>
              <a:rect b="b" l="l" r="r" t="t"/>
              <a:pathLst>
                <a:path extrusionOk="0" h="1787" w="1865">
                  <a:moveTo>
                    <a:pt x="200" y="1"/>
                  </a:moveTo>
                  <a:lnTo>
                    <a:pt x="0" y="136"/>
                  </a:lnTo>
                  <a:cubicBezTo>
                    <a:pt x="486" y="844"/>
                    <a:pt x="1672" y="1744"/>
                    <a:pt x="1722" y="1786"/>
                  </a:cubicBezTo>
                  <a:lnTo>
                    <a:pt x="1865" y="1594"/>
                  </a:lnTo>
                  <a:cubicBezTo>
                    <a:pt x="1850" y="1586"/>
                    <a:pt x="657" y="679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8"/>
            <p:cNvSpPr/>
            <p:nvPr/>
          </p:nvSpPr>
          <p:spPr>
            <a:xfrm>
              <a:off x="7208285" y="5153953"/>
              <a:ext cx="160777" cy="135971"/>
            </a:xfrm>
            <a:custGeom>
              <a:rect b="b" l="l" r="r" t="t"/>
              <a:pathLst>
                <a:path extrusionOk="0" h="1765" w="2087">
                  <a:moveTo>
                    <a:pt x="201" y="0"/>
                  </a:moveTo>
                  <a:lnTo>
                    <a:pt x="1" y="129"/>
                  </a:lnTo>
                  <a:cubicBezTo>
                    <a:pt x="558" y="958"/>
                    <a:pt x="1908" y="1765"/>
                    <a:pt x="2058" y="1765"/>
                  </a:cubicBezTo>
                  <a:lnTo>
                    <a:pt x="2065" y="1765"/>
                  </a:lnTo>
                  <a:lnTo>
                    <a:pt x="2044" y="1643"/>
                  </a:lnTo>
                  <a:lnTo>
                    <a:pt x="2087" y="1536"/>
                  </a:lnTo>
                  <a:cubicBezTo>
                    <a:pt x="1944" y="1479"/>
                    <a:pt x="737" y="80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8"/>
            <p:cNvSpPr/>
            <p:nvPr/>
          </p:nvSpPr>
          <p:spPr>
            <a:xfrm>
              <a:off x="7167609" y="5173752"/>
              <a:ext cx="148066" cy="120024"/>
            </a:xfrm>
            <a:custGeom>
              <a:rect b="b" l="l" r="r" t="t"/>
              <a:pathLst>
                <a:path extrusionOk="0" h="1558" w="1922">
                  <a:moveTo>
                    <a:pt x="200" y="1"/>
                  </a:moveTo>
                  <a:lnTo>
                    <a:pt x="0" y="129"/>
                  </a:lnTo>
                  <a:cubicBezTo>
                    <a:pt x="572" y="1058"/>
                    <a:pt x="1793" y="1551"/>
                    <a:pt x="1907" y="1558"/>
                  </a:cubicBezTo>
                  <a:lnTo>
                    <a:pt x="1915" y="1322"/>
                  </a:lnTo>
                  <a:lnTo>
                    <a:pt x="1922" y="1322"/>
                  </a:lnTo>
                  <a:cubicBezTo>
                    <a:pt x="1779" y="1293"/>
                    <a:pt x="686" y="793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8"/>
            <p:cNvSpPr/>
            <p:nvPr/>
          </p:nvSpPr>
          <p:spPr>
            <a:xfrm>
              <a:off x="6978328" y="4121269"/>
              <a:ext cx="325252" cy="357608"/>
            </a:xfrm>
            <a:custGeom>
              <a:rect b="b" l="l" r="r" t="t"/>
              <a:pathLst>
                <a:path extrusionOk="0" h="4642" w="4222">
                  <a:moveTo>
                    <a:pt x="2471" y="0"/>
                  </a:moveTo>
                  <a:cubicBezTo>
                    <a:pt x="1869" y="0"/>
                    <a:pt x="1298" y="357"/>
                    <a:pt x="1050" y="948"/>
                  </a:cubicBezTo>
                  <a:lnTo>
                    <a:pt x="0" y="3455"/>
                  </a:lnTo>
                  <a:lnTo>
                    <a:pt x="2843" y="4641"/>
                  </a:lnTo>
                  <a:lnTo>
                    <a:pt x="3893" y="2134"/>
                  </a:lnTo>
                  <a:cubicBezTo>
                    <a:pt x="4222" y="1355"/>
                    <a:pt x="3850" y="448"/>
                    <a:pt x="3064" y="120"/>
                  </a:cubicBezTo>
                  <a:cubicBezTo>
                    <a:pt x="2870" y="39"/>
                    <a:pt x="2669" y="0"/>
                    <a:pt x="247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8"/>
            <p:cNvSpPr/>
            <p:nvPr/>
          </p:nvSpPr>
          <p:spPr>
            <a:xfrm>
              <a:off x="7273227" y="3803798"/>
              <a:ext cx="249370" cy="164090"/>
            </a:xfrm>
            <a:custGeom>
              <a:rect b="b" l="l" r="r" t="t"/>
              <a:pathLst>
                <a:path extrusionOk="0" h="2130" w="3237">
                  <a:moveTo>
                    <a:pt x="2241" y="0"/>
                  </a:moveTo>
                  <a:cubicBezTo>
                    <a:pt x="1920" y="0"/>
                    <a:pt x="1561" y="100"/>
                    <a:pt x="1158" y="362"/>
                  </a:cubicBezTo>
                  <a:cubicBezTo>
                    <a:pt x="1158" y="362"/>
                    <a:pt x="736" y="584"/>
                    <a:pt x="194" y="705"/>
                  </a:cubicBezTo>
                  <a:lnTo>
                    <a:pt x="1" y="2112"/>
                  </a:lnTo>
                  <a:cubicBezTo>
                    <a:pt x="79" y="2124"/>
                    <a:pt x="158" y="2129"/>
                    <a:pt x="237" y="2129"/>
                  </a:cubicBezTo>
                  <a:cubicBezTo>
                    <a:pt x="1683" y="2129"/>
                    <a:pt x="3236" y="312"/>
                    <a:pt x="3236" y="312"/>
                  </a:cubicBezTo>
                  <a:cubicBezTo>
                    <a:pt x="2947" y="138"/>
                    <a:pt x="2619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8"/>
            <p:cNvSpPr/>
            <p:nvPr/>
          </p:nvSpPr>
          <p:spPr>
            <a:xfrm>
              <a:off x="7189025" y="4293370"/>
              <a:ext cx="92522" cy="189358"/>
            </a:xfrm>
            <a:custGeom>
              <a:rect b="b" l="l" r="r" t="t"/>
              <a:pathLst>
                <a:path extrusionOk="0" h="2458" w="1201">
                  <a:moveTo>
                    <a:pt x="987" y="0"/>
                  </a:moveTo>
                  <a:lnTo>
                    <a:pt x="1" y="2364"/>
                  </a:lnTo>
                  <a:lnTo>
                    <a:pt x="215" y="2457"/>
                  </a:lnTo>
                  <a:lnTo>
                    <a:pt x="1201" y="93"/>
                  </a:lnTo>
                  <a:lnTo>
                    <a:pt x="9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8"/>
            <p:cNvSpPr/>
            <p:nvPr/>
          </p:nvSpPr>
          <p:spPr>
            <a:xfrm>
              <a:off x="7705791" y="4291136"/>
              <a:ext cx="87515" cy="180037"/>
            </a:xfrm>
            <a:custGeom>
              <a:rect b="b" l="l" r="r" t="t"/>
              <a:pathLst>
                <a:path extrusionOk="0" h="2337" w="1136">
                  <a:moveTo>
                    <a:pt x="171" y="0"/>
                  </a:moveTo>
                  <a:lnTo>
                    <a:pt x="0" y="158"/>
                  </a:lnTo>
                  <a:cubicBezTo>
                    <a:pt x="843" y="1065"/>
                    <a:pt x="157" y="2158"/>
                    <a:pt x="129" y="2208"/>
                  </a:cubicBezTo>
                  <a:lnTo>
                    <a:pt x="329" y="2336"/>
                  </a:lnTo>
                  <a:cubicBezTo>
                    <a:pt x="336" y="2322"/>
                    <a:pt x="1136" y="1043"/>
                    <a:pt x="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8"/>
            <p:cNvSpPr/>
            <p:nvPr/>
          </p:nvSpPr>
          <p:spPr>
            <a:xfrm>
              <a:off x="7477376" y="3999242"/>
              <a:ext cx="55159" cy="22880"/>
            </a:xfrm>
            <a:custGeom>
              <a:rect b="b" l="l" r="r" t="t"/>
              <a:pathLst>
                <a:path extrusionOk="0" h="297" w="716">
                  <a:moveTo>
                    <a:pt x="139" y="0"/>
                  </a:moveTo>
                  <a:cubicBezTo>
                    <a:pt x="99" y="0"/>
                    <a:pt x="60" y="21"/>
                    <a:pt x="36" y="54"/>
                  </a:cubicBezTo>
                  <a:cubicBezTo>
                    <a:pt x="1" y="111"/>
                    <a:pt x="22" y="182"/>
                    <a:pt x="72" y="218"/>
                  </a:cubicBezTo>
                  <a:cubicBezTo>
                    <a:pt x="165" y="275"/>
                    <a:pt x="258" y="297"/>
                    <a:pt x="344" y="297"/>
                  </a:cubicBezTo>
                  <a:cubicBezTo>
                    <a:pt x="508" y="297"/>
                    <a:pt x="636" y="225"/>
                    <a:pt x="644" y="225"/>
                  </a:cubicBezTo>
                  <a:cubicBezTo>
                    <a:pt x="701" y="189"/>
                    <a:pt x="715" y="118"/>
                    <a:pt x="686" y="61"/>
                  </a:cubicBezTo>
                  <a:cubicBezTo>
                    <a:pt x="667" y="23"/>
                    <a:pt x="629" y="1"/>
                    <a:pt x="589" y="1"/>
                  </a:cubicBezTo>
                  <a:cubicBezTo>
                    <a:pt x="569" y="1"/>
                    <a:pt x="548" y="6"/>
                    <a:pt x="529" y="18"/>
                  </a:cubicBezTo>
                  <a:cubicBezTo>
                    <a:pt x="529" y="18"/>
                    <a:pt x="447" y="59"/>
                    <a:pt x="349" y="59"/>
                  </a:cubicBezTo>
                  <a:cubicBezTo>
                    <a:pt x="301" y="59"/>
                    <a:pt x="248" y="49"/>
                    <a:pt x="201" y="18"/>
                  </a:cubicBezTo>
                  <a:cubicBezTo>
                    <a:pt x="181" y="6"/>
                    <a:pt x="160" y="0"/>
                    <a:pt x="1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8"/>
            <p:cNvSpPr/>
            <p:nvPr/>
          </p:nvSpPr>
          <p:spPr>
            <a:xfrm>
              <a:off x="7548944" y="3920818"/>
              <a:ext cx="18258" cy="29736"/>
            </a:xfrm>
            <a:custGeom>
              <a:rect b="b" l="l" r="r" t="t"/>
              <a:pathLst>
                <a:path extrusionOk="0" h="386" w="237">
                  <a:moveTo>
                    <a:pt x="115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5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8"/>
            <p:cNvSpPr/>
            <p:nvPr/>
          </p:nvSpPr>
          <p:spPr>
            <a:xfrm>
              <a:off x="7448256" y="3920818"/>
              <a:ext cx="18181" cy="29736"/>
            </a:xfrm>
            <a:custGeom>
              <a:rect b="b" l="l" r="r" t="t"/>
              <a:pathLst>
                <a:path extrusionOk="0" h="386" w="236">
                  <a:moveTo>
                    <a:pt x="114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4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8"/>
            <p:cNvSpPr/>
            <p:nvPr/>
          </p:nvSpPr>
          <p:spPr>
            <a:xfrm>
              <a:off x="7304042" y="3922975"/>
              <a:ext cx="61707" cy="61707"/>
            </a:xfrm>
            <a:custGeom>
              <a:rect b="b" l="l" r="r" t="t"/>
              <a:pathLst>
                <a:path extrusionOk="0" h="801" w="801">
                  <a:moveTo>
                    <a:pt x="401" y="1"/>
                  </a:moveTo>
                  <a:cubicBezTo>
                    <a:pt x="179" y="1"/>
                    <a:pt x="1" y="179"/>
                    <a:pt x="1" y="401"/>
                  </a:cubicBezTo>
                  <a:cubicBezTo>
                    <a:pt x="1" y="622"/>
                    <a:pt x="179" y="801"/>
                    <a:pt x="401" y="801"/>
                  </a:cubicBezTo>
                  <a:cubicBezTo>
                    <a:pt x="622" y="801"/>
                    <a:pt x="801" y="622"/>
                    <a:pt x="801" y="401"/>
                  </a:cubicBezTo>
                  <a:cubicBezTo>
                    <a:pt x="801" y="179"/>
                    <a:pt x="622" y="1"/>
                    <a:pt x="401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8"/>
            <p:cNvSpPr/>
            <p:nvPr/>
          </p:nvSpPr>
          <p:spPr>
            <a:xfrm>
              <a:off x="10216051" y="5746061"/>
              <a:ext cx="1054952" cy="629011"/>
            </a:xfrm>
            <a:custGeom>
              <a:rect b="b" l="l" r="r" t="t"/>
              <a:pathLst>
                <a:path extrusionOk="0" h="8165" w="13694">
                  <a:moveTo>
                    <a:pt x="2401" y="0"/>
                  </a:moveTo>
                  <a:cubicBezTo>
                    <a:pt x="1072" y="0"/>
                    <a:pt x="1" y="1072"/>
                    <a:pt x="1" y="2400"/>
                  </a:cubicBezTo>
                  <a:lnTo>
                    <a:pt x="1" y="5764"/>
                  </a:lnTo>
                  <a:cubicBezTo>
                    <a:pt x="1" y="7086"/>
                    <a:pt x="1072" y="8164"/>
                    <a:pt x="2401" y="8164"/>
                  </a:cubicBezTo>
                  <a:lnTo>
                    <a:pt x="13693" y="8164"/>
                  </a:lnTo>
                  <a:lnTo>
                    <a:pt x="1369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8"/>
            <p:cNvSpPr/>
            <p:nvPr/>
          </p:nvSpPr>
          <p:spPr>
            <a:xfrm>
              <a:off x="9373572" y="4765993"/>
              <a:ext cx="1240381" cy="402906"/>
            </a:xfrm>
            <a:custGeom>
              <a:rect b="b" l="l" r="r" t="t"/>
              <a:pathLst>
                <a:path extrusionOk="0" h="5230" w="16101">
                  <a:moveTo>
                    <a:pt x="15837" y="1358"/>
                  </a:moveTo>
                  <a:cubicBezTo>
                    <a:pt x="15572" y="486"/>
                    <a:pt x="14651" y="1"/>
                    <a:pt x="13779" y="265"/>
                  </a:cubicBezTo>
                  <a:lnTo>
                    <a:pt x="8615" y="1844"/>
                  </a:lnTo>
                  <a:lnTo>
                    <a:pt x="8387" y="1844"/>
                  </a:lnTo>
                  <a:lnTo>
                    <a:pt x="2237" y="251"/>
                  </a:lnTo>
                  <a:cubicBezTo>
                    <a:pt x="1351" y="22"/>
                    <a:pt x="458" y="551"/>
                    <a:pt x="230" y="1429"/>
                  </a:cubicBezTo>
                  <a:cubicBezTo>
                    <a:pt x="1" y="2308"/>
                    <a:pt x="530" y="3208"/>
                    <a:pt x="1408" y="3436"/>
                  </a:cubicBezTo>
                  <a:lnTo>
                    <a:pt x="8137" y="5179"/>
                  </a:lnTo>
                  <a:cubicBezTo>
                    <a:pt x="8272" y="5215"/>
                    <a:pt x="8408" y="5229"/>
                    <a:pt x="8544" y="5229"/>
                  </a:cubicBezTo>
                  <a:cubicBezTo>
                    <a:pt x="8708" y="5229"/>
                    <a:pt x="8872" y="5208"/>
                    <a:pt x="9029" y="5158"/>
                  </a:cubicBezTo>
                  <a:lnTo>
                    <a:pt x="14744" y="3415"/>
                  </a:lnTo>
                  <a:cubicBezTo>
                    <a:pt x="15608" y="3151"/>
                    <a:pt x="16101" y="2229"/>
                    <a:pt x="15837" y="1358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8"/>
            <p:cNvSpPr/>
            <p:nvPr/>
          </p:nvSpPr>
          <p:spPr>
            <a:xfrm>
              <a:off x="8988385" y="5248092"/>
              <a:ext cx="2033867" cy="1067509"/>
            </a:xfrm>
            <a:custGeom>
              <a:rect b="b" l="l" r="r" t="t"/>
              <a:pathLst>
                <a:path extrusionOk="0" h="13857" w="26401">
                  <a:moveTo>
                    <a:pt x="11992" y="0"/>
                  </a:moveTo>
                  <a:cubicBezTo>
                    <a:pt x="11344" y="0"/>
                    <a:pt x="10720" y="261"/>
                    <a:pt x="10265" y="728"/>
                  </a:cubicBezTo>
                  <a:lnTo>
                    <a:pt x="4601" y="6578"/>
                  </a:lnTo>
                  <a:lnTo>
                    <a:pt x="1580" y="8250"/>
                  </a:lnTo>
                  <a:cubicBezTo>
                    <a:pt x="422" y="8893"/>
                    <a:pt x="1" y="10343"/>
                    <a:pt x="644" y="11500"/>
                  </a:cubicBezTo>
                  <a:cubicBezTo>
                    <a:pt x="701" y="11607"/>
                    <a:pt x="765" y="11707"/>
                    <a:pt x="837" y="11800"/>
                  </a:cubicBezTo>
                  <a:cubicBezTo>
                    <a:pt x="908" y="12307"/>
                    <a:pt x="1144" y="12793"/>
                    <a:pt x="1537" y="13178"/>
                  </a:cubicBezTo>
                  <a:cubicBezTo>
                    <a:pt x="2001" y="13628"/>
                    <a:pt x="2601" y="13857"/>
                    <a:pt x="3201" y="13857"/>
                  </a:cubicBezTo>
                  <a:cubicBezTo>
                    <a:pt x="3830" y="13857"/>
                    <a:pt x="4451" y="13607"/>
                    <a:pt x="4922" y="13128"/>
                  </a:cubicBezTo>
                  <a:lnTo>
                    <a:pt x="7537" y="10421"/>
                  </a:lnTo>
                  <a:lnTo>
                    <a:pt x="14808" y="6400"/>
                  </a:lnTo>
                  <a:lnTo>
                    <a:pt x="21408" y="6414"/>
                  </a:lnTo>
                  <a:lnTo>
                    <a:pt x="23929" y="6414"/>
                  </a:lnTo>
                  <a:cubicBezTo>
                    <a:pt x="25187" y="6414"/>
                    <a:pt x="26229" y="5443"/>
                    <a:pt x="26315" y="4186"/>
                  </a:cubicBezTo>
                  <a:cubicBezTo>
                    <a:pt x="26401" y="2928"/>
                    <a:pt x="25501" y="1828"/>
                    <a:pt x="24258" y="1657"/>
                  </a:cubicBezTo>
                  <a:lnTo>
                    <a:pt x="12308" y="21"/>
                  </a:lnTo>
                  <a:cubicBezTo>
                    <a:pt x="12202" y="7"/>
                    <a:pt x="12097" y="0"/>
                    <a:pt x="11992" y="0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8"/>
            <p:cNvSpPr/>
            <p:nvPr/>
          </p:nvSpPr>
          <p:spPr>
            <a:xfrm>
              <a:off x="10476900" y="4480416"/>
              <a:ext cx="279569" cy="279646"/>
            </a:xfrm>
            <a:custGeom>
              <a:rect b="b" l="l" r="r" t="t"/>
              <a:pathLst>
                <a:path extrusionOk="0" h="3630" w="3629">
                  <a:moveTo>
                    <a:pt x="1815" y="1"/>
                  </a:moveTo>
                  <a:cubicBezTo>
                    <a:pt x="815" y="1"/>
                    <a:pt x="0" y="815"/>
                    <a:pt x="0" y="1815"/>
                  </a:cubicBezTo>
                  <a:cubicBezTo>
                    <a:pt x="0" y="2815"/>
                    <a:pt x="815" y="3629"/>
                    <a:pt x="1815" y="3629"/>
                  </a:cubicBezTo>
                  <a:cubicBezTo>
                    <a:pt x="2822" y="3629"/>
                    <a:pt x="3629" y="2815"/>
                    <a:pt x="3629" y="1815"/>
                  </a:cubicBezTo>
                  <a:cubicBezTo>
                    <a:pt x="3629" y="815"/>
                    <a:pt x="2822" y="1"/>
                    <a:pt x="1815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8"/>
            <p:cNvSpPr/>
            <p:nvPr/>
          </p:nvSpPr>
          <p:spPr>
            <a:xfrm>
              <a:off x="10459258" y="4793496"/>
              <a:ext cx="522314" cy="516228"/>
            </a:xfrm>
            <a:custGeom>
              <a:rect b="b" l="l" r="r" t="t"/>
              <a:pathLst>
                <a:path extrusionOk="0" h="6701" w="6780">
                  <a:moveTo>
                    <a:pt x="1" y="1"/>
                  </a:moveTo>
                  <a:lnTo>
                    <a:pt x="1036" y="5644"/>
                  </a:lnTo>
                  <a:cubicBezTo>
                    <a:pt x="1129" y="6272"/>
                    <a:pt x="1515" y="6701"/>
                    <a:pt x="2094" y="6701"/>
                  </a:cubicBezTo>
                  <a:lnTo>
                    <a:pt x="5729" y="6701"/>
                  </a:lnTo>
                  <a:cubicBezTo>
                    <a:pt x="6308" y="6701"/>
                    <a:pt x="6779" y="6229"/>
                    <a:pt x="6779" y="5644"/>
                  </a:cubicBezTo>
                  <a:lnTo>
                    <a:pt x="5994" y="1372"/>
                  </a:lnTo>
                  <a:cubicBezTo>
                    <a:pt x="5851" y="572"/>
                    <a:pt x="5158" y="1"/>
                    <a:pt x="4351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8"/>
            <p:cNvSpPr/>
            <p:nvPr/>
          </p:nvSpPr>
          <p:spPr>
            <a:xfrm>
              <a:off x="8601042" y="5828568"/>
              <a:ext cx="677468" cy="556365"/>
            </a:xfrm>
            <a:custGeom>
              <a:rect b="b" l="l" r="r" t="t"/>
              <a:pathLst>
                <a:path extrusionOk="0" h="7222" w="8794">
                  <a:moveTo>
                    <a:pt x="0" y="1"/>
                  </a:moveTo>
                  <a:lnTo>
                    <a:pt x="4072" y="7222"/>
                  </a:lnTo>
                  <a:lnTo>
                    <a:pt x="8793" y="4872"/>
                  </a:lnTo>
                  <a:lnTo>
                    <a:pt x="7443" y="222"/>
                  </a:lnTo>
                  <a:cubicBezTo>
                    <a:pt x="6273" y="805"/>
                    <a:pt x="5115" y="1006"/>
                    <a:pt x="4073" y="1006"/>
                  </a:cubicBezTo>
                  <a:cubicBezTo>
                    <a:pt x="1746" y="1006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8"/>
            <p:cNvSpPr/>
            <p:nvPr/>
          </p:nvSpPr>
          <p:spPr>
            <a:xfrm>
              <a:off x="8591104" y="5819555"/>
              <a:ext cx="697266" cy="574777"/>
            </a:xfrm>
            <a:custGeom>
              <a:rect b="b" l="l" r="r" t="t"/>
              <a:pathLst>
                <a:path extrusionOk="0" h="7461" w="9051">
                  <a:moveTo>
                    <a:pt x="422" y="396"/>
                  </a:moveTo>
                  <a:lnTo>
                    <a:pt x="422" y="396"/>
                  </a:lnTo>
                  <a:cubicBezTo>
                    <a:pt x="1054" y="685"/>
                    <a:pt x="2482" y="1235"/>
                    <a:pt x="4224" y="1235"/>
                  </a:cubicBezTo>
                  <a:cubicBezTo>
                    <a:pt x="5242" y="1235"/>
                    <a:pt x="6366" y="1048"/>
                    <a:pt x="7501" y="510"/>
                  </a:cubicBezTo>
                  <a:lnTo>
                    <a:pt x="8779" y="4932"/>
                  </a:lnTo>
                  <a:lnTo>
                    <a:pt x="4251" y="7189"/>
                  </a:lnTo>
                  <a:lnTo>
                    <a:pt x="422" y="396"/>
                  </a:lnTo>
                  <a:close/>
                  <a:moveTo>
                    <a:pt x="132" y="0"/>
                  </a:moveTo>
                  <a:cubicBezTo>
                    <a:pt x="101" y="0"/>
                    <a:pt x="72" y="13"/>
                    <a:pt x="51" y="39"/>
                  </a:cubicBezTo>
                  <a:cubicBezTo>
                    <a:pt x="8" y="75"/>
                    <a:pt x="1" y="132"/>
                    <a:pt x="29" y="175"/>
                  </a:cubicBezTo>
                  <a:lnTo>
                    <a:pt x="4101" y="7403"/>
                  </a:lnTo>
                  <a:cubicBezTo>
                    <a:pt x="4122" y="7439"/>
                    <a:pt x="4158" y="7460"/>
                    <a:pt x="4201" y="7460"/>
                  </a:cubicBezTo>
                  <a:cubicBezTo>
                    <a:pt x="4215" y="7460"/>
                    <a:pt x="4237" y="7453"/>
                    <a:pt x="4251" y="7446"/>
                  </a:cubicBezTo>
                  <a:lnTo>
                    <a:pt x="8972" y="5096"/>
                  </a:lnTo>
                  <a:cubicBezTo>
                    <a:pt x="9022" y="5068"/>
                    <a:pt x="9051" y="5010"/>
                    <a:pt x="9037" y="4960"/>
                  </a:cubicBezTo>
                  <a:lnTo>
                    <a:pt x="7687" y="310"/>
                  </a:lnTo>
                  <a:cubicBezTo>
                    <a:pt x="7679" y="275"/>
                    <a:pt x="7651" y="246"/>
                    <a:pt x="7622" y="232"/>
                  </a:cubicBezTo>
                  <a:cubicBezTo>
                    <a:pt x="7609" y="225"/>
                    <a:pt x="7594" y="222"/>
                    <a:pt x="7578" y="222"/>
                  </a:cubicBezTo>
                  <a:cubicBezTo>
                    <a:pt x="7558" y="222"/>
                    <a:pt x="7538" y="227"/>
                    <a:pt x="7522" y="239"/>
                  </a:cubicBezTo>
                  <a:cubicBezTo>
                    <a:pt x="6379" y="806"/>
                    <a:pt x="5243" y="1002"/>
                    <a:pt x="4220" y="1002"/>
                  </a:cubicBezTo>
                  <a:cubicBezTo>
                    <a:pt x="1942" y="1002"/>
                    <a:pt x="218" y="32"/>
                    <a:pt x="194" y="18"/>
                  </a:cubicBezTo>
                  <a:cubicBezTo>
                    <a:pt x="174" y="6"/>
                    <a:pt x="153" y="0"/>
                    <a:pt x="13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8"/>
            <p:cNvSpPr/>
            <p:nvPr/>
          </p:nvSpPr>
          <p:spPr>
            <a:xfrm>
              <a:off x="9451225" y="5423583"/>
              <a:ext cx="1269501" cy="751193"/>
            </a:xfrm>
            <a:custGeom>
              <a:rect b="b" l="l" r="r" t="t"/>
              <a:pathLst>
                <a:path extrusionOk="0" h="9751" w="16479">
                  <a:moveTo>
                    <a:pt x="8750" y="0"/>
                  </a:moveTo>
                  <a:lnTo>
                    <a:pt x="0" y="9593"/>
                  </a:lnTo>
                  <a:lnTo>
                    <a:pt x="172" y="9750"/>
                  </a:lnTo>
                  <a:lnTo>
                    <a:pt x="8850" y="229"/>
                  </a:lnTo>
                  <a:lnTo>
                    <a:pt x="16479" y="229"/>
                  </a:lnTo>
                  <a:lnTo>
                    <a:pt x="164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8"/>
            <p:cNvSpPr/>
            <p:nvPr/>
          </p:nvSpPr>
          <p:spPr>
            <a:xfrm>
              <a:off x="10793292" y="4933318"/>
              <a:ext cx="143675" cy="382491"/>
            </a:xfrm>
            <a:custGeom>
              <a:rect b="b" l="l" r="r" t="t"/>
              <a:pathLst>
                <a:path extrusionOk="0" h="4965" w="1865">
                  <a:moveTo>
                    <a:pt x="1636" y="0"/>
                  </a:moveTo>
                  <a:lnTo>
                    <a:pt x="0" y="4893"/>
                  </a:lnTo>
                  <a:lnTo>
                    <a:pt x="222" y="4964"/>
                  </a:lnTo>
                  <a:lnTo>
                    <a:pt x="1865" y="79"/>
                  </a:lnTo>
                  <a:lnTo>
                    <a:pt x="16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8"/>
            <p:cNvSpPr/>
            <p:nvPr/>
          </p:nvSpPr>
          <p:spPr>
            <a:xfrm>
              <a:off x="9902433" y="4809982"/>
              <a:ext cx="1026833" cy="749036"/>
            </a:xfrm>
            <a:custGeom>
              <a:rect b="b" l="l" r="r" t="t"/>
              <a:pathLst>
                <a:path extrusionOk="0" h="9723" w="13329">
                  <a:moveTo>
                    <a:pt x="11489" y="1"/>
                  </a:moveTo>
                  <a:cubicBezTo>
                    <a:pt x="10785" y="1"/>
                    <a:pt x="10137" y="455"/>
                    <a:pt x="9922" y="1165"/>
                  </a:cubicBezTo>
                  <a:lnTo>
                    <a:pt x="8464" y="5930"/>
                  </a:lnTo>
                  <a:lnTo>
                    <a:pt x="2436" y="3687"/>
                  </a:lnTo>
                  <a:cubicBezTo>
                    <a:pt x="2249" y="3618"/>
                    <a:pt x="2056" y="3585"/>
                    <a:pt x="1867" y="3585"/>
                  </a:cubicBezTo>
                  <a:cubicBezTo>
                    <a:pt x="1198" y="3585"/>
                    <a:pt x="567" y="3996"/>
                    <a:pt x="322" y="4658"/>
                  </a:cubicBezTo>
                  <a:cubicBezTo>
                    <a:pt x="0" y="5508"/>
                    <a:pt x="436" y="6458"/>
                    <a:pt x="1286" y="6773"/>
                  </a:cubicBezTo>
                  <a:lnTo>
                    <a:pt x="8950" y="9623"/>
                  </a:lnTo>
                  <a:cubicBezTo>
                    <a:pt x="9136" y="9694"/>
                    <a:pt x="9329" y="9723"/>
                    <a:pt x="9529" y="9723"/>
                  </a:cubicBezTo>
                  <a:cubicBezTo>
                    <a:pt x="9779" y="9723"/>
                    <a:pt x="10029" y="9665"/>
                    <a:pt x="10257" y="9551"/>
                  </a:cubicBezTo>
                  <a:cubicBezTo>
                    <a:pt x="10664" y="9351"/>
                    <a:pt x="10964" y="8994"/>
                    <a:pt x="11100" y="8558"/>
                  </a:cubicBezTo>
                  <a:lnTo>
                    <a:pt x="13064" y="2123"/>
                  </a:lnTo>
                  <a:cubicBezTo>
                    <a:pt x="13329" y="1258"/>
                    <a:pt x="12843" y="337"/>
                    <a:pt x="11972" y="73"/>
                  </a:cubicBezTo>
                  <a:cubicBezTo>
                    <a:pt x="11811" y="24"/>
                    <a:pt x="11649" y="1"/>
                    <a:pt x="11489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8"/>
            <p:cNvSpPr/>
            <p:nvPr/>
          </p:nvSpPr>
          <p:spPr>
            <a:xfrm>
              <a:off x="9473720" y="5065745"/>
              <a:ext cx="626854" cy="267089"/>
            </a:xfrm>
            <a:custGeom>
              <a:rect b="b" l="l" r="r" t="t"/>
              <a:pathLst>
                <a:path extrusionOk="0" h="3467" w="8137">
                  <a:moveTo>
                    <a:pt x="5443" y="0"/>
                  </a:moveTo>
                  <a:cubicBezTo>
                    <a:pt x="4645" y="0"/>
                    <a:pt x="3732" y="150"/>
                    <a:pt x="2794" y="603"/>
                  </a:cubicBezTo>
                  <a:cubicBezTo>
                    <a:pt x="1" y="1945"/>
                    <a:pt x="5015" y="2460"/>
                    <a:pt x="7351" y="3467"/>
                  </a:cubicBezTo>
                  <a:lnTo>
                    <a:pt x="8137" y="581"/>
                  </a:lnTo>
                  <a:cubicBezTo>
                    <a:pt x="8137" y="581"/>
                    <a:pt x="7012" y="0"/>
                    <a:pt x="544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8"/>
            <p:cNvSpPr/>
            <p:nvPr/>
          </p:nvSpPr>
          <p:spPr>
            <a:xfrm>
              <a:off x="9615854" y="5027997"/>
              <a:ext cx="302064" cy="91366"/>
            </a:xfrm>
            <a:custGeom>
              <a:rect b="b" l="l" r="r" t="t"/>
              <a:pathLst>
                <a:path extrusionOk="0" h="1186" w="3921">
                  <a:moveTo>
                    <a:pt x="652" y="1"/>
                  </a:moveTo>
                  <a:cubicBezTo>
                    <a:pt x="1" y="1"/>
                    <a:pt x="476" y="1089"/>
                    <a:pt x="2942" y="1185"/>
                  </a:cubicBezTo>
                  <a:lnTo>
                    <a:pt x="3920" y="507"/>
                  </a:lnTo>
                  <a:cubicBezTo>
                    <a:pt x="3920" y="507"/>
                    <a:pt x="1735" y="293"/>
                    <a:pt x="906" y="43"/>
                  </a:cubicBezTo>
                  <a:cubicBezTo>
                    <a:pt x="808" y="14"/>
                    <a:pt x="723" y="1"/>
                    <a:pt x="652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8"/>
            <p:cNvSpPr/>
            <p:nvPr/>
          </p:nvSpPr>
          <p:spPr>
            <a:xfrm>
              <a:off x="9613004" y="5137236"/>
              <a:ext cx="248215" cy="34359"/>
            </a:xfrm>
            <a:custGeom>
              <a:rect b="b" l="l" r="r" t="t"/>
              <a:pathLst>
                <a:path extrusionOk="0" h="446" w="3222">
                  <a:moveTo>
                    <a:pt x="2267" y="1"/>
                  </a:moveTo>
                  <a:cubicBezTo>
                    <a:pt x="1014" y="1"/>
                    <a:pt x="12" y="217"/>
                    <a:pt x="0" y="217"/>
                  </a:cubicBezTo>
                  <a:lnTo>
                    <a:pt x="50" y="446"/>
                  </a:lnTo>
                  <a:cubicBezTo>
                    <a:pt x="62" y="446"/>
                    <a:pt x="1033" y="236"/>
                    <a:pt x="2248" y="236"/>
                  </a:cubicBezTo>
                  <a:cubicBezTo>
                    <a:pt x="2551" y="236"/>
                    <a:pt x="2870" y="249"/>
                    <a:pt x="3193" y="282"/>
                  </a:cubicBezTo>
                  <a:lnTo>
                    <a:pt x="3221" y="46"/>
                  </a:lnTo>
                  <a:cubicBezTo>
                    <a:pt x="2896" y="14"/>
                    <a:pt x="2574" y="1"/>
                    <a:pt x="2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8"/>
            <p:cNvSpPr/>
            <p:nvPr/>
          </p:nvSpPr>
          <p:spPr>
            <a:xfrm>
              <a:off x="9665774" y="5080074"/>
              <a:ext cx="194366" cy="34898"/>
            </a:xfrm>
            <a:custGeom>
              <a:rect b="b" l="l" r="r" t="t"/>
              <a:pathLst>
                <a:path extrusionOk="0" h="453" w="2523">
                  <a:moveTo>
                    <a:pt x="2365" y="1"/>
                  </a:moveTo>
                  <a:cubicBezTo>
                    <a:pt x="1175" y="1"/>
                    <a:pt x="14" y="224"/>
                    <a:pt x="1" y="224"/>
                  </a:cubicBezTo>
                  <a:lnTo>
                    <a:pt x="44" y="452"/>
                  </a:lnTo>
                  <a:cubicBezTo>
                    <a:pt x="57" y="452"/>
                    <a:pt x="1189" y="237"/>
                    <a:pt x="2362" y="237"/>
                  </a:cubicBezTo>
                  <a:cubicBezTo>
                    <a:pt x="2415" y="237"/>
                    <a:pt x="2469" y="237"/>
                    <a:pt x="2522" y="238"/>
                  </a:cubicBezTo>
                  <a:lnTo>
                    <a:pt x="2522" y="2"/>
                  </a:lnTo>
                  <a:cubicBezTo>
                    <a:pt x="2470" y="1"/>
                    <a:pt x="2417" y="1"/>
                    <a:pt x="23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8"/>
            <p:cNvSpPr/>
            <p:nvPr/>
          </p:nvSpPr>
          <p:spPr>
            <a:xfrm>
              <a:off x="10163204" y="4787487"/>
              <a:ext cx="581710" cy="497508"/>
            </a:xfrm>
            <a:custGeom>
              <a:rect b="b" l="l" r="r" t="t"/>
              <a:pathLst>
                <a:path extrusionOk="0" h="6458" w="7551">
                  <a:moveTo>
                    <a:pt x="7329" y="0"/>
                  </a:moveTo>
                  <a:lnTo>
                    <a:pt x="5158" y="6165"/>
                  </a:lnTo>
                  <a:lnTo>
                    <a:pt x="79" y="4422"/>
                  </a:lnTo>
                  <a:lnTo>
                    <a:pt x="1" y="4643"/>
                  </a:lnTo>
                  <a:lnTo>
                    <a:pt x="5301" y="6457"/>
                  </a:lnTo>
                  <a:lnTo>
                    <a:pt x="7551" y="79"/>
                  </a:lnTo>
                  <a:lnTo>
                    <a:pt x="73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8"/>
            <p:cNvSpPr/>
            <p:nvPr/>
          </p:nvSpPr>
          <p:spPr>
            <a:xfrm>
              <a:off x="10513723" y="4644583"/>
              <a:ext cx="63402" cy="33974"/>
            </a:xfrm>
            <a:custGeom>
              <a:rect b="b" l="l" r="r" t="t"/>
              <a:pathLst>
                <a:path extrusionOk="0" h="441" w="823">
                  <a:moveTo>
                    <a:pt x="696" y="0"/>
                  </a:moveTo>
                  <a:cubicBezTo>
                    <a:pt x="673" y="0"/>
                    <a:pt x="650" y="6"/>
                    <a:pt x="629" y="20"/>
                  </a:cubicBezTo>
                  <a:cubicBezTo>
                    <a:pt x="629" y="20"/>
                    <a:pt x="372" y="177"/>
                    <a:pt x="115" y="205"/>
                  </a:cubicBezTo>
                  <a:cubicBezTo>
                    <a:pt x="51" y="212"/>
                    <a:pt x="1" y="277"/>
                    <a:pt x="15" y="341"/>
                  </a:cubicBezTo>
                  <a:cubicBezTo>
                    <a:pt x="22" y="398"/>
                    <a:pt x="72" y="441"/>
                    <a:pt x="129" y="441"/>
                  </a:cubicBezTo>
                  <a:lnTo>
                    <a:pt x="144" y="441"/>
                  </a:lnTo>
                  <a:cubicBezTo>
                    <a:pt x="451" y="405"/>
                    <a:pt x="737" y="227"/>
                    <a:pt x="751" y="220"/>
                  </a:cubicBezTo>
                  <a:cubicBezTo>
                    <a:pt x="808" y="184"/>
                    <a:pt x="822" y="112"/>
                    <a:pt x="794" y="55"/>
                  </a:cubicBezTo>
                  <a:cubicBezTo>
                    <a:pt x="771" y="19"/>
                    <a:pt x="734" y="0"/>
                    <a:pt x="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8"/>
            <p:cNvSpPr/>
            <p:nvPr/>
          </p:nvSpPr>
          <p:spPr>
            <a:xfrm>
              <a:off x="8750186" y="5874251"/>
              <a:ext cx="707666" cy="511298"/>
            </a:xfrm>
            <a:custGeom>
              <a:rect b="b" l="l" r="r" t="t"/>
              <a:pathLst>
                <a:path extrusionOk="0" h="6637" w="9186">
                  <a:moveTo>
                    <a:pt x="6279" y="0"/>
                  </a:moveTo>
                  <a:cubicBezTo>
                    <a:pt x="4815" y="1577"/>
                    <a:pt x="2211" y="1799"/>
                    <a:pt x="862" y="1799"/>
                  </a:cubicBezTo>
                  <a:cubicBezTo>
                    <a:pt x="335" y="1799"/>
                    <a:pt x="0" y="1765"/>
                    <a:pt x="0" y="1765"/>
                  </a:cubicBezTo>
                  <a:lnTo>
                    <a:pt x="0" y="1765"/>
                  </a:lnTo>
                  <a:lnTo>
                    <a:pt x="6586" y="6636"/>
                  </a:lnTo>
                  <a:lnTo>
                    <a:pt x="9186" y="3822"/>
                  </a:lnTo>
                  <a:lnTo>
                    <a:pt x="6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8"/>
            <p:cNvSpPr/>
            <p:nvPr/>
          </p:nvSpPr>
          <p:spPr>
            <a:xfrm>
              <a:off x="8740248" y="5865469"/>
              <a:ext cx="727542" cy="529402"/>
            </a:xfrm>
            <a:custGeom>
              <a:rect b="b" l="l" r="r" t="t"/>
              <a:pathLst>
                <a:path extrusionOk="0" h="6872" w="9444">
                  <a:moveTo>
                    <a:pt x="6401" y="300"/>
                  </a:moveTo>
                  <a:lnTo>
                    <a:pt x="9165" y="3929"/>
                  </a:lnTo>
                  <a:lnTo>
                    <a:pt x="6701" y="6593"/>
                  </a:lnTo>
                  <a:lnTo>
                    <a:pt x="522" y="2022"/>
                  </a:lnTo>
                  <a:lnTo>
                    <a:pt x="522" y="2022"/>
                  </a:lnTo>
                  <a:cubicBezTo>
                    <a:pt x="666" y="2028"/>
                    <a:pt x="843" y="2033"/>
                    <a:pt x="1046" y="2033"/>
                  </a:cubicBezTo>
                  <a:cubicBezTo>
                    <a:pt x="2397" y="2033"/>
                    <a:pt x="4898" y="1809"/>
                    <a:pt x="6401" y="300"/>
                  </a:cubicBezTo>
                  <a:close/>
                  <a:moveTo>
                    <a:pt x="6415" y="0"/>
                  </a:moveTo>
                  <a:cubicBezTo>
                    <a:pt x="6379" y="0"/>
                    <a:pt x="6343" y="14"/>
                    <a:pt x="6322" y="36"/>
                  </a:cubicBezTo>
                  <a:cubicBezTo>
                    <a:pt x="4889" y="1583"/>
                    <a:pt x="2298" y="1794"/>
                    <a:pt x="972" y="1794"/>
                  </a:cubicBezTo>
                  <a:cubicBezTo>
                    <a:pt x="474" y="1794"/>
                    <a:pt x="155" y="1764"/>
                    <a:pt x="143" y="1764"/>
                  </a:cubicBezTo>
                  <a:cubicBezTo>
                    <a:pt x="138" y="1764"/>
                    <a:pt x="133" y="1763"/>
                    <a:pt x="128" y="1763"/>
                  </a:cubicBezTo>
                  <a:cubicBezTo>
                    <a:pt x="83" y="1763"/>
                    <a:pt x="41" y="1791"/>
                    <a:pt x="22" y="1836"/>
                  </a:cubicBezTo>
                  <a:cubicBezTo>
                    <a:pt x="1" y="1886"/>
                    <a:pt x="22" y="1943"/>
                    <a:pt x="65" y="1972"/>
                  </a:cubicBezTo>
                  <a:lnTo>
                    <a:pt x="6651" y="6843"/>
                  </a:lnTo>
                  <a:cubicBezTo>
                    <a:pt x="6665" y="6864"/>
                    <a:pt x="6693" y="6872"/>
                    <a:pt x="6715" y="6872"/>
                  </a:cubicBezTo>
                  <a:cubicBezTo>
                    <a:pt x="6751" y="6872"/>
                    <a:pt x="6779" y="6857"/>
                    <a:pt x="6801" y="6829"/>
                  </a:cubicBezTo>
                  <a:lnTo>
                    <a:pt x="9401" y="4014"/>
                  </a:lnTo>
                  <a:cubicBezTo>
                    <a:pt x="9443" y="3972"/>
                    <a:pt x="9443" y="3907"/>
                    <a:pt x="9408" y="3864"/>
                  </a:cubicBezTo>
                  <a:lnTo>
                    <a:pt x="6501" y="43"/>
                  </a:lnTo>
                  <a:cubicBezTo>
                    <a:pt x="6479" y="14"/>
                    <a:pt x="6451" y="0"/>
                    <a:pt x="64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8"/>
            <p:cNvSpPr/>
            <p:nvPr/>
          </p:nvSpPr>
          <p:spPr>
            <a:xfrm>
              <a:off x="10476900" y="4934936"/>
              <a:ext cx="74341" cy="330799"/>
            </a:xfrm>
            <a:custGeom>
              <a:rect b="b" l="l" r="r" t="t"/>
              <a:pathLst>
                <a:path extrusionOk="0" h="4294" w="965">
                  <a:moveTo>
                    <a:pt x="229" y="1"/>
                  </a:moveTo>
                  <a:lnTo>
                    <a:pt x="0" y="43"/>
                  </a:lnTo>
                  <a:lnTo>
                    <a:pt x="729" y="4293"/>
                  </a:lnTo>
                  <a:lnTo>
                    <a:pt x="965" y="4251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8"/>
            <p:cNvSpPr/>
            <p:nvPr/>
          </p:nvSpPr>
          <p:spPr>
            <a:xfrm>
              <a:off x="10555015" y="4587652"/>
              <a:ext cx="62786" cy="26193"/>
            </a:xfrm>
            <a:custGeom>
              <a:rect b="b" l="l" r="r" t="t"/>
              <a:pathLst>
                <a:path extrusionOk="0" h="340" w="815">
                  <a:moveTo>
                    <a:pt x="386" y="1"/>
                  </a:moveTo>
                  <a:cubicBezTo>
                    <a:pt x="275" y="1"/>
                    <a:pt x="157" y="36"/>
                    <a:pt x="51" y="137"/>
                  </a:cubicBezTo>
                  <a:cubicBezTo>
                    <a:pt x="8" y="180"/>
                    <a:pt x="1" y="259"/>
                    <a:pt x="43" y="301"/>
                  </a:cubicBezTo>
                  <a:cubicBezTo>
                    <a:pt x="69" y="327"/>
                    <a:pt x="101" y="340"/>
                    <a:pt x="133" y="340"/>
                  </a:cubicBezTo>
                  <a:cubicBezTo>
                    <a:pt x="162" y="340"/>
                    <a:pt x="191" y="329"/>
                    <a:pt x="215" y="309"/>
                  </a:cubicBezTo>
                  <a:cubicBezTo>
                    <a:pt x="274" y="254"/>
                    <a:pt x="337" y="236"/>
                    <a:pt x="395" y="236"/>
                  </a:cubicBezTo>
                  <a:cubicBezTo>
                    <a:pt x="504" y="236"/>
                    <a:pt x="596" y="302"/>
                    <a:pt x="615" y="316"/>
                  </a:cubicBezTo>
                  <a:cubicBezTo>
                    <a:pt x="636" y="330"/>
                    <a:pt x="658" y="337"/>
                    <a:pt x="686" y="337"/>
                  </a:cubicBezTo>
                  <a:cubicBezTo>
                    <a:pt x="722" y="337"/>
                    <a:pt x="751" y="323"/>
                    <a:pt x="779" y="294"/>
                  </a:cubicBezTo>
                  <a:cubicBezTo>
                    <a:pt x="815" y="244"/>
                    <a:pt x="808" y="173"/>
                    <a:pt x="758" y="130"/>
                  </a:cubicBezTo>
                  <a:cubicBezTo>
                    <a:pt x="683" y="72"/>
                    <a:pt x="541" y="1"/>
                    <a:pt x="3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8"/>
            <p:cNvSpPr/>
            <p:nvPr/>
          </p:nvSpPr>
          <p:spPr>
            <a:xfrm>
              <a:off x="10467501" y="4587190"/>
              <a:ext cx="57316" cy="26116"/>
            </a:xfrm>
            <a:custGeom>
              <a:rect b="b" l="l" r="r" t="t"/>
              <a:pathLst>
                <a:path extrusionOk="0" h="339" w="744">
                  <a:moveTo>
                    <a:pt x="355" y="1"/>
                  </a:moveTo>
                  <a:cubicBezTo>
                    <a:pt x="251" y="1"/>
                    <a:pt x="141" y="40"/>
                    <a:pt x="44" y="143"/>
                  </a:cubicBezTo>
                  <a:cubicBezTo>
                    <a:pt x="1" y="186"/>
                    <a:pt x="1" y="265"/>
                    <a:pt x="51" y="307"/>
                  </a:cubicBezTo>
                  <a:cubicBezTo>
                    <a:pt x="72" y="328"/>
                    <a:pt x="100" y="339"/>
                    <a:pt x="130" y="339"/>
                  </a:cubicBezTo>
                  <a:cubicBezTo>
                    <a:pt x="161" y="339"/>
                    <a:pt x="193" y="326"/>
                    <a:pt x="215" y="300"/>
                  </a:cubicBezTo>
                  <a:cubicBezTo>
                    <a:pt x="262" y="251"/>
                    <a:pt x="311" y="234"/>
                    <a:pt x="356" y="234"/>
                  </a:cubicBezTo>
                  <a:cubicBezTo>
                    <a:pt x="441" y="234"/>
                    <a:pt x="513" y="293"/>
                    <a:pt x="537" y="307"/>
                  </a:cubicBezTo>
                  <a:cubicBezTo>
                    <a:pt x="558" y="329"/>
                    <a:pt x="587" y="336"/>
                    <a:pt x="615" y="336"/>
                  </a:cubicBezTo>
                  <a:cubicBezTo>
                    <a:pt x="644" y="336"/>
                    <a:pt x="679" y="329"/>
                    <a:pt x="701" y="300"/>
                  </a:cubicBezTo>
                  <a:cubicBezTo>
                    <a:pt x="744" y="250"/>
                    <a:pt x="737" y="179"/>
                    <a:pt x="694" y="136"/>
                  </a:cubicBezTo>
                  <a:cubicBezTo>
                    <a:pt x="614" y="64"/>
                    <a:pt x="489" y="1"/>
                    <a:pt x="3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8"/>
            <p:cNvSpPr/>
            <p:nvPr/>
          </p:nvSpPr>
          <p:spPr>
            <a:xfrm>
              <a:off x="10668954" y="4538194"/>
              <a:ext cx="167094" cy="190976"/>
            </a:xfrm>
            <a:custGeom>
              <a:rect b="b" l="l" r="r" t="t"/>
              <a:pathLst>
                <a:path extrusionOk="0" h="2479" w="2169">
                  <a:moveTo>
                    <a:pt x="643" y="1"/>
                  </a:moveTo>
                  <a:lnTo>
                    <a:pt x="0" y="115"/>
                  </a:lnTo>
                  <a:cubicBezTo>
                    <a:pt x="0" y="115"/>
                    <a:pt x="0" y="1893"/>
                    <a:pt x="864" y="2315"/>
                  </a:cubicBezTo>
                  <a:cubicBezTo>
                    <a:pt x="1103" y="2431"/>
                    <a:pt x="1301" y="2479"/>
                    <a:pt x="1464" y="2479"/>
                  </a:cubicBezTo>
                  <a:cubicBezTo>
                    <a:pt x="2023" y="2479"/>
                    <a:pt x="2168" y="1917"/>
                    <a:pt x="2107" y="1629"/>
                  </a:cubicBezTo>
                  <a:cubicBezTo>
                    <a:pt x="1929" y="808"/>
                    <a:pt x="1222" y="915"/>
                    <a:pt x="64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8"/>
            <p:cNvSpPr/>
            <p:nvPr/>
          </p:nvSpPr>
          <p:spPr>
            <a:xfrm>
              <a:off x="10659555" y="4533264"/>
              <a:ext cx="184967" cy="205305"/>
            </a:xfrm>
            <a:custGeom>
              <a:rect b="b" l="l" r="r" t="t"/>
              <a:pathLst>
                <a:path extrusionOk="0" h="2665" w="2401">
                  <a:moveTo>
                    <a:pt x="865" y="0"/>
                  </a:moveTo>
                  <a:lnTo>
                    <a:pt x="665" y="129"/>
                  </a:lnTo>
                  <a:cubicBezTo>
                    <a:pt x="951" y="572"/>
                    <a:pt x="1265" y="793"/>
                    <a:pt x="1522" y="965"/>
                  </a:cubicBezTo>
                  <a:cubicBezTo>
                    <a:pt x="1815" y="1172"/>
                    <a:pt x="2029" y="1322"/>
                    <a:pt x="2115" y="1715"/>
                  </a:cubicBezTo>
                  <a:cubicBezTo>
                    <a:pt x="2151" y="1872"/>
                    <a:pt x="2108" y="2172"/>
                    <a:pt x="1908" y="2322"/>
                  </a:cubicBezTo>
                  <a:cubicBezTo>
                    <a:pt x="1821" y="2393"/>
                    <a:pt x="1712" y="2427"/>
                    <a:pt x="1584" y="2427"/>
                  </a:cubicBezTo>
                  <a:cubicBezTo>
                    <a:pt x="1429" y="2427"/>
                    <a:pt x="1247" y="2377"/>
                    <a:pt x="1044" y="2279"/>
                  </a:cubicBezTo>
                  <a:cubicBezTo>
                    <a:pt x="251" y="1893"/>
                    <a:pt x="236" y="193"/>
                    <a:pt x="236" y="179"/>
                  </a:cubicBezTo>
                  <a:lnTo>
                    <a:pt x="1" y="179"/>
                  </a:lnTo>
                  <a:cubicBezTo>
                    <a:pt x="1" y="250"/>
                    <a:pt x="15" y="2036"/>
                    <a:pt x="936" y="2486"/>
                  </a:cubicBezTo>
                  <a:cubicBezTo>
                    <a:pt x="1201" y="2615"/>
                    <a:pt x="1415" y="2665"/>
                    <a:pt x="1586" y="2665"/>
                  </a:cubicBezTo>
                  <a:cubicBezTo>
                    <a:pt x="1801" y="2665"/>
                    <a:pt x="1951" y="2593"/>
                    <a:pt x="2051" y="2507"/>
                  </a:cubicBezTo>
                  <a:cubicBezTo>
                    <a:pt x="2315" y="2300"/>
                    <a:pt x="2401" y="1922"/>
                    <a:pt x="2344" y="1665"/>
                  </a:cubicBezTo>
                  <a:cubicBezTo>
                    <a:pt x="2244" y="1179"/>
                    <a:pt x="1958" y="979"/>
                    <a:pt x="1651" y="772"/>
                  </a:cubicBezTo>
                  <a:cubicBezTo>
                    <a:pt x="1401" y="600"/>
                    <a:pt x="1122" y="407"/>
                    <a:pt x="865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8"/>
            <p:cNvSpPr/>
            <p:nvPr/>
          </p:nvSpPr>
          <p:spPr>
            <a:xfrm>
              <a:off x="10497777" y="4480416"/>
              <a:ext cx="237815" cy="66637"/>
            </a:xfrm>
            <a:custGeom>
              <a:rect b="b" l="l" r="r" t="t"/>
              <a:pathLst>
                <a:path extrusionOk="0" h="865" w="3087">
                  <a:moveTo>
                    <a:pt x="1544" y="1"/>
                  </a:moveTo>
                  <a:cubicBezTo>
                    <a:pt x="894" y="1"/>
                    <a:pt x="322" y="343"/>
                    <a:pt x="1" y="865"/>
                  </a:cubicBezTo>
                  <a:lnTo>
                    <a:pt x="3086" y="865"/>
                  </a:lnTo>
                  <a:cubicBezTo>
                    <a:pt x="2772" y="343"/>
                    <a:pt x="2201" y="1"/>
                    <a:pt x="15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8"/>
            <p:cNvSpPr/>
            <p:nvPr/>
          </p:nvSpPr>
          <p:spPr>
            <a:xfrm>
              <a:off x="10366197" y="4453299"/>
              <a:ext cx="237353" cy="93755"/>
            </a:xfrm>
            <a:custGeom>
              <a:rect b="b" l="l" r="r" t="t"/>
              <a:pathLst>
                <a:path extrusionOk="0" h="1217" w="3081">
                  <a:moveTo>
                    <a:pt x="204" y="1"/>
                  </a:moveTo>
                  <a:cubicBezTo>
                    <a:pt x="1" y="1"/>
                    <a:pt x="314" y="305"/>
                    <a:pt x="1709" y="1217"/>
                  </a:cubicBezTo>
                  <a:lnTo>
                    <a:pt x="3080" y="1217"/>
                  </a:lnTo>
                  <a:cubicBezTo>
                    <a:pt x="3080" y="1217"/>
                    <a:pt x="610" y="1"/>
                    <a:pt x="204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8"/>
            <p:cNvSpPr/>
            <p:nvPr/>
          </p:nvSpPr>
          <p:spPr>
            <a:xfrm>
              <a:off x="10654085" y="4595972"/>
              <a:ext cx="69950" cy="70489"/>
            </a:xfrm>
            <a:custGeom>
              <a:rect b="b" l="l" r="r" t="t"/>
              <a:pathLst>
                <a:path extrusionOk="0" h="915" w="908">
                  <a:moveTo>
                    <a:pt x="457" y="1"/>
                  </a:moveTo>
                  <a:cubicBezTo>
                    <a:pt x="200" y="1"/>
                    <a:pt x="0" y="208"/>
                    <a:pt x="0" y="458"/>
                  </a:cubicBezTo>
                  <a:cubicBezTo>
                    <a:pt x="0" y="708"/>
                    <a:pt x="200" y="915"/>
                    <a:pt x="457" y="915"/>
                  </a:cubicBezTo>
                  <a:cubicBezTo>
                    <a:pt x="707" y="915"/>
                    <a:pt x="907" y="708"/>
                    <a:pt x="907" y="458"/>
                  </a:cubicBezTo>
                  <a:cubicBezTo>
                    <a:pt x="907" y="208"/>
                    <a:pt x="707" y="1"/>
                    <a:pt x="457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8"/>
            <p:cNvSpPr/>
            <p:nvPr/>
          </p:nvSpPr>
          <p:spPr>
            <a:xfrm>
              <a:off x="9503457" y="4783635"/>
              <a:ext cx="174490" cy="278491"/>
            </a:xfrm>
            <a:custGeom>
              <a:rect b="b" l="l" r="r" t="t"/>
              <a:pathLst>
                <a:path extrusionOk="0" h="3615" w="2265">
                  <a:moveTo>
                    <a:pt x="1358" y="0"/>
                  </a:moveTo>
                  <a:lnTo>
                    <a:pt x="1" y="2629"/>
                  </a:lnTo>
                  <a:lnTo>
                    <a:pt x="1444" y="3615"/>
                  </a:lnTo>
                  <a:lnTo>
                    <a:pt x="2265" y="607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8"/>
            <p:cNvSpPr/>
            <p:nvPr/>
          </p:nvSpPr>
          <p:spPr>
            <a:xfrm>
              <a:off x="9278431" y="4546977"/>
              <a:ext cx="290585" cy="519002"/>
            </a:xfrm>
            <a:custGeom>
              <a:rect b="b" l="l" r="r" t="t"/>
              <a:pathLst>
                <a:path extrusionOk="0" h="6737" w="3772">
                  <a:moveTo>
                    <a:pt x="850" y="1"/>
                  </a:moveTo>
                  <a:cubicBezTo>
                    <a:pt x="379" y="1"/>
                    <a:pt x="0" y="379"/>
                    <a:pt x="0" y="851"/>
                  </a:cubicBezTo>
                  <a:lnTo>
                    <a:pt x="0" y="5887"/>
                  </a:lnTo>
                  <a:cubicBezTo>
                    <a:pt x="0" y="6358"/>
                    <a:pt x="379" y="6737"/>
                    <a:pt x="850" y="6737"/>
                  </a:cubicBezTo>
                  <a:lnTo>
                    <a:pt x="2922" y="6737"/>
                  </a:lnTo>
                  <a:cubicBezTo>
                    <a:pt x="3393" y="6737"/>
                    <a:pt x="3772" y="6358"/>
                    <a:pt x="3772" y="5887"/>
                  </a:cubicBezTo>
                  <a:lnTo>
                    <a:pt x="3772" y="851"/>
                  </a:lnTo>
                  <a:cubicBezTo>
                    <a:pt x="3772" y="379"/>
                    <a:pt x="3393" y="1"/>
                    <a:pt x="29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8"/>
            <p:cNvSpPr/>
            <p:nvPr/>
          </p:nvSpPr>
          <p:spPr>
            <a:xfrm>
              <a:off x="9269032" y="4537655"/>
              <a:ext cx="309383" cy="537645"/>
            </a:xfrm>
            <a:custGeom>
              <a:rect b="b" l="l" r="r" t="t"/>
              <a:pathLst>
                <a:path extrusionOk="0" h="6979" w="4016">
                  <a:moveTo>
                    <a:pt x="3044" y="236"/>
                  </a:moveTo>
                  <a:cubicBezTo>
                    <a:pt x="3451" y="236"/>
                    <a:pt x="3779" y="565"/>
                    <a:pt x="3779" y="972"/>
                  </a:cubicBezTo>
                  <a:lnTo>
                    <a:pt x="3779" y="6008"/>
                  </a:lnTo>
                  <a:cubicBezTo>
                    <a:pt x="3779" y="6415"/>
                    <a:pt x="3451" y="6743"/>
                    <a:pt x="3044" y="6743"/>
                  </a:cubicBezTo>
                  <a:lnTo>
                    <a:pt x="972" y="6743"/>
                  </a:lnTo>
                  <a:cubicBezTo>
                    <a:pt x="565" y="6743"/>
                    <a:pt x="237" y="6415"/>
                    <a:pt x="237" y="6008"/>
                  </a:cubicBezTo>
                  <a:lnTo>
                    <a:pt x="237" y="972"/>
                  </a:lnTo>
                  <a:cubicBezTo>
                    <a:pt x="237" y="565"/>
                    <a:pt x="565" y="236"/>
                    <a:pt x="972" y="236"/>
                  </a:cubicBezTo>
                  <a:close/>
                  <a:moveTo>
                    <a:pt x="972" y="0"/>
                  </a:moveTo>
                  <a:cubicBezTo>
                    <a:pt x="437" y="0"/>
                    <a:pt x="1" y="436"/>
                    <a:pt x="1" y="972"/>
                  </a:cubicBezTo>
                  <a:lnTo>
                    <a:pt x="1" y="6008"/>
                  </a:lnTo>
                  <a:cubicBezTo>
                    <a:pt x="1" y="6543"/>
                    <a:pt x="437" y="6979"/>
                    <a:pt x="972" y="6979"/>
                  </a:cubicBezTo>
                  <a:lnTo>
                    <a:pt x="3044" y="6979"/>
                  </a:lnTo>
                  <a:cubicBezTo>
                    <a:pt x="3579" y="6979"/>
                    <a:pt x="4015" y="6543"/>
                    <a:pt x="4015" y="6008"/>
                  </a:cubicBezTo>
                  <a:lnTo>
                    <a:pt x="4015" y="972"/>
                  </a:lnTo>
                  <a:cubicBezTo>
                    <a:pt x="4015" y="436"/>
                    <a:pt x="3579" y="0"/>
                    <a:pt x="304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8"/>
            <p:cNvSpPr/>
            <p:nvPr/>
          </p:nvSpPr>
          <p:spPr>
            <a:xfrm>
              <a:off x="9482579" y="4754977"/>
              <a:ext cx="44605" cy="68872"/>
            </a:xfrm>
            <a:custGeom>
              <a:rect b="b" l="l" r="r" t="t"/>
              <a:pathLst>
                <a:path extrusionOk="0" h="894" w="579">
                  <a:moveTo>
                    <a:pt x="0" y="1"/>
                  </a:moveTo>
                  <a:lnTo>
                    <a:pt x="0" y="1"/>
                  </a:lnTo>
                  <a:cubicBezTo>
                    <a:pt x="100" y="315"/>
                    <a:pt x="286" y="601"/>
                    <a:pt x="515" y="837"/>
                  </a:cubicBezTo>
                  <a:cubicBezTo>
                    <a:pt x="536" y="858"/>
                    <a:pt x="557" y="879"/>
                    <a:pt x="579" y="894"/>
                  </a:cubicBezTo>
                  <a:cubicBezTo>
                    <a:pt x="379" y="658"/>
                    <a:pt x="229" y="365"/>
                    <a:pt x="157" y="51"/>
                  </a:cubicBezTo>
                  <a:cubicBezTo>
                    <a:pt x="107" y="29"/>
                    <a:pt x="50" y="8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68"/>
            <p:cNvSpPr/>
            <p:nvPr/>
          </p:nvSpPr>
          <p:spPr>
            <a:xfrm>
              <a:off x="9494674" y="4758829"/>
              <a:ext cx="153613" cy="106851"/>
            </a:xfrm>
            <a:custGeom>
              <a:rect b="b" l="l" r="r" t="t"/>
              <a:pathLst>
                <a:path extrusionOk="0" h="1387" w="1994">
                  <a:moveTo>
                    <a:pt x="0" y="1"/>
                  </a:moveTo>
                  <a:cubicBezTo>
                    <a:pt x="72" y="315"/>
                    <a:pt x="222" y="608"/>
                    <a:pt x="422" y="844"/>
                  </a:cubicBezTo>
                  <a:cubicBezTo>
                    <a:pt x="686" y="1094"/>
                    <a:pt x="1000" y="1272"/>
                    <a:pt x="1343" y="1387"/>
                  </a:cubicBezTo>
                  <a:cubicBezTo>
                    <a:pt x="1558" y="1151"/>
                    <a:pt x="1779" y="915"/>
                    <a:pt x="1993" y="672"/>
                  </a:cubicBezTo>
                  <a:cubicBezTo>
                    <a:pt x="1300" y="494"/>
                    <a:pt x="629" y="272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8"/>
            <p:cNvSpPr/>
            <p:nvPr/>
          </p:nvSpPr>
          <p:spPr>
            <a:xfrm>
              <a:off x="9473720" y="4695581"/>
              <a:ext cx="21031" cy="63325"/>
            </a:xfrm>
            <a:custGeom>
              <a:rect b="b" l="l" r="r" t="t"/>
              <a:pathLst>
                <a:path extrusionOk="0" h="822" w="273">
                  <a:moveTo>
                    <a:pt x="51" y="0"/>
                  </a:moveTo>
                  <a:lnTo>
                    <a:pt x="51" y="0"/>
                  </a:lnTo>
                  <a:cubicBezTo>
                    <a:pt x="1" y="265"/>
                    <a:pt x="30" y="529"/>
                    <a:pt x="115" y="772"/>
                  </a:cubicBezTo>
                  <a:cubicBezTo>
                    <a:pt x="165" y="779"/>
                    <a:pt x="222" y="800"/>
                    <a:pt x="272" y="822"/>
                  </a:cubicBezTo>
                  <a:cubicBezTo>
                    <a:pt x="180" y="579"/>
                    <a:pt x="144" y="322"/>
                    <a:pt x="172" y="65"/>
                  </a:cubicBezTo>
                  <a:cubicBezTo>
                    <a:pt x="137" y="36"/>
                    <a:pt x="94" y="8"/>
                    <a:pt x="51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8"/>
            <p:cNvSpPr/>
            <p:nvPr/>
          </p:nvSpPr>
          <p:spPr>
            <a:xfrm>
              <a:off x="9484736" y="4700512"/>
              <a:ext cx="163551" cy="110164"/>
            </a:xfrm>
            <a:custGeom>
              <a:rect b="b" l="l" r="r" t="t"/>
              <a:pathLst>
                <a:path extrusionOk="0" h="1430" w="2123">
                  <a:moveTo>
                    <a:pt x="29" y="1"/>
                  </a:moveTo>
                  <a:cubicBezTo>
                    <a:pt x="1" y="258"/>
                    <a:pt x="37" y="515"/>
                    <a:pt x="129" y="758"/>
                  </a:cubicBezTo>
                  <a:cubicBezTo>
                    <a:pt x="758" y="1029"/>
                    <a:pt x="1429" y="1251"/>
                    <a:pt x="2122" y="1429"/>
                  </a:cubicBezTo>
                  <a:cubicBezTo>
                    <a:pt x="1908" y="1294"/>
                    <a:pt x="1694" y="1144"/>
                    <a:pt x="1479" y="994"/>
                  </a:cubicBezTo>
                  <a:cubicBezTo>
                    <a:pt x="972" y="686"/>
                    <a:pt x="487" y="358"/>
                    <a:pt x="29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8"/>
            <p:cNvSpPr/>
            <p:nvPr/>
          </p:nvSpPr>
          <p:spPr>
            <a:xfrm>
              <a:off x="9477572" y="4684565"/>
              <a:ext cx="16101" cy="16024"/>
            </a:xfrm>
            <a:custGeom>
              <a:rect b="b" l="l" r="r" t="t"/>
              <a:pathLst>
                <a:path extrusionOk="0" h="208" w="209">
                  <a:moveTo>
                    <a:pt x="101" y="1"/>
                  </a:moveTo>
                  <a:cubicBezTo>
                    <a:pt x="37" y="8"/>
                    <a:pt x="8" y="86"/>
                    <a:pt x="1" y="143"/>
                  </a:cubicBezTo>
                  <a:cubicBezTo>
                    <a:pt x="44" y="151"/>
                    <a:pt x="87" y="179"/>
                    <a:pt x="122" y="208"/>
                  </a:cubicBezTo>
                  <a:cubicBezTo>
                    <a:pt x="122" y="143"/>
                    <a:pt x="151" y="65"/>
                    <a:pt x="208" y="58"/>
                  </a:cubicBezTo>
                  <a:cubicBezTo>
                    <a:pt x="180" y="29"/>
                    <a:pt x="144" y="1"/>
                    <a:pt x="101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68"/>
            <p:cNvSpPr/>
            <p:nvPr/>
          </p:nvSpPr>
          <p:spPr>
            <a:xfrm>
              <a:off x="9486971" y="4688956"/>
              <a:ext cx="111781" cy="88131"/>
            </a:xfrm>
            <a:custGeom>
              <a:rect b="b" l="l" r="r" t="t"/>
              <a:pathLst>
                <a:path extrusionOk="0" h="1144" w="1451">
                  <a:moveTo>
                    <a:pt x="86" y="1"/>
                  </a:moveTo>
                  <a:cubicBezTo>
                    <a:pt x="29" y="8"/>
                    <a:pt x="0" y="86"/>
                    <a:pt x="0" y="151"/>
                  </a:cubicBezTo>
                  <a:cubicBezTo>
                    <a:pt x="458" y="508"/>
                    <a:pt x="943" y="836"/>
                    <a:pt x="1450" y="1144"/>
                  </a:cubicBezTo>
                  <a:cubicBezTo>
                    <a:pt x="1400" y="1101"/>
                    <a:pt x="1343" y="1065"/>
                    <a:pt x="1293" y="1022"/>
                  </a:cubicBezTo>
                  <a:cubicBezTo>
                    <a:pt x="872" y="708"/>
                    <a:pt x="465" y="365"/>
                    <a:pt x="86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68"/>
            <p:cNvSpPr/>
            <p:nvPr/>
          </p:nvSpPr>
          <p:spPr>
            <a:xfrm>
              <a:off x="9204321" y="4694426"/>
              <a:ext cx="92291" cy="262082"/>
            </a:xfrm>
            <a:custGeom>
              <a:rect b="b" l="l" r="r" t="t"/>
              <a:pathLst>
                <a:path extrusionOk="0" h="3402" w="1198">
                  <a:moveTo>
                    <a:pt x="1050" y="1"/>
                  </a:moveTo>
                  <a:cubicBezTo>
                    <a:pt x="238" y="1"/>
                    <a:pt x="0" y="2149"/>
                    <a:pt x="462" y="3158"/>
                  </a:cubicBezTo>
                  <a:cubicBezTo>
                    <a:pt x="512" y="3265"/>
                    <a:pt x="591" y="3387"/>
                    <a:pt x="712" y="3401"/>
                  </a:cubicBezTo>
                  <a:cubicBezTo>
                    <a:pt x="716" y="3401"/>
                    <a:pt x="719" y="3401"/>
                    <a:pt x="723" y="3401"/>
                  </a:cubicBezTo>
                  <a:cubicBezTo>
                    <a:pt x="840" y="3401"/>
                    <a:pt x="935" y="3291"/>
                    <a:pt x="991" y="3180"/>
                  </a:cubicBezTo>
                  <a:cubicBezTo>
                    <a:pt x="1141" y="2865"/>
                    <a:pt x="1155" y="2508"/>
                    <a:pt x="1162" y="2158"/>
                  </a:cubicBezTo>
                  <a:cubicBezTo>
                    <a:pt x="1184" y="1437"/>
                    <a:pt x="1198" y="708"/>
                    <a:pt x="1062" y="1"/>
                  </a:cubicBezTo>
                  <a:cubicBezTo>
                    <a:pt x="1058" y="1"/>
                    <a:pt x="1054" y="1"/>
                    <a:pt x="105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8"/>
            <p:cNvSpPr/>
            <p:nvPr/>
          </p:nvSpPr>
          <p:spPr>
            <a:xfrm>
              <a:off x="7662805" y="3285800"/>
              <a:ext cx="1178212" cy="639488"/>
            </a:xfrm>
            <a:custGeom>
              <a:rect b="b" l="l" r="r" t="t"/>
              <a:pathLst>
                <a:path extrusionOk="0" h="8301" w="15294">
                  <a:moveTo>
                    <a:pt x="12658" y="236"/>
                  </a:moveTo>
                  <a:cubicBezTo>
                    <a:pt x="13987" y="236"/>
                    <a:pt x="15058" y="1315"/>
                    <a:pt x="15058" y="2643"/>
                  </a:cubicBezTo>
                  <a:cubicBezTo>
                    <a:pt x="15058" y="3965"/>
                    <a:pt x="13987" y="5043"/>
                    <a:pt x="12658" y="5043"/>
                  </a:cubicBezTo>
                  <a:lnTo>
                    <a:pt x="6187" y="5043"/>
                  </a:lnTo>
                  <a:lnTo>
                    <a:pt x="2679" y="7608"/>
                  </a:lnTo>
                  <a:lnTo>
                    <a:pt x="3758" y="5043"/>
                  </a:lnTo>
                  <a:lnTo>
                    <a:pt x="2637" y="5043"/>
                  </a:lnTo>
                  <a:cubicBezTo>
                    <a:pt x="1315" y="5043"/>
                    <a:pt x="237" y="3965"/>
                    <a:pt x="237" y="2643"/>
                  </a:cubicBezTo>
                  <a:cubicBezTo>
                    <a:pt x="237" y="1315"/>
                    <a:pt x="1315" y="236"/>
                    <a:pt x="2637" y="236"/>
                  </a:cubicBezTo>
                  <a:close/>
                  <a:moveTo>
                    <a:pt x="2637" y="0"/>
                  </a:moveTo>
                  <a:cubicBezTo>
                    <a:pt x="1179" y="0"/>
                    <a:pt x="1" y="1186"/>
                    <a:pt x="1" y="2643"/>
                  </a:cubicBezTo>
                  <a:cubicBezTo>
                    <a:pt x="1" y="4093"/>
                    <a:pt x="1179" y="5279"/>
                    <a:pt x="2637" y="5279"/>
                  </a:cubicBezTo>
                  <a:lnTo>
                    <a:pt x="3408" y="5279"/>
                  </a:lnTo>
                  <a:lnTo>
                    <a:pt x="2137" y="8300"/>
                  </a:lnTo>
                  <a:lnTo>
                    <a:pt x="6265" y="5279"/>
                  </a:lnTo>
                  <a:lnTo>
                    <a:pt x="12658" y="5279"/>
                  </a:lnTo>
                  <a:cubicBezTo>
                    <a:pt x="14115" y="5279"/>
                    <a:pt x="15294" y="4093"/>
                    <a:pt x="15294" y="2643"/>
                  </a:cubicBezTo>
                  <a:cubicBezTo>
                    <a:pt x="15294" y="1186"/>
                    <a:pt x="14115" y="0"/>
                    <a:pt x="126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68"/>
            <p:cNvSpPr/>
            <p:nvPr/>
          </p:nvSpPr>
          <p:spPr>
            <a:xfrm>
              <a:off x="8129497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0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68"/>
            <p:cNvSpPr/>
            <p:nvPr/>
          </p:nvSpPr>
          <p:spPr>
            <a:xfrm>
              <a:off x="8221941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50" y="1"/>
                    <a:pt x="0" y="151"/>
                    <a:pt x="0" y="365"/>
                  </a:cubicBezTo>
                  <a:cubicBezTo>
                    <a:pt x="0" y="572"/>
                    <a:pt x="143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7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68"/>
            <p:cNvSpPr/>
            <p:nvPr/>
          </p:nvSpPr>
          <p:spPr>
            <a:xfrm>
              <a:off x="8314925" y="3476159"/>
              <a:ext cx="52848" cy="56237"/>
            </a:xfrm>
            <a:custGeom>
              <a:rect b="b" l="l" r="r" t="t"/>
              <a:pathLst>
                <a:path extrusionOk="0" h="730" w="686">
                  <a:moveTo>
                    <a:pt x="343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86" y="572"/>
                    <a:pt x="686" y="365"/>
                  </a:cubicBezTo>
                  <a:cubicBezTo>
                    <a:pt x="686" y="151"/>
                    <a:pt x="550" y="1"/>
                    <a:pt x="3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5" name="Google Shape;1275;p68"/>
          <p:cNvSpPr/>
          <p:nvPr/>
        </p:nvSpPr>
        <p:spPr>
          <a:xfrm flipH="1" rot="5400000">
            <a:off x="4887625" y="887275"/>
            <a:ext cx="125100" cy="84780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grpSp>
        <p:nvGrpSpPr>
          <p:cNvPr id="1276" name="Google Shape;1276;p6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277" name="Google Shape;1277;p6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78" name="Google Shape;1278;p6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6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6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6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6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6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6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6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6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6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6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6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90" name="Google Shape;1290;p6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69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69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297" name="Google Shape;1297;p69"/>
          <p:cNvCxnSpPr>
            <a:stCxn id="1296" idx="2"/>
            <a:endCxn id="1298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8" name="Google Shape;1298;p69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299" name="Google Shape;1299;p69"/>
          <p:cNvSpPr txBox="1"/>
          <p:nvPr/>
        </p:nvSpPr>
        <p:spPr>
          <a:xfrm>
            <a:off x="456950" y="94925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Python Pandas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0" name="Google Shape;1300;p69"/>
          <p:cNvSpPr txBox="1"/>
          <p:nvPr/>
        </p:nvSpPr>
        <p:spPr>
          <a:xfrm>
            <a:off x="1106450" y="1815600"/>
            <a:ext cx="6950100" cy="25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Python Pandas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es una biblioteca muy útil en Python que nos permite 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manipular y analizar datos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de una manera sencilla y eficiente. Con Pandas, podemos cargar, organizar y manipular datos de diferentes fuentes, como archivos 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CSV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(valores separados por comas) o bases de datos, lo cual nos ayudará a entender y a sacar conclusiones importantes de los datos.</a:t>
            </a:r>
            <a:endParaRPr sz="2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1301" name="Google Shape;1301;p69"/>
          <p:cNvSpPr txBox="1"/>
          <p:nvPr/>
        </p:nvSpPr>
        <p:spPr>
          <a:xfrm>
            <a:off x="4695550" y="4597538"/>
            <a:ext cx="32979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rgbClr val="161616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Pero… ¿qué es un archivo .csv?  –&gt;</a:t>
            </a:r>
            <a:endParaRPr i="1" sz="1500">
              <a:solidFill>
                <a:srgbClr val="161616"/>
              </a:solidFill>
              <a:highlight>
                <a:schemeClr val="accent5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302" name="Google Shape;130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4904" y="1197937"/>
            <a:ext cx="1332685" cy="5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70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70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¿Que es un archivo .csv?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9" name="Google Shape;1309;p70"/>
          <p:cNvSpPr txBox="1"/>
          <p:nvPr/>
        </p:nvSpPr>
        <p:spPr>
          <a:xfrm>
            <a:off x="456975" y="839600"/>
            <a:ext cx="82302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 archivo CSV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 similar a una tabla o a una hoja de cálculo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Contiene información organizada en filas y columnas. La característica distintiva de estos archivos es que los </a:t>
            </a:r>
            <a:r>
              <a:rPr b="1" lang="es-419" sz="1500">
                <a:solidFill>
                  <a:schemeClr val="dk1"/>
                </a:solidFill>
                <a:highlight>
                  <a:schemeClr val="dk2"/>
                </a:highlight>
                <a:latin typeface="Archivo"/>
                <a:ea typeface="Archivo"/>
                <a:cs typeface="Archivo"/>
                <a:sym typeface="Archivo"/>
              </a:rPr>
              <a:t>datos están separados por comas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Esto significa que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cada valor de una fila está separado por una coma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para indicar una nueva columna. Veamos un ejemplo con un dataset de Películas: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310" name="Google Shape;131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781" y="2238263"/>
            <a:ext cx="5989839" cy="2205825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1" name="Google Shape;131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2550" y="2853388"/>
            <a:ext cx="975575" cy="975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2" name="Google Shape;1312;p7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313" name="Google Shape;1313;p7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14" name="Google Shape;1314;p7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7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7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7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7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7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7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7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7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7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7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7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26" name="Google Shape;1326;p7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71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332" name="Google Shape;1332;p71"/>
          <p:cNvSpPr txBox="1"/>
          <p:nvPr/>
        </p:nvSpPr>
        <p:spPr>
          <a:xfrm>
            <a:off x="538645" y="1582906"/>
            <a:ext cx="47142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Estructuras de datos de Pandas</a:t>
            </a:r>
            <a:endParaRPr b="1" sz="3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3" name="Google Shape;1333;p71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334" name="Google Shape;1334;p71"/>
          <p:cNvCxnSpPr>
            <a:stCxn id="1333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5" name="Google Shape;1335;p71"/>
          <p:cNvCxnSpPr>
            <a:stCxn id="1333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36" name="Google Shape;1336;p71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1337" name="Google Shape;1337;p7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38" name="Google Shape;1338;p7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7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7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7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7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7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7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7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7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7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7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7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50" name="Google Shape;1350;p7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51" name="Google Shape;1351;p71"/>
          <p:cNvSpPr txBox="1"/>
          <p:nvPr>
            <p:ph type="title"/>
          </p:nvPr>
        </p:nvSpPr>
        <p:spPr>
          <a:xfrm>
            <a:off x="1274125" y="3000813"/>
            <a:ext cx="3266700" cy="10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-2603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chivo"/>
              <a:buChar char="■"/>
            </a:pPr>
            <a:r>
              <a:rPr b="1" lang="es-419" sz="2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Series</a:t>
            </a:r>
            <a:endParaRPr b="1" sz="2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03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2300"/>
              <a:buFont typeface="Archivo"/>
              <a:buChar char="■"/>
            </a:pPr>
            <a:r>
              <a:rPr b="1" lang="es-419" sz="2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DataFrame</a:t>
            </a:r>
            <a:endParaRPr b="1" sz="23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352" name="Google Shape;1352;p71"/>
          <p:cNvGrpSpPr/>
          <p:nvPr/>
        </p:nvGrpSpPr>
        <p:grpSpPr>
          <a:xfrm>
            <a:off x="3775495" y="3268325"/>
            <a:ext cx="2857077" cy="1806757"/>
            <a:chOff x="3345475" y="1932925"/>
            <a:chExt cx="1053650" cy="736100"/>
          </a:xfrm>
        </p:grpSpPr>
        <p:sp>
          <p:nvSpPr>
            <p:cNvPr id="1353" name="Google Shape;1353;p71"/>
            <p:cNvSpPr/>
            <p:nvPr/>
          </p:nvSpPr>
          <p:spPr>
            <a:xfrm>
              <a:off x="3471525" y="1932925"/>
              <a:ext cx="817950" cy="666200"/>
            </a:xfrm>
            <a:custGeom>
              <a:rect b="b" l="l" r="r" t="t"/>
              <a:pathLst>
                <a:path extrusionOk="0" h="26648" w="32718">
                  <a:moveTo>
                    <a:pt x="28182" y="183"/>
                  </a:moveTo>
                  <a:cubicBezTo>
                    <a:pt x="30585" y="183"/>
                    <a:pt x="32535" y="2137"/>
                    <a:pt x="32535" y="4540"/>
                  </a:cubicBezTo>
                  <a:lnTo>
                    <a:pt x="32535" y="26465"/>
                  </a:lnTo>
                  <a:lnTo>
                    <a:pt x="183" y="26465"/>
                  </a:lnTo>
                  <a:lnTo>
                    <a:pt x="183" y="4540"/>
                  </a:lnTo>
                  <a:cubicBezTo>
                    <a:pt x="183" y="2137"/>
                    <a:pt x="2137" y="183"/>
                    <a:pt x="4539" y="183"/>
                  </a:cubicBezTo>
                  <a:close/>
                  <a:moveTo>
                    <a:pt x="4539" y="1"/>
                  </a:moveTo>
                  <a:cubicBezTo>
                    <a:pt x="2038" y="1"/>
                    <a:pt x="1" y="2035"/>
                    <a:pt x="1" y="4540"/>
                  </a:cubicBezTo>
                  <a:lnTo>
                    <a:pt x="1" y="26647"/>
                  </a:lnTo>
                  <a:lnTo>
                    <a:pt x="32717" y="26647"/>
                  </a:lnTo>
                  <a:lnTo>
                    <a:pt x="32717" y="4540"/>
                  </a:lnTo>
                  <a:cubicBezTo>
                    <a:pt x="32717" y="2035"/>
                    <a:pt x="30683" y="1"/>
                    <a:pt x="28182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71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71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71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71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71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71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71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71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71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71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71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71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71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71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71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71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71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71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71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71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71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71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71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71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71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71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71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71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71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71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71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71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12870" y="91"/>
                  </a:moveTo>
                  <a:cubicBezTo>
                    <a:pt x="14245" y="91"/>
                    <a:pt x="15360" y="1207"/>
                    <a:pt x="15360" y="2581"/>
                  </a:cubicBezTo>
                  <a:cubicBezTo>
                    <a:pt x="15360" y="3959"/>
                    <a:pt x="14245" y="5075"/>
                    <a:pt x="12870" y="5075"/>
                  </a:cubicBezTo>
                  <a:lnTo>
                    <a:pt x="6239" y="5075"/>
                  </a:lnTo>
                  <a:lnTo>
                    <a:pt x="6217" y="5093"/>
                  </a:lnTo>
                  <a:lnTo>
                    <a:pt x="2564" y="7769"/>
                  </a:lnTo>
                  <a:lnTo>
                    <a:pt x="2564" y="7769"/>
                  </a:lnTo>
                  <a:lnTo>
                    <a:pt x="3643" y="5203"/>
                  </a:lnTo>
                  <a:lnTo>
                    <a:pt x="3694" y="5075"/>
                  </a:lnTo>
                  <a:lnTo>
                    <a:pt x="2585" y="5075"/>
                  </a:lnTo>
                  <a:cubicBezTo>
                    <a:pt x="1211" y="5075"/>
                    <a:pt x="92" y="3959"/>
                    <a:pt x="92" y="2581"/>
                  </a:cubicBezTo>
                  <a:cubicBezTo>
                    <a:pt x="92" y="1207"/>
                    <a:pt x="1211" y="91"/>
                    <a:pt x="2585" y="91"/>
                  </a:cubicBezTo>
                  <a:close/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71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71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810"/>
                  </a:moveTo>
                  <a:cubicBezTo>
                    <a:pt x="2738" y="1109"/>
                    <a:pt x="2822" y="1459"/>
                    <a:pt x="2961" y="1813"/>
                  </a:cubicBezTo>
                  <a:cubicBezTo>
                    <a:pt x="3322" y="2753"/>
                    <a:pt x="3909" y="3348"/>
                    <a:pt x="4678" y="3563"/>
                  </a:cubicBezTo>
                  <a:cubicBezTo>
                    <a:pt x="3909" y="3778"/>
                    <a:pt x="3322" y="4372"/>
                    <a:pt x="2961" y="5313"/>
                  </a:cubicBezTo>
                  <a:cubicBezTo>
                    <a:pt x="2822" y="5666"/>
                    <a:pt x="2738" y="6016"/>
                    <a:pt x="2684" y="6312"/>
                  </a:cubicBezTo>
                  <a:cubicBezTo>
                    <a:pt x="2629" y="6016"/>
                    <a:pt x="2542" y="5666"/>
                    <a:pt x="2407" y="5313"/>
                  </a:cubicBezTo>
                  <a:cubicBezTo>
                    <a:pt x="2042" y="4372"/>
                    <a:pt x="1455" y="3778"/>
                    <a:pt x="690" y="3563"/>
                  </a:cubicBezTo>
                  <a:cubicBezTo>
                    <a:pt x="1455" y="3348"/>
                    <a:pt x="2042" y="2753"/>
                    <a:pt x="2407" y="1813"/>
                  </a:cubicBezTo>
                  <a:cubicBezTo>
                    <a:pt x="2542" y="1459"/>
                    <a:pt x="2629" y="1109"/>
                    <a:pt x="2684" y="810"/>
                  </a:cubicBezTo>
                  <a:close/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71"/>
            <p:cNvSpPr/>
            <p:nvPr/>
          </p:nvSpPr>
          <p:spPr>
            <a:xfrm>
              <a:off x="3645600" y="2160800"/>
              <a:ext cx="67200" cy="68825"/>
            </a:xfrm>
            <a:custGeom>
              <a:rect b="b" l="l" r="r" t="t"/>
              <a:pathLst>
                <a:path extrusionOk="0" h="2753" w="2688">
                  <a:moveTo>
                    <a:pt x="1343" y="0"/>
                  </a:moveTo>
                  <a:cubicBezTo>
                    <a:pt x="1343" y="0"/>
                    <a:pt x="1310" y="1397"/>
                    <a:pt x="1" y="1397"/>
                  </a:cubicBezTo>
                  <a:cubicBezTo>
                    <a:pt x="1310" y="1397"/>
                    <a:pt x="1343" y="2753"/>
                    <a:pt x="1343" y="2753"/>
                  </a:cubicBezTo>
                  <a:cubicBezTo>
                    <a:pt x="1343" y="2753"/>
                    <a:pt x="1379" y="1397"/>
                    <a:pt x="2688" y="1397"/>
                  </a:cubicBezTo>
                  <a:cubicBezTo>
                    <a:pt x="1379" y="1397"/>
                    <a:pt x="1343" y="0"/>
                    <a:pt x="1343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71"/>
            <p:cNvSpPr/>
            <p:nvPr/>
          </p:nvSpPr>
          <p:spPr>
            <a:xfrm>
              <a:off x="3549275" y="2298425"/>
              <a:ext cx="40125" cy="41025"/>
            </a:xfrm>
            <a:custGeom>
              <a:rect b="b" l="l" r="r" t="t"/>
              <a:pathLst>
                <a:path extrusionOk="0" h="1641" w="1605">
                  <a:moveTo>
                    <a:pt x="802" y="0"/>
                  </a:moveTo>
                  <a:cubicBezTo>
                    <a:pt x="802" y="0"/>
                    <a:pt x="781" y="831"/>
                    <a:pt x="0" y="831"/>
                  </a:cubicBezTo>
                  <a:cubicBezTo>
                    <a:pt x="781" y="831"/>
                    <a:pt x="802" y="1641"/>
                    <a:pt x="802" y="1641"/>
                  </a:cubicBezTo>
                  <a:cubicBezTo>
                    <a:pt x="802" y="1641"/>
                    <a:pt x="824" y="831"/>
                    <a:pt x="1604" y="831"/>
                  </a:cubicBezTo>
                  <a:cubicBezTo>
                    <a:pt x="824" y="831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71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71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92"/>
                  </a:moveTo>
                  <a:cubicBezTo>
                    <a:pt x="5731" y="92"/>
                    <a:pt x="7361" y="1725"/>
                    <a:pt x="7361" y="3726"/>
                  </a:cubicBezTo>
                  <a:cubicBezTo>
                    <a:pt x="7361" y="5732"/>
                    <a:pt x="5731" y="7361"/>
                    <a:pt x="3726" y="7361"/>
                  </a:cubicBezTo>
                  <a:cubicBezTo>
                    <a:pt x="1721" y="7361"/>
                    <a:pt x="91" y="5732"/>
                    <a:pt x="91" y="3726"/>
                  </a:cubicBezTo>
                  <a:cubicBezTo>
                    <a:pt x="91" y="1725"/>
                    <a:pt x="1721" y="92"/>
                    <a:pt x="3726" y="92"/>
                  </a:cubicBezTo>
                  <a:close/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71"/>
            <p:cNvSpPr/>
            <p:nvPr/>
          </p:nvSpPr>
          <p:spPr>
            <a:xfrm>
              <a:off x="4107625" y="2034100"/>
              <a:ext cx="91800" cy="72300"/>
            </a:xfrm>
            <a:custGeom>
              <a:rect b="b" l="l" r="r" t="t"/>
              <a:pathLst>
                <a:path extrusionOk="0" h="2892" w="3672">
                  <a:moveTo>
                    <a:pt x="3580" y="1"/>
                  </a:moveTo>
                  <a:lnTo>
                    <a:pt x="1152" y="2720"/>
                  </a:lnTo>
                  <a:lnTo>
                    <a:pt x="84" y="1743"/>
                  </a:lnTo>
                  <a:lnTo>
                    <a:pt x="0" y="1834"/>
                  </a:lnTo>
                  <a:lnTo>
                    <a:pt x="1163" y="2892"/>
                  </a:lnTo>
                  <a:lnTo>
                    <a:pt x="3671" y="85"/>
                  </a:lnTo>
                  <a:lnTo>
                    <a:pt x="358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71"/>
            <p:cNvSpPr/>
            <p:nvPr/>
          </p:nvSpPr>
          <p:spPr>
            <a:xfrm>
              <a:off x="3867725" y="2110200"/>
              <a:ext cx="127525" cy="128175"/>
            </a:xfrm>
            <a:custGeom>
              <a:rect b="b" l="l" r="r" t="t"/>
              <a:pathLst>
                <a:path extrusionOk="0" h="5127" w="5101">
                  <a:moveTo>
                    <a:pt x="2323" y="1"/>
                  </a:moveTo>
                  <a:lnTo>
                    <a:pt x="1" y="2516"/>
                  </a:lnTo>
                  <a:lnTo>
                    <a:pt x="2822" y="5127"/>
                  </a:lnTo>
                  <a:lnTo>
                    <a:pt x="5101" y="269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71"/>
            <p:cNvSpPr/>
            <p:nvPr/>
          </p:nvSpPr>
          <p:spPr>
            <a:xfrm>
              <a:off x="3930525" y="2036175"/>
              <a:ext cx="130550" cy="135850"/>
            </a:xfrm>
            <a:custGeom>
              <a:rect b="b" l="l" r="r" t="t"/>
              <a:pathLst>
                <a:path extrusionOk="0" h="5434" w="5222">
                  <a:moveTo>
                    <a:pt x="2290" y="1"/>
                  </a:moveTo>
                  <a:cubicBezTo>
                    <a:pt x="2088" y="1"/>
                    <a:pt x="1917" y="144"/>
                    <a:pt x="1874" y="341"/>
                  </a:cubicBezTo>
                  <a:lnTo>
                    <a:pt x="1863" y="574"/>
                  </a:lnTo>
                  <a:cubicBezTo>
                    <a:pt x="1780" y="1135"/>
                    <a:pt x="1718" y="1463"/>
                    <a:pt x="1718" y="1463"/>
                  </a:cubicBezTo>
                  <a:lnTo>
                    <a:pt x="1" y="3064"/>
                  </a:lnTo>
                  <a:lnTo>
                    <a:pt x="2447" y="5434"/>
                  </a:lnTo>
                  <a:lnTo>
                    <a:pt x="2691" y="5222"/>
                  </a:lnTo>
                  <a:cubicBezTo>
                    <a:pt x="2728" y="5182"/>
                    <a:pt x="2782" y="5157"/>
                    <a:pt x="2841" y="5157"/>
                  </a:cubicBezTo>
                  <a:lnTo>
                    <a:pt x="4354" y="5167"/>
                  </a:lnTo>
                  <a:cubicBezTo>
                    <a:pt x="4558" y="5167"/>
                    <a:pt x="4722" y="5000"/>
                    <a:pt x="4722" y="4796"/>
                  </a:cubicBezTo>
                  <a:lnTo>
                    <a:pt x="4722" y="4628"/>
                  </a:lnTo>
                  <a:cubicBezTo>
                    <a:pt x="4722" y="4424"/>
                    <a:pt x="4558" y="4252"/>
                    <a:pt x="4354" y="4252"/>
                  </a:cubicBezTo>
                  <a:lnTo>
                    <a:pt x="4532" y="4252"/>
                  </a:lnTo>
                  <a:cubicBezTo>
                    <a:pt x="4733" y="4252"/>
                    <a:pt x="4900" y="4085"/>
                    <a:pt x="4900" y="3881"/>
                  </a:cubicBezTo>
                  <a:lnTo>
                    <a:pt x="4900" y="3724"/>
                  </a:lnTo>
                  <a:cubicBezTo>
                    <a:pt x="4900" y="3520"/>
                    <a:pt x="4733" y="3356"/>
                    <a:pt x="4532" y="3356"/>
                  </a:cubicBezTo>
                  <a:lnTo>
                    <a:pt x="4660" y="3356"/>
                  </a:lnTo>
                  <a:cubicBezTo>
                    <a:pt x="4864" y="3356"/>
                    <a:pt x="5028" y="3188"/>
                    <a:pt x="5028" y="2984"/>
                  </a:cubicBezTo>
                  <a:lnTo>
                    <a:pt x="5028" y="2820"/>
                  </a:lnTo>
                  <a:cubicBezTo>
                    <a:pt x="5028" y="2615"/>
                    <a:pt x="4864" y="2462"/>
                    <a:pt x="4660" y="2462"/>
                  </a:cubicBezTo>
                  <a:lnTo>
                    <a:pt x="4849" y="2451"/>
                  </a:lnTo>
                  <a:cubicBezTo>
                    <a:pt x="5054" y="2451"/>
                    <a:pt x="5221" y="2284"/>
                    <a:pt x="5221" y="2083"/>
                  </a:cubicBezTo>
                  <a:lnTo>
                    <a:pt x="5221" y="1912"/>
                  </a:lnTo>
                  <a:cubicBezTo>
                    <a:pt x="5221" y="1711"/>
                    <a:pt x="5054" y="1544"/>
                    <a:pt x="4849" y="1544"/>
                  </a:cubicBezTo>
                  <a:lnTo>
                    <a:pt x="2972" y="1569"/>
                  </a:lnTo>
                  <a:cubicBezTo>
                    <a:pt x="2924" y="1569"/>
                    <a:pt x="2779" y="1544"/>
                    <a:pt x="2779" y="1394"/>
                  </a:cubicBezTo>
                  <a:lnTo>
                    <a:pt x="2717" y="410"/>
                  </a:lnTo>
                  <a:cubicBezTo>
                    <a:pt x="2709" y="187"/>
                    <a:pt x="2531" y="9"/>
                    <a:pt x="2312" y="2"/>
                  </a:cubicBezTo>
                  <a:cubicBezTo>
                    <a:pt x="2304" y="1"/>
                    <a:pt x="2297" y="1"/>
                    <a:pt x="22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71"/>
            <p:cNvSpPr/>
            <p:nvPr/>
          </p:nvSpPr>
          <p:spPr>
            <a:xfrm>
              <a:off x="3930525" y="2036200"/>
              <a:ext cx="130550" cy="135825"/>
            </a:xfrm>
            <a:custGeom>
              <a:rect b="b" l="l" r="r" t="t"/>
              <a:pathLst>
                <a:path extrusionOk="0" h="5433" w="5222">
                  <a:moveTo>
                    <a:pt x="4532" y="3355"/>
                  </a:moveTo>
                  <a:lnTo>
                    <a:pt x="4532" y="3446"/>
                  </a:lnTo>
                  <a:cubicBezTo>
                    <a:pt x="4685" y="3446"/>
                    <a:pt x="4809" y="3570"/>
                    <a:pt x="4809" y="3723"/>
                  </a:cubicBezTo>
                  <a:lnTo>
                    <a:pt x="4809" y="3880"/>
                  </a:lnTo>
                  <a:cubicBezTo>
                    <a:pt x="4809" y="4033"/>
                    <a:pt x="4685" y="4160"/>
                    <a:pt x="4532" y="4160"/>
                  </a:cubicBezTo>
                  <a:lnTo>
                    <a:pt x="4354" y="4160"/>
                  </a:lnTo>
                  <a:lnTo>
                    <a:pt x="4354" y="4251"/>
                  </a:lnTo>
                  <a:lnTo>
                    <a:pt x="4532" y="4251"/>
                  </a:lnTo>
                  <a:cubicBezTo>
                    <a:pt x="4733" y="4251"/>
                    <a:pt x="4900" y="4084"/>
                    <a:pt x="4900" y="3880"/>
                  </a:cubicBezTo>
                  <a:lnTo>
                    <a:pt x="4900" y="3723"/>
                  </a:lnTo>
                  <a:cubicBezTo>
                    <a:pt x="4900" y="3519"/>
                    <a:pt x="4733" y="3355"/>
                    <a:pt x="4532" y="3355"/>
                  </a:cubicBezTo>
                  <a:close/>
                  <a:moveTo>
                    <a:pt x="2294" y="1"/>
                  </a:moveTo>
                  <a:cubicBezTo>
                    <a:pt x="2090" y="1"/>
                    <a:pt x="1915" y="143"/>
                    <a:pt x="1874" y="340"/>
                  </a:cubicBezTo>
                  <a:lnTo>
                    <a:pt x="1863" y="573"/>
                  </a:lnTo>
                  <a:cubicBezTo>
                    <a:pt x="1780" y="1134"/>
                    <a:pt x="1718" y="1462"/>
                    <a:pt x="1718" y="1462"/>
                  </a:cubicBezTo>
                  <a:lnTo>
                    <a:pt x="1" y="3063"/>
                  </a:lnTo>
                  <a:lnTo>
                    <a:pt x="2447" y="5433"/>
                  </a:lnTo>
                  <a:lnTo>
                    <a:pt x="2691" y="5221"/>
                  </a:lnTo>
                  <a:cubicBezTo>
                    <a:pt x="2728" y="5181"/>
                    <a:pt x="2782" y="5156"/>
                    <a:pt x="2841" y="5156"/>
                  </a:cubicBezTo>
                  <a:lnTo>
                    <a:pt x="4354" y="5166"/>
                  </a:lnTo>
                  <a:cubicBezTo>
                    <a:pt x="4558" y="5166"/>
                    <a:pt x="4722" y="4999"/>
                    <a:pt x="4722" y="4795"/>
                  </a:cubicBezTo>
                  <a:lnTo>
                    <a:pt x="4722" y="4627"/>
                  </a:lnTo>
                  <a:cubicBezTo>
                    <a:pt x="4722" y="4423"/>
                    <a:pt x="4558" y="4251"/>
                    <a:pt x="4354" y="4251"/>
                  </a:cubicBezTo>
                  <a:lnTo>
                    <a:pt x="4354" y="4343"/>
                  </a:lnTo>
                  <a:cubicBezTo>
                    <a:pt x="4503" y="4343"/>
                    <a:pt x="4631" y="4474"/>
                    <a:pt x="4631" y="4627"/>
                  </a:cubicBezTo>
                  <a:lnTo>
                    <a:pt x="4631" y="4795"/>
                  </a:lnTo>
                  <a:cubicBezTo>
                    <a:pt x="4631" y="4948"/>
                    <a:pt x="4507" y="5075"/>
                    <a:pt x="4354" y="5075"/>
                  </a:cubicBezTo>
                  <a:lnTo>
                    <a:pt x="2841" y="5064"/>
                  </a:lnTo>
                  <a:cubicBezTo>
                    <a:pt x="2760" y="5064"/>
                    <a:pt x="2684" y="5097"/>
                    <a:pt x="2629" y="5156"/>
                  </a:cubicBezTo>
                  <a:lnTo>
                    <a:pt x="2450" y="5309"/>
                  </a:lnTo>
                  <a:lnTo>
                    <a:pt x="132" y="3063"/>
                  </a:lnTo>
                  <a:lnTo>
                    <a:pt x="1780" y="1528"/>
                  </a:lnTo>
                  <a:lnTo>
                    <a:pt x="1802" y="1506"/>
                  </a:lnTo>
                  <a:lnTo>
                    <a:pt x="1809" y="1477"/>
                  </a:lnTo>
                  <a:cubicBezTo>
                    <a:pt x="1809" y="1473"/>
                    <a:pt x="1871" y="1145"/>
                    <a:pt x="1951" y="587"/>
                  </a:cubicBezTo>
                  <a:lnTo>
                    <a:pt x="1955" y="584"/>
                  </a:lnTo>
                  <a:lnTo>
                    <a:pt x="1955" y="577"/>
                  </a:lnTo>
                  <a:lnTo>
                    <a:pt x="1966" y="354"/>
                  </a:lnTo>
                  <a:cubicBezTo>
                    <a:pt x="1998" y="201"/>
                    <a:pt x="2137" y="92"/>
                    <a:pt x="2294" y="92"/>
                  </a:cubicBezTo>
                  <a:lnTo>
                    <a:pt x="2308" y="92"/>
                  </a:lnTo>
                  <a:cubicBezTo>
                    <a:pt x="2480" y="99"/>
                    <a:pt x="2618" y="237"/>
                    <a:pt x="2625" y="412"/>
                  </a:cubicBezTo>
                  <a:lnTo>
                    <a:pt x="2687" y="1397"/>
                  </a:lnTo>
                  <a:cubicBezTo>
                    <a:pt x="2691" y="1590"/>
                    <a:pt x="2859" y="1659"/>
                    <a:pt x="2972" y="1659"/>
                  </a:cubicBezTo>
                  <a:lnTo>
                    <a:pt x="4849" y="1634"/>
                  </a:lnTo>
                  <a:cubicBezTo>
                    <a:pt x="5006" y="1634"/>
                    <a:pt x="5130" y="1758"/>
                    <a:pt x="5130" y="1911"/>
                  </a:cubicBezTo>
                  <a:lnTo>
                    <a:pt x="5130" y="2082"/>
                  </a:lnTo>
                  <a:cubicBezTo>
                    <a:pt x="5130" y="2235"/>
                    <a:pt x="5006" y="2359"/>
                    <a:pt x="4849" y="2359"/>
                  </a:cubicBezTo>
                  <a:lnTo>
                    <a:pt x="4846" y="2359"/>
                  </a:lnTo>
                  <a:lnTo>
                    <a:pt x="4652" y="2370"/>
                  </a:lnTo>
                  <a:lnTo>
                    <a:pt x="4660" y="2553"/>
                  </a:lnTo>
                  <a:cubicBezTo>
                    <a:pt x="4817" y="2553"/>
                    <a:pt x="4937" y="2669"/>
                    <a:pt x="4937" y="2819"/>
                  </a:cubicBezTo>
                  <a:lnTo>
                    <a:pt x="4937" y="2983"/>
                  </a:lnTo>
                  <a:cubicBezTo>
                    <a:pt x="4937" y="3136"/>
                    <a:pt x="4813" y="3263"/>
                    <a:pt x="4660" y="3263"/>
                  </a:cubicBezTo>
                  <a:lnTo>
                    <a:pt x="4532" y="3263"/>
                  </a:lnTo>
                  <a:lnTo>
                    <a:pt x="4532" y="3355"/>
                  </a:lnTo>
                  <a:lnTo>
                    <a:pt x="4660" y="3355"/>
                  </a:lnTo>
                  <a:cubicBezTo>
                    <a:pt x="4864" y="3355"/>
                    <a:pt x="5028" y="3187"/>
                    <a:pt x="5028" y="2983"/>
                  </a:cubicBezTo>
                  <a:lnTo>
                    <a:pt x="5028" y="2819"/>
                  </a:lnTo>
                  <a:cubicBezTo>
                    <a:pt x="5028" y="2614"/>
                    <a:pt x="4864" y="2461"/>
                    <a:pt x="4660" y="2461"/>
                  </a:cubicBezTo>
                  <a:lnTo>
                    <a:pt x="4849" y="2450"/>
                  </a:lnTo>
                  <a:cubicBezTo>
                    <a:pt x="5054" y="2450"/>
                    <a:pt x="5221" y="2283"/>
                    <a:pt x="5221" y="2082"/>
                  </a:cubicBezTo>
                  <a:lnTo>
                    <a:pt x="5221" y="1911"/>
                  </a:lnTo>
                  <a:cubicBezTo>
                    <a:pt x="5221" y="1710"/>
                    <a:pt x="5054" y="1543"/>
                    <a:pt x="4849" y="1543"/>
                  </a:cubicBezTo>
                  <a:lnTo>
                    <a:pt x="2972" y="1568"/>
                  </a:lnTo>
                  <a:cubicBezTo>
                    <a:pt x="2924" y="1568"/>
                    <a:pt x="2779" y="1543"/>
                    <a:pt x="2779" y="1393"/>
                  </a:cubicBezTo>
                  <a:lnTo>
                    <a:pt x="2717" y="409"/>
                  </a:lnTo>
                  <a:cubicBezTo>
                    <a:pt x="2709" y="186"/>
                    <a:pt x="2531" y="8"/>
                    <a:pt x="23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71"/>
            <p:cNvSpPr/>
            <p:nvPr/>
          </p:nvSpPr>
          <p:spPr>
            <a:xfrm>
              <a:off x="4032425" y="2096625"/>
              <a:ext cx="17625" cy="2300"/>
            </a:xfrm>
            <a:custGeom>
              <a:rect b="b" l="l" r="r" t="t"/>
              <a:pathLst>
                <a:path extrusionOk="0" h="92" w="705">
                  <a:moveTo>
                    <a:pt x="0" y="1"/>
                  </a:moveTo>
                  <a:lnTo>
                    <a:pt x="0" y="92"/>
                  </a:lnTo>
                  <a:lnTo>
                    <a:pt x="704" y="9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71"/>
            <p:cNvSpPr/>
            <p:nvPr/>
          </p:nvSpPr>
          <p:spPr>
            <a:xfrm>
              <a:off x="4030600" y="2118875"/>
              <a:ext cx="13875" cy="2300"/>
            </a:xfrm>
            <a:custGeom>
              <a:rect b="b" l="l" r="r" t="t"/>
              <a:pathLst>
                <a:path extrusionOk="0" h="92" w="555">
                  <a:moveTo>
                    <a:pt x="1" y="0"/>
                  </a:moveTo>
                  <a:lnTo>
                    <a:pt x="1" y="91"/>
                  </a:lnTo>
                  <a:lnTo>
                    <a:pt x="555" y="9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71"/>
            <p:cNvSpPr/>
            <p:nvPr/>
          </p:nvSpPr>
          <p:spPr>
            <a:xfrm>
              <a:off x="4028675" y="2141300"/>
              <a:ext cx="12075" cy="2300"/>
            </a:xfrm>
            <a:custGeom>
              <a:rect b="b" l="l" r="r" t="t"/>
              <a:pathLst>
                <a:path extrusionOk="0" h="92" w="483">
                  <a:moveTo>
                    <a:pt x="1" y="0"/>
                  </a:moveTo>
                  <a:lnTo>
                    <a:pt x="1" y="91"/>
                  </a:lnTo>
                  <a:lnTo>
                    <a:pt x="482" y="9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71"/>
            <p:cNvSpPr/>
            <p:nvPr/>
          </p:nvSpPr>
          <p:spPr>
            <a:xfrm>
              <a:off x="3909750" y="2117500"/>
              <a:ext cx="23725" cy="23000"/>
            </a:xfrm>
            <a:custGeom>
              <a:rect b="b" l="l" r="r" t="t"/>
              <a:pathLst>
                <a:path extrusionOk="0" h="920" w="949">
                  <a:moveTo>
                    <a:pt x="66" y="0"/>
                  </a:moveTo>
                  <a:lnTo>
                    <a:pt x="0" y="66"/>
                  </a:lnTo>
                  <a:lnTo>
                    <a:pt x="886" y="919"/>
                  </a:lnTo>
                  <a:lnTo>
                    <a:pt x="948" y="85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71"/>
            <p:cNvSpPr/>
            <p:nvPr/>
          </p:nvSpPr>
          <p:spPr>
            <a:xfrm>
              <a:off x="3900450" y="2127250"/>
              <a:ext cx="30825" cy="29825"/>
            </a:xfrm>
            <a:custGeom>
              <a:rect b="b" l="l" r="r" t="t"/>
              <a:pathLst>
                <a:path extrusionOk="0" h="1193" w="1233">
                  <a:moveTo>
                    <a:pt x="66" y="1"/>
                  </a:moveTo>
                  <a:lnTo>
                    <a:pt x="0" y="66"/>
                  </a:lnTo>
                  <a:lnTo>
                    <a:pt x="1167" y="1193"/>
                  </a:lnTo>
                  <a:lnTo>
                    <a:pt x="1233" y="112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7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06" name="Google Shape;1406;p7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7" name="Google Shape;1407;p72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08" name="Google Shape;1408;p7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09" name="Google Shape;1409;p7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7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7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7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7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7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7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7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7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7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7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7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21" name="Google Shape;1421;p7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22" name="Google Shape;1422;p72"/>
          <p:cNvSpPr txBox="1"/>
          <p:nvPr>
            <p:ph type="title"/>
          </p:nvPr>
        </p:nvSpPr>
        <p:spPr>
          <a:xfrm>
            <a:off x="692063" y="250125"/>
            <a:ext cx="831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latin typeface="Montserrat"/>
                <a:ea typeface="Montserrat"/>
                <a:cs typeface="Montserrat"/>
                <a:sym typeface="Montserrat"/>
              </a:rPr>
              <a:t>Pandas Series</a:t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23" name="Google Shape;1423;p72"/>
          <p:cNvGrpSpPr/>
          <p:nvPr/>
        </p:nvGrpSpPr>
        <p:grpSpPr>
          <a:xfrm>
            <a:off x="190672" y="319116"/>
            <a:ext cx="342201" cy="331402"/>
            <a:chOff x="9859100" y="1606914"/>
            <a:chExt cx="2437330" cy="2360413"/>
          </a:xfrm>
        </p:grpSpPr>
        <p:sp>
          <p:nvSpPr>
            <p:cNvPr id="1424" name="Google Shape;1424;p72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72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72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427" name="Google Shape;1427;p72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72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429" name="Google Shape;1429;p72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72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72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72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72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72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72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6" name="Google Shape;1436;p72"/>
          <p:cNvSpPr txBox="1"/>
          <p:nvPr>
            <p:ph idx="2" type="title"/>
          </p:nvPr>
        </p:nvSpPr>
        <p:spPr>
          <a:xfrm>
            <a:off x="3629575" y="1557225"/>
            <a:ext cx="4932600" cy="26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</a:t>
            </a:r>
            <a:r>
              <a:rPr b="1" lang="es-419" sz="1500">
                <a:solidFill>
                  <a:schemeClr val="dk1"/>
                </a:solidFill>
                <a:highlight>
                  <a:schemeClr val="accent3"/>
                </a:highlight>
                <a:latin typeface="Archivo"/>
                <a:ea typeface="Archivo"/>
                <a:cs typeface="Archivo"/>
                <a:sym typeface="Archivo"/>
              </a:rPr>
              <a:t>Pandas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una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serie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es una estructura de datos unidimensional que puede contener diferentes tipos de datos, como números, cadenas de texto u otros objetos. Puedes pensar en una serie como si fuera una columna de una hoja de cálculo o una lista.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Una serie consta de dos componentes principales: </a:t>
            </a:r>
            <a:r>
              <a:rPr b="1" lang="es-419" sz="1500">
                <a:solidFill>
                  <a:schemeClr val="dk1"/>
                </a:solidFill>
                <a:highlight>
                  <a:schemeClr val="accent5"/>
                </a:highlight>
                <a:latin typeface="Archivo"/>
                <a:ea typeface="Archivo"/>
                <a:cs typeface="Archivo"/>
                <a:sym typeface="Archivo"/>
              </a:rPr>
              <a:t>los datos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</a:t>
            </a:r>
            <a:r>
              <a:rPr b="1" lang="es-419" sz="1500">
                <a:solidFill>
                  <a:schemeClr val="dk1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los índices.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Los datos son los valores que queremos almacenar, como números o texto, y los índices son las etiquetas asociadas a cada dato, como las etiquetas que identifican cada elemento en la serie.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37" name="Google Shape;1437;p72"/>
          <p:cNvPicPr preferRelativeResize="0"/>
          <p:nvPr/>
        </p:nvPicPr>
        <p:blipFill rotWithShape="1">
          <a:blip r:embed="rId3">
            <a:alphaModFix/>
          </a:blip>
          <a:srcRect b="0" l="12717" r="0" t="0"/>
          <a:stretch/>
        </p:blipFill>
        <p:spPr>
          <a:xfrm>
            <a:off x="1214475" y="2309925"/>
            <a:ext cx="1843800" cy="18173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8" name="Google Shape;1438;p72"/>
          <p:cNvCxnSpPr>
            <a:stCxn id="1439" idx="2"/>
          </p:cNvCxnSpPr>
          <p:nvPr/>
        </p:nvCxnSpPr>
        <p:spPr>
          <a:xfrm>
            <a:off x="1131975" y="2285688"/>
            <a:ext cx="176700" cy="528300"/>
          </a:xfrm>
          <a:prstGeom prst="straightConnector1">
            <a:avLst/>
          </a:prstGeom>
          <a:noFill/>
          <a:ln cap="flat" cmpd="sng" w="38100">
            <a:solidFill>
              <a:srgbClr val="8585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9" name="Google Shape;1439;p72"/>
          <p:cNvSpPr txBox="1"/>
          <p:nvPr/>
        </p:nvSpPr>
        <p:spPr>
          <a:xfrm>
            <a:off x="739275" y="1962288"/>
            <a:ext cx="7854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00CC7E"/>
                </a:solidFill>
                <a:latin typeface="Archivo"/>
                <a:ea typeface="Archivo"/>
                <a:cs typeface="Archivo"/>
                <a:sym typeface="Archivo"/>
              </a:rPr>
              <a:t>Índices</a:t>
            </a:r>
            <a:endParaRPr sz="1500">
              <a:solidFill>
                <a:srgbClr val="00CC7E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440" name="Google Shape;1440;p72"/>
          <p:cNvCxnSpPr/>
          <p:nvPr/>
        </p:nvCxnSpPr>
        <p:spPr>
          <a:xfrm>
            <a:off x="2197725" y="1992538"/>
            <a:ext cx="0" cy="370800"/>
          </a:xfrm>
          <a:prstGeom prst="straightConnector1">
            <a:avLst/>
          </a:prstGeom>
          <a:noFill/>
          <a:ln cap="flat" cmpd="sng" w="38100">
            <a:solidFill>
              <a:srgbClr val="FFC51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1" name="Google Shape;1441;p72"/>
          <p:cNvSpPr txBox="1"/>
          <p:nvPr/>
        </p:nvSpPr>
        <p:spPr>
          <a:xfrm>
            <a:off x="1864875" y="1695600"/>
            <a:ext cx="665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accent3"/>
                </a:solidFill>
                <a:latin typeface="Archivo"/>
                <a:ea typeface="Archivo"/>
                <a:cs typeface="Archivo"/>
                <a:sym typeface="Archivo"/>
              </a:rPr>
              <a:t>Datos</a:t>
            </a:r>
            <a:endParaRPr sz="1500">
              <a:solidFill>
                <a:schemeClr val="accent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42" name="Google Shape;1442;p72"/>
          <p:cNvSpPr/>
          <p:nvPr/>
        </p:nvSpPr>
        <p:spPr>
          <a:xfrm>
            <a:off x="1214475" y="2832138"/>
            <a:ext cx="310200" cy="1195200"/>
          </a:xfrm>
          <a:prstGeom prst="rect">
            <a:avLst/>
          </a:prstGeom>
          <a:noFill/>
          <a:ln cap="flat" cmpd="sng" w="19050">
            <a:solidFill>
              <a:srgbClr val="8585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72"/>
          <p:cNvSpPr/>
          <p:nvPr/>
        </p:nvSpPr>
        <p:spPr>
          <a:xfrm>
            <a:off x="1562350" y="2416125"/>
            <a:ext cx="1392000" cy="1611000"/>
          </a:xfrm>
          <a:prstGeom prst="rect">
            <a:avLst/>
          </a:prstGeom>
          <a:noFill/>
          <a:ln cap="flat" cmpd="sng" w="19050">
            <a:solidFill>
              <a:srgbClr val="FFC51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73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49" name="Google Shape;1449;p73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0" name="Google Shape;1450;p73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51" name="Google Shape;1451;p7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52" name="Google Shape;1452;p7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7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7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7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7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7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7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7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7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7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7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7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64" name="Google Shape;1464;p7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65" name="Google Shape;1465;p73"/>
          <p:cNvSpPr txBox="1"/>
          <p:nvPr>
            <p:ph type="title"/>
          </p:nvPr>
        </p:nvSpPr>
        <p:spPr>
          <a:xfrm>
            <a:off x="692063" y="250125"/>
            <a:ext cx="831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latin typeface="Montserrat"/>
                <a:ea typeface="Montserrat"/>
                <a:cs typeface="Montserrat"/>
                <a:sym typeface="Montserrat"/>
              </a:rPr>
              <a:t>Pandas DataFrame</a:t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466" name="Google Shape;1466;p73"/>
          <p:cNvGrpSpPr/>
          <p:nvPr/>
        </p:nvGrpSpPr>
        <p:grpSpPr>
          <a:xfrm>
            <a:off x="190672" y="319116"/>
            <a:ext cx="342201" cy="331402"/>
            <a:chOff x="9859100" y="1606914"/>
            <a:chExt cx="2437330" cy="2360413"/>
          </a:xfrm>
        </p:grpSpPr>
        <p:sp>
          <p:nvSpPr>
            <p:cNvPr id="1467" name="Google Shape;1467;p73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73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73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470" name="Google Shape;1470;p73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73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472" name="Google Shape;1472;p73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73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73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73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73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73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73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9" name="Google Shape;1479;p73"/>
          <p:cNvSpPr txBox="1"/>
          <p:nvPr>
            <p:ph idx="2" type="title"/>
          </p:nvPr>
        </p:nvSpPr>
        <p:spPr>
          <a:xfrm>
            <a:off x="914425" y="1395075"/>
            <a:ext cx="74748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 </a:t>
            </a:r>
            <a:r>
              <a:rPr b="1" lang="es-419" sz="1500">
                <a:solidFill>
                  <a:schemeClr val="dk1"/>
                </a:solidFill>
                <a:highlight>
                  <a:srgbClr val="B9A7F7"/>
                </a:highlight>
                <a:latin typeface="Archivo"/>
                <a:ea typeface="Archivo"/>
                <a:cs typeface="Archivo"/>
                <a:sym typeface="Archivo"/>
              </a:rPr>
              <a:t>DataFrame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Pandas es una estructura de datos bidimensional, similar a una hoja de cálculo o a una tabla de base de datos. </a:t>
            </a:r>
            <a:r>
              <a:rPr b="1" lang="es-419" sz="1500">
                <a:solidFill>
                  <a:schemeClr val="dk1"/>
                </a:solidFill>
                <a:highlight>
                  <a:srgbClr val="B9A7F7"/>
                </a:highlight>
                <a:latin typeface="Archivo"/>
                <a:ea typeface="Archivo"/>
                <a:cs typeface="Archivo"/>
                <a:sym typeface="Archivo"/>
              </a:rPr>
              <a:t>Se compone de filas y columnas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donde cada columna puede contener diferentes tipos de datos, como números, texto u otros objetos.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Imagina que tienes una tabla en una hoja de cálculo que contiene información sobre empleados de una empresa. </a:t>
            </a:r>
            <a:r>
              <a:rPr b="1" lang="es-419" sz="1500">
                <a:solidFill>
                  <a:schemeClr val="dk1"/>
                </a:solidFill>
                <a:highlight>
                  <a:srgbClr val="B9A7F7"/>
                </a:highlight>
                <a:latin typeface="Archivo"/>
                <a:ea typeface="Archivo"/>
                <a:cs typeface="Archivo"/>
                <a:sym typeface="Archivo"/>
              </a:rPr>
              <a:t>Cada fila representa a un empleado, y cada columna representa un atributo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como el nombre, el salario, la edad y el departamento al que pertenece cada uno.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 DataFrame de Pandas sigue esa misma estructura. Puedes pensar en él como si fuera una colección de series, en la que cada serie representa una columna de la tabla.</a:t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74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74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latin typeface="Montserrat"/>
                <a:ea typeface="Montserrat"/>
                <a:cs typeface="Montserrat"/>
                <a:sym typeface="Montserrat"/>
              </a:rPr>
              <a:t>Pandas DataFrame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6" name="Google Shape;1486;p74"/>
          <p:cNvSpPr txBox="1"/>
          <p:nvPr/>
        </p:nvSpPr>
        <p:spPr>
          <a:xfrm>
            <a:off x="327375" y="1028700"/>
            <a:ext cx="848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87" name="Google Shape;1487;p74"/>
          <p:cNvSpPr txBox="1"/>
          <p:nvPr>
            <p:ph type="title"/>
          </p:nvPr>
        </p:nvSpPr>
        <p:spPr>
          <a:xfrm>
            <a:off x="692063" y="1206144"/>
            <a:ext cx="80556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Por ejemplo, aquí tienes una representación simplificada de un DataFrame:</a:t>
            </a:r>
            <a:endParaRPr sz="16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88" name="Google Shape;1488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4613" y="2615163"/>
            <a:ext cx="5410300" cy="1931778"/>
          </a:xfrm>
          <a:prstGeom prst="rect">
            <a:avLst/>
          </a:prstGeom>
          <a:noFill/>
          <a:ln>
            <a:noFill/>
          </a:ln>
        </p:spPr>
      </p:pic>
      <p:sp>
        <p:nvSpPr>
          <p:cNvPr id="1489" name="Google Shape;1489;p74"/>
          <p:cNvSpPr/>
          <p:nvPr/>
        </p:nvSpPr>
        <p:spPr>
          <a:xfrm>
            <a:off x="2887113" y="2740363"/>
            <a:ext cx="4773000" cy="4011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74"/>
          <p:cNvSpPr/>
          <p:nvPr/>
        </p:nvSpPr>
        <p:spPr>
          <a:xfrm>
            <a:off x="2561863" y="3171513"/>
            <a:ext cx="295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74"/>
          <p:cNvSpPr txBox="1"/>
          <p:nvPr/>
        </p:nvSpPr>
        <p:spPr>
          <a:xfrm>
            <a:off x="2251750" y="2068675"/>
            <a:ext cx="92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accent6"/>
                </a:solidFill>
                <a:latin typeface="Archivo"/>
                <a:ea typeface="Archivo"/>
                <a:cs typeface="Archivo"/>
                <a:sym typeface="Archivo"/>
              </a:rPr>
              <a:t>Nombres Filas</a:t>
            </a:r>
            <a:endParaRPr sz="1500">
              <a:solidFill>
                <a:schemeClr val="accent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92" name="Google Shape;1492;p74"/>
          <p:cNvSpPr txBox="1"/>
          <p:nvPr/>
        </p:nvSpPr>
        <p:spPr>
          <a:xfrm>
            <a:off x="907450" y="2666513"/>
            <a:ext cx="130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accent5"/>
                </a:solidFill>
                <a:latin typeface="Archivo"/>
                <a:ea typeface="Archivo"/>
                <a:cs typeface="Archivo"/>
                <a:sym typeface="Archivo"/>
              </a:rPr>
              <a:t>Nombres Columnas </a:t>
            </a:r>
            <a:endParaRPr sz="1500">
              <a:solidFill>
                <a:schemeClr val="accent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493" name="Google Shape;1493;p74"/>
          <p:cNvCxnSpPr>
            <a:stCxn id="1491" idx="2"/>
          </p:cNvCxnSpPr>
          <p:nvPr/>
        </p:nvCxnSpPr>
        <p:spPr>
          <a:xfrm flipH="1">
            <a:off x="2710000" y="2622775"/>
            <a:ext cx="3600" cy="3102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4" name="Google Shape;1494;p74"/>
          <p:cNvCxnSpPr>
            <a:stCxn id="1492" idx="3"/>
          </p:cNvCxnSpPr>
          <p:nvPr/>
        </p:nvCxnSpPr>
        <p:spPr>
          <a:xfrm>
            <a:off x="2213650" y="2943563"/>
            <a:ext cx="322800" cy="3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5" name="Google Shape;1495;p74"/>
          <p:cNvSpPr txBox="1"/>
          <p:nvPr/>
        </p:nvSpPr>
        <p:spPr>
          <a:xfrm>
            <a:off x="1132600" y="3626388"/>
            <a:ext cx="703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accent6"/>
                </a:solidFill>
                <a:latin typeface="Archivo"/>
                <a:ea typeface="Archivo"/>
                <a:cs typeface="Archivo"/>
                <a:sym typeface="Archivo"/>
              </a:rPr>
              <a:t>Filas </a:t>
            </a:r>
            <a:endParaRPr sz="1500">
              <a:solidFill>
                <a:schemeClr val="accent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496" name="Google Shape;1496;p74"/>
          <p:cNvCxnSpPr>
            <a:stCxn id="1495" idx="3"/>
          </p:cNvCxnSpPr>
          <p:nvPr/>
        </p:nvCxnSpPr>
        <p:spPr>
          <a:xfrm flipH="1" rot="10800000">
            <a:off x="1836100" y="3350688"/>
            <a:ext cx="564900" cy="4374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7" name="Google Shape;1497;p74"/>
          <p:cNvCxnSpPr>
            <a:stCxn id="1495" idx="3"/>
          </p:cNvCxnSpPr>
          <p:nvPr/>
        </p:nvCxnSpPr>
        <p:spPr>
          <a:xfrm>
            <a:off x="1836100" y="3788088"/>
            <a:ext cx="545100" cy="4215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8" name="Google Shape;1498;p74"/>
          <p:cNvCxnSpPr>
            <a:stCxn id="1495" idx="3"/>
          </p:cNvCxnSpPr>
          <p:nvPr/>
        </p:nvCxnSpPr>
        <p:spPr>
          <a:xfrm flipH="1" rot="10800000">
            <a:off x="1836100" y="3785088"/>
            <a:ext cx="574800" cy="30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9" name="Google Shape;1499;p74"/>
          <p:cNvSpPr txBox="1"/>
          <p:nvPr/>
        </p:nvSpPr>
        <p:spPr>
          <a:xfrm>
            <a:off x="4289613" y="1935163"/>
            <a:ext cx="17304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accent5"/>
                </a:solidFill>
                <a:latin typeface="Archivo"/>
                <a:ea typeface="Archivo"/>
                <a:cs typeface="Archivo"/>
                <a:sym typeface="Archivo"/>
              </a:rPr>
              <a:t>Columnas (Series) </a:t>
            </a:r>
            <a:endParaRPr sz="1500">
              <a:solidFill>
                <a:schemeClr val="accent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500" name="Google Shape;1500;p74"/>
          <p:cNvCxnSpPr>
            <a:stCxn id="1499" idx="2"/>
          </p:cNvCxnSpPr>
          <p:nvPr/>
        </p:nvCxnSpPr>
        <p:spPr>
          <a:xfrm flipH="1">
            <a:off x="3600513" y="2258563"/>
            <a:ext cx="1554300" cy="3951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1" name="Google Shape;1501;p74"/>
          <p:cNvCxnSpPr>
            <a:stCxn id="1499" idx="2"/>
          </p:cNvCxnSpPr>
          <p:nvPr/>
        </p:nvCxnSpPr>
        <p:spPr>
          <a:xfrm>
            <a:off x="5154813" y="2258563"/>
            <a:ext cx="1479000" cy="432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2" name="Google Shape;1502;p74"/>
          <p:cNvCxnSpPr>
            <a:stCxn id="1499" idx="2"/>
          </p:cNvCxnSpPr>
          <p:nvPr/>
        </p:nvCxnSpPr>
        <p:spPr>
          <a:xfrm flipH="1">
            <a:off x="4614213" y="2258563"/>
            <a:ext cx="540600" cy="440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3" name="Google Shape;1503;p74"/>
          <p:cNvCxnSpPr>
            <a:stCxn id="1499" idx="2"/>
          </p:cNvCxnSpPr>
          <p:nvPr/>
        </p:nvCxnSpPr>
        <p:spPr>
          <a:xfrm>
            <a:off x="5154813" y="2258563"/>
            <a:ext cx="344400" cy="417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4" name="Google Shape;1504;p74"/>
          <p:cNvSpPr/>
          <p:nvPr/>
        </p:nvSpPr>
        <p:spPr>
          <a:xfrm>
            <a:off x="86050" y="4589400"/>
            <a:ext cx="21657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5" name="Google Shape;1505;p74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06" name="Google Shape;1506;p7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07" name="Google Shape;1507;p7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7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7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7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7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7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7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7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7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7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7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7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19" name="Google Shape;1519;p7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520" name="Google Shape;1520;p74"/>
          <p:cNvGrpSpPr/>
          <p:nvPr/>
        </p:nvGrpSpPr>
        <p:grpSpPr>
          <a:xfrm>
            <a:off x="190672" y="319116"/>
            <a:ext cx="342201" cy="331402"/>
            <a:chOff x="9859100" y="1606914"/>
            <a:chExt cx="2437330" cy="2360413"/>
          </a:xfrm>
        </p:grpSpPr>
        <p:sp>
          <p:nvSpPr>
            <p:cNvPr id="1521" name="Google Shape;1521;p74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74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74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524" name="Google Shape;1524;p74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74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526" name="Google Shape;1526;p74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74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74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74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74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74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74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Google Shape;1537;p75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538" name="Google Shape;1538;p75"/>
          <p:cNvSpPr/>
          <p:nvPr/>
        </p:nvSpPr>
        <p:spPr>
          <a:xfrm>
            <a:off x="281288" y="2642850"/>
            <a:ext cx="1890600" cy="653700"/>
          </a:xfrm>
          <a:prstGeom prst="roundRect">
            <a:avLst>
              <a:gd fmla="val 50000" name="adj"/>
            </a:avLst>
          </a:prstGeom>
          <a:solidFill>
            <a:srgbClr val="FDCF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39" name="Google Shape;1539;p75"/>
          <p:cNvSpPr txBox="1"/>
          <p:nvPr/>
        </p:nvSpPr>
        <p:spPr>
          <a:xfrm>
            <a:off x="392563" y="2113400"/>
            <a:ext cx="47109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Veamos </a:t>
            </a: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cómo</a:t>
            </a: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usar Pandas</a:t>
            </a:r>
            <a:endParaRPr sz="35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40" name="Google Shape;1540;p75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541" name="Google Shape;1541;p75"/>
          <p:cNvCxnSpPr>
            <a:stCxn id="1540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2" name="Google Shape;1542;p75"/>
          <p:cNvCxnSpPr>
            <a:stCxn id="1540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3" name="Google Shape;1543;p75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1544" name="Google Shape;1544;p7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45" name="Google Shape;1545;p7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7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7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7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7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7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7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7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7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7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7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7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57" name="Google Shape;1557;p7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558" name="Google Shape;1558;p75"/>
          <p:cNvPicPr preferRelativeResize="0"/>
          <p:nvPr/>
        </p:nvPicPr>
        <p:blipFill rotWithShape="1">
          <a:blip r:embed="rId3">
            <a:alphaModFix/>
          </a:blip>
          <a:srcRect b="0" l="0" r="0" t="21166"/>
          <a:stretch/>
        </p:blipFill>
        <p:spPr>
          <a:xfrm>
            <a:off x="4117225" y="3048000"/>
            <a:ext cx="2438400" cy="192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9" name="Google Shape;1559;p75"/>
          <p:cNvSpPr/>
          <p:nvPr/>
        </p:nvSpPr>
        <p:spPr>
          <a:xfrm>
            <a:off x="4463138" y="2948213"/>
            <a:ext cx="2186400" cy="61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76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76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Descubriendo los datos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6" name="Google Shape;1566;p76"/>
          <p:cNvSpPr txBox="1"/>
          <p:nvPr/>
        </p:nvSpPr>
        <p:spPr>
          <a:xfrm>
            <a:off x="800775" y="839600"/>
            <a:ext cx="754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¡Es hora de sumergirnos en el mundo de los datos de películas! 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Aquí tenemos nuestro dataset basado en una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plataforma de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recomendación de películas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Vamos a explorarlo utilizando Pandas para obtener información valiosa.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67" name="Google Shape;1567;p76"/>
          <p:cNvSpPr txBox="1"/>
          <p:nvPr/>
        </p:nvSpPr>
        <p:spPr>
          <a:xfrm>
            <a:off x="1028425" y="4446600"/>
            <a:ext cx="5505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En este </a:t>
            </a:r>
            <a:r>
              <a:rPr lang="es-419" sz="1500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4"/>
              </a:rPr>
              <a:t>L</a:t>
            </a:r>
            <a:r>
              <a:rPr lang="es-419" sz="1500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5"/>
              </a:rPr>
              <a:t>INK</a:t>
            </a: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puedes</a:t>
            </a: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 acceder al dataset</a:t>
            </a:r>
            <a:endParaRPr sz="15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568" name="Google Shape;1568;p76"/>
          <p:cNvGrpSpPr/>
          <p:nvPr/>
        </p:nvGrpSpPr>
        <p:grpSpPr>
          <a:xfrm rot="5400000">
            <a:off x="1605271" y="4488469"/>
            <a:ext cx="367054" cy="484489"/>
            <a:chOff x="4167206" y="5024326"/>
            <a:chExt cx="904966" cy="1194501"/>
          </a:xfrm>
        </p:grpSpPr>
        <p:sp>
          <p:nvSpPr>
            <p:cNvPr id="1569" name="Google Shape;1569;p76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76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76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76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76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76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76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76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77" name="Google Shape;1577;p76" title="data.png"/>
          <p:cNvPicPr preferRelativeResize="0"/>
          <p:nvPr/>
        </p:nvPicPr>
        <p:blipFill rotWithShape="1">
          <a:blip r:embed="rId6">
            <a:alphaModFix/>
          </a:blip>
          <a:srcRect b="1437" l="0" r="0" t="1427"/>
          <a:stretch/>
        </p:blipFill>
        <p:spPr>
          <a:xfrm>
            <a:off x="389537" y="1824257"/>
            <a:ext cx="8364925" cy="2297032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78" name="Google Shape;1578;p76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79" name="Google Shape;1579;p7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80" name="Google Shape;1580;p7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7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7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7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7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7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7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7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7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7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7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7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92" name="Google Shape;1592;p7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77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598" name="Google Shape;1598;p77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9" name="Google Shape;1599;p77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00" name="Google Shape;1600;p7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01" name="Google Shape;1601;p7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7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7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7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7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7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7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7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7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7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7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7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13" name="Google Shape;1613;p7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14" name="Google Shape;1614;p77"/>
          <p:cNvSpPr txBox="1"/>
          <p:nvPr/>
        </p:nvSpPr>
        <p:spPr>
          <a:xfrm>
            <a:off x="610425" y="1396200"/>
            <a:ext cx="7977300" cy="3540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300">
                <a:latin typeface="Archivo"/>
                <a:ea typeface="Archivo"/>
                <a:cs typeface="Archivo"/>
                <a:sym typeface="Archivo"/>
              </a:rPr>
              <a:t>Texto con una </a:t>
            </a:r>
            <a:r>
              <a:rPr b="1" lang="es-419" sz="2300">
                <a:highlight>
                  <a:srgbClr val="FFDC76"/>
                </a:highlight>
                <a:latin typeface="Archivo"/>
                <a:ea typeface="Archivo"/>
                <a:cs typeface="Archivo"/>
                <a:sym typeface="Archivo"/>
              </a:rPr>
              <a:t>palabra</a:t>
            </a:r>
            <a:r>
              <a:rPr lang="es-419" sz="2300">
                <a:latin typeface="Archivo"/>
                <a:ea typeface="Archivo"/>
                <a:cs typeface="Archivo"/>
                <a:sym typeface="Archivo"/>
              </a:rPr>
              <a:t> resaltada.</a:t>
            </a:r>
            <a:endParaRPr sz="23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15" name="Google Shape;1615;p77"/>
          <p:cNvSpPr txBox="1"/>
          <p:nvPr>
            <p:ph type="title"/>
          </p:nvPr>
        </p:nvSpPr>
        <p:spPr>
          <a:xfrm>
            <a:off x="692063" y="250125"/>
            <a:ext cx="831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Soy el título PPT blanca barra amarilla</a:t>
            </a:r>
            <a:endParaRPr sz="700"/>
          </a:p>
        </p:txBody>
      </p:sp>
      <p:grpSp>
        <p:nvGrpSpPr>
          <p:cNvPr id="1616" name="Google Shape;1616;p77"/>
          <p:cNvGrpSpPr/>
          <p:nvPr/>
        </p:nvGrpSpPr>
        <p:grpSpPr>
          <a:xfrm>
            <a:off x="190672" y="319116"/>
            <a:ext cx="342201" cy="331402"/>
            <a:chOff x="9859100" y="1606914"/>
            <a:chExt cx="2437330" cy="2360413"/>
          </a:xfrm>
        </p:grpSpPr>
        <p:sp>
          <p:nvSpPr>
            <p:cNvPr id="1617" name="Google Shape;1617;p77"/>
            <p:cNvSpPr/>
            <p:nvPr/>
          </p:nvSpPr>
          <p:spPr>
            <a:xfrm>
              <a:off x="10150319" y="2176206"/>
              <a:ext cx="549071" cy="606619"/>
            </a:xfrm>
            <a:custGeom>
              <a:rect b="b" l="l" r="r" t="t"/>
              <a:pathLst>
                <a:path extrusionOk="0" h="7557" w="6763">
                  <a:moveTo>
                    <a:pt x="6762" y="1"/>
                  </a:moveTo>
                  <a:lnTo>
                    <a:pt x="4487" y="179"/>
                  </a:lnTo>
                  <a:cubicBezTo>
                    <a:pt x="3845" y="233"/>
                    <a:pt x="3283" y="563"/>
                    <a:pt x="2935" y="1089"/>
                  </a:cubicBezTo>
                  <a:lnTo>
                    <a:pt x="312" y="5059"/>
                  </a:lnTo>
                  <a:cubicBezTo>
                    <a:pt x="45" y="5460"/>
                    <a:pt x="0" y="5969"/>
                    <a:pt x="196" y="6406"/>
                  </a:cubicBezTo>
                  <a:cubicBezTo>
                    <a:pt x="393" y="6852"/>
                    <a:pt x="794" y="7155"/>
                    <a:pt x="1267" y="7227"/>
                  </a:cubicBezTo>
                  <a:lnTo>
                    <a:pt x="3354" y="7557"/>
                  </a:lnTo>
                  <a:cubicBezTo>
                    <a:pt x="3836" y="4961"/>
                    <a:pt x="5005" y="2383"/>
                    <a:pt x="67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77"/>
            <p:cNvSpPr/>
            <p:nvPr/>
          </p:nvSpPr>
          <p:spPr>
            <a:xfrm>
              <a:off x="11101268" y="3179452"/>
              <a:ext cx="612803" cy="537184"/>
            </a:xfrm>
            <a:custGeom>
              <a:rect b="b" l="l" r="r" t="t"/>
              <a:pathLst>
                <a:path extrusionOk="0" h="6692" w="7548">
                  <a:moveTo>
                    <a:pt x="7548" y="1"/>
                  </a:moveTo>
                  <a:lnTo>
                    <a:pt x="7548" y="1"/>
                  </a:lnTo>
                  <a:cubicBezTo>
                    <a:pt x="5166" y="1758"/>
                    <a:pt x="2588" y="2927"/>
                    <a:pt x="0" y="3409"/>
                  </a:cubicBezTo>
                  <a:lnTo>
                    <a:pt x="322" y="5496"/>
                  </a:lnTo>
                  <a:cubicBezTo>
                    <a:pt x="393" y="5978"/>
                    <a:pt x="705" y="6371"/>
                    <a:pt x="1142" y="6567"/>
                  </a:cubicBezTo>
                  <a:cubicBezTo>
                    <a:pt x="1330" y="6647"/>
                    <a:pt x="1517" y="6692"/>
                    <a:pt x="1713" y="6692"/>
                  </a:cubicBezTo>
                  <a:cubicBezTo>
                    <a:pt x="1981" y="6692"/>
                    <a:pt x="2257" y="6611"/>
                    <a:pt x="2489" y="6460"/>
                  </a:cubicBezTo>
                  <a:lnTo>
                    <a:pt x="6459" y="3828"/>
                  </a:lnTo>
                  <a:cubicBezTo>
                    <a:pt x="6986" y="3480"/>
                    <a:pt x="7325" y="2918"/>
                    <a:pt x="7369" y="2285"/>
                  </a:cubicBezTo>
                  <a:lnTo>
                    <a:pt x="75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77"/>
            <p:cNvSpPr/>
            <p:nvPr/>
          </p:nvSpPr>
          <p:spPr>
            <a:xfrm>
              <a:off x="10535635" y="2577248"/>
              <a:ext cx="773554" cy="760582"/>
            </a:xfrm>
            <a:custGeom>
              <a:rect b="b" l="l" r="r" t="t"/>
              <a:pathLst>
                <a:path extrusionOk="0" h="9475" w="9528">
                  <a:moveTo>
                    <a:pt x="955" y="0"/>
                  </a:moveTo>
                  <a:cubicBezTo>
                    <a:pt x="553" y="991"/>
                    <a:pt x="250" y="2034"/>
                    <a:pt x="71" y="3123"/>
                  </a:cubicBezTo>
                  <a:cubicBezTo>
                    <a:pt x="0" y="3551"/>
                    <a:pt x="143" y="3988"/>
                    <a:pt x="446" y="4291"/>
                  </a:cubicBezTo>
                  <a:lnTo>
                    <a:pt x="5228" y="9073"/>
                  </a:lnTo>
                  <a:cubicBezTo>
                    <a:pt x="5487" y="9332"/>
                    <a:pt x="5826" y="9475"/>
                    <a:pt x="6182" y="9475"/>
                  </a:cubicBezTo>
                  <a:cubicBezTo>
                    <a:pt x="6254" y="9475"/>
                    <a:pt x="6325" y="9466"/>
                    <a:pt x="6396" y="9448"/>
                  </a:cubicBezTo>
                  <a:cubicBezTo>
                    <a:pt x="7485" y="9269"/>
                    <a:pt x="8529" y="8966"/>
                    <a:pt x="9528" y="8565"/>
                  </a:cubicBezTo>
                  <a:lnTo>
                    <a:pt x="9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620" name="Google Shape;1620;p77"/>
            <p:cNvSpPr/>
            <p:nvPr/>
          </p:nvSpPr>
          <p:spPr>
            <a:xfrm>
              <a:off x="10668864" y="1606914"/>
              <a:ext cx="1627566" cy="1603443"/>
            </a:xfrm>
            <a:custGeom>
              <a:rect b="b" l="l" r="r" t="t"/>
              <a:pathLst>
                <a:path extrusionOk="0" h="19975" w="20047">
                  <a:moveTo>
                    <a:pt x="11692" y="4428"/>
                  </a:moveTo>
                  <a:cubicBezTo>
                    <a:pt x="12677" y="4428"/>
                    <a:pt x="13663" y="4804"/>
                    <a:pt x="14417" y="5558"/>
                  </a:cubicBezTo>
                  <a:cubicBezTo>
                    <a:pt x="15140" y="6281"/>
                    <a:pt x="15541" y="7244"/>
                    <a:pt x="15541" y="8279"/>
                  </a:cubicBezTo>
                  <a:cubicBezTo>
                    <a:pt x="15541" y="9305"/>
                    <a:pt x="15140" y="10269"/>
                    <a:pt x="14417" y="11000"/>
                  </a:cubicBezTo>
                  <a:cubicBezTo>
                    <a:pt x="13668" y="11749"/>
                    <a:pt x="12677" y="12124"/>
                    <a:pt x="11696" y="12124"/>
                  </a:cubicBezTo>
                  <a:cubicBezTo>
                    <a:pt x="10706" y="12124"/>
                    <a:pt x="9724" y="11749"/>
                    <a:pt x="8966" y="11000"/>
                  </a:cubicBezTo>
                  <a:cubicBezTo>
                    <a:pt x="8244" y="10269"/>
                    <a:pt x="7842" y="9305"/>
                    <a:pt x="7842" y="8279"/>
                  </a:cubicBezTo>
                  <a:cubicBezTo>
                    <a:pt x="7842" y="7244"/>
                    <a:pt x="8244" y="6281"/>
                    <a:pt x="8966" y="5558"/>
                  </a:cubicBezTo>
                  <a:cubicBezTo>
                    <a:pt x="9720" y="4804"/>
                    <a:pt x="10706" y="4428"/>
                    <a:pt x="11692" y="4428"/>
                  </a:cubicBezTo>
                  <a:close/>
                  <a:moveTo>
                    <a:pt x="17513" y="0"/>
                  </a:moveTo>
                  <a:cubicBezTo>
                    <a:pt x="15264" y="0"/>
                    <a:pt x="11714" y="339"/>
                    <a:pt x="8315" y="2097"/>
                  </a:cubicBezTo>
                  <a:cubicBezTo>
                    <a:pt x="5621" y="3489"/>
                    <a:pt x="2088" y="6557"/>
                    <a:pt x="1" y="10599"/>
                  </a:cubicBezTo>
                  <a:cubicBezTo>
                    <a:pt x="18" y="10616"/>
                    <a:pt x="45" y="10634"/>
                    <a:pt x="72" y="10661"/>
                  </a:cubicBezTo>
                  <a:lnTo>
                    <a:pt x="9305" y="19903"/>
                  </a:lnTo>
                  <a:cubicBezTo>
                    <a:pt x="9332" y="19921"/>
                    <a:pt x="9350" y="19948"/>
                    <a:pt x="9368" y="19975"/>
                  </a:cubicBezTo>
                  <a:cubicBezTo>
                    <a:pt x="13409" y="17887"/>
                    <a:pt x="16478" y="14345"/>
                    <a:pt x="17878" y="11651"/>
                  </a:cubicBezTo>
                  <a:cubicBezTo>
                    <a:pt x="19975" y="7592"/>
                    <a:pt x="20046" y="3310"/>
                    <a:pt x="19939" y="1303"/>
                  </a:cubicBezTo>
                  <a:cubicBezTo>
                    <a:pt x="19903" y="616"/>
                    <a:pt x="19350" y="63"/>
                    <a:pt x="18663" y="27"/>
                  </a:cubicBezTo>
                  <a:cubicBezTo>
                    <a:pt x="18342" y="9"/>
                    <a:pt x="17950" y="0"/>
                    <a:pt x="17513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77"/>
            <p:cNvSpPr/>
            <p:nvPr/>
          </p:nvSpPr>
          <p:spPr>
            <a:xfrm>
              <a:off x="11430808" y="2085980"/>
              <a:ext cx="374518" cy="370859"/>
            </a:xfrm>
            <a:custGeom>
              <a:rect b="b" l="l" r="r" t="t"/>
              <a:pathLst>
                <a:path extrusionOk="0" h="4620" w="4613">
                  <a:moveTo>
                    <a:pt x="2311" y="1"/>
                  </a:moveTo>
                  <a:cubicBezTo>
                    <a:pt x="1713" y="1"/>
                    <a:pt x="1125" y="224"/>
                    <a:pt x="670" y="679"/>
                  </a:cubicBezTo>
                  <a:cubicBezTo>
                    <a:pt x="241" y="1116"/>
                    <a:pt x="0" y="1696"/>
                    <a:pt x="0" y="2311"/>
                  </a:cubicBezTo>
                  <a:cubicBezTo>
                    <a:pt x="0" y="2927"/>
                    <a:pt x="241" y="3507"/>
                    <a:pt x="670" y="3944"/>
                  </a:cubicBezTo>
                  <a:cubicBezTo>
                    <a:pt x="1120" y="4394"/>
                    <a:pt x="1713" y="4619"/>
                    <a:pt x="2307" y="4619"/>
                  </a:cubicBezTo>
                  <a:cubicBezTo>
                    <a:pt x="2900" y="4619"/>
                    <a:pt x="3493" y="4394"/>
                    <a:pt x="3944" y="3944"/>
                  </a:cubicBezTo>
                  <a:cubicBezTo>
                    <a:pt x="4381" y="3507"/>
                    <a:pt x="4613" y="2927"/>
                    <a:pt x="4613" y="2311"/>
                  </a:cubicBezTo>
                  <a:cubicBezTo>
                    <a:pt x="4613" y="1696"/>
                    <a:pt x="4381" y="1116"/>
                    <a:pt x="3944" y="679"/>
                  </a:cubicBezTo>
                  <a:cubicBezTo>
                    <a:pt x="3489" y="224"/>
                    <a:pt x="2900" y="1"/>
                    <a:pt x="23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622" name="Google Shape;1622;p77"/>
            <p:cNvSpPr/>
            <p:nvPr/>
          </p:nvSpPr>
          <p:spPr>
            <a:xfrm>
              <a:off x="9865676" y="2900184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3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77"/>
            <p:cNvSpPr/>
            <p:nvPr/>
          </p:nvSpPr>
          <p:spPr>
            <a:xfrm>
              <a:off x="9859100" y="2894485"/>
              <a:ext cx="533889" cy="527872"/>
            </a:xfrm>
            <a:custGeom>
              <a:rect b="b" l="l" r="r" t="t"/>
              <a:pathLst>
                <a:path extrusionOk="0" h="6576" w="6576">
                  <a:moveTo>
                    <a:pt x="6433" y="0"/>
                  </a:moveTo>
                  <a:lnTo>
                    <a:pt x="1" y="6424"/>
                  </a:lnTo>
                  <a:lnTo>
                    <a:pt x="152" y="6575"/>
                  </a:lnTo>
                  <a:lnTo>
                    <a:pt x="6576" y="143"/>
                  </a:lnTo>
                  <a:lnTo>
                    <a:pt x="64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77"/>
            <p:cNvSpPr/>
            <p:nvPr/>
          </p:nvSpPr>
          <p:spPr>
            <a:xfrm>
              <a:off x="10403786" y="3445877"/>
              <a:ext cx="521549" cy="515671"/>
            </a:xfrm>
            <a:custGeom>
              <a:rect b="b" l="l" r="r" t="t"/>
              <a:pathLst>
                <a:path extrusionOk="0" h="6424" w="6424">
                  <a:moveTo>
                    <a:pt x="6424" y="1"/>
                  </a:moveTo>
                  <a:lnTo>
                    <a:pt x="0" y="642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77"/>
            <p:cNvSpPr/>
            <p:nvPr/>
          </p:nvSpPr>
          <p:spPr>
            <a:xfrm>
              <a:off x="10398022" y="3440177"/>
              <a:ext cx="533077" cy="527150"/>
            </a:xfrm>
            <a:custGeom>
              <a:rect b="b" l="l" r="r" t="t"/>
              <a:pathLst>
                <a:path extrusionOk="0" h="6567" w="6566">
                  <a:moveTo>
                    <a:pt x="6423" y="0"/>
                  </a:moveTo>
                  <a:lnTo>
                    <a:pt x="0" y="6423"/>
                  </a:lnTo>
                  <a:lnTo>
                    <a:pt x="143" y="6566"/>
                  </a:lnTo>
                  <a:lnTo>
                    <a:pt x="6566" y="143"/>
                  </a:lnTo>
                  <a:lnTo>
                    <a:pt x="6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77"/>
            <p:cNvSpPr/>
            <p:nvPr/>
          </p:nvSpPr>
          <p:spPr>
            <a:xfrm>
              <a:off x="10286471" y="3182342"/>
              <a:ext cx="335386" cy="331686"/>
            </a:xfrm>
            <a:custGeom>
              <a:rect b="b" l="l" r="r" t="t"/>
              <a:pathLst>
                <a:path extrusionOk="0" h="4132" w="4131">
                  <a:moveTo>
                    <a:pt x="4131" y="1"/>
                  </a:moveTo>
                  <a:lnTo>
                    <a:pt x="0" y="413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77"/>
            <p:cNvSpPr/>
            <p:nvPr/>
          </p:nvSpPr>
          <p:spPr>
            <a:xfrm>
              <a:off x="10280625" y="3176643"/>
              <a:ext cx="347077" cy="343085"/>
            </a:xfrm>
            <a:custGeom>
              <a:rect b="b" l="l" r="r" t="t"/>
              <a:pathLst>
                <a:path extrusionOk="0" h="4274" w="4275">
                  <a:moveTo>
                    <a:pt x="4131" y="0"/>
                  </a:moveTo>
                  <a:lnTo>
                    <a:pt x="1" y="4131"/>
                  </a:lnTo>
                  <a:lnTo>
                    <a:pt x="144" y="4273"/>
                  </a:lnTo>
                  <a:lnTo>
                    <a:pt x="4274" y="143"/>
                  </a:lnTo>
                  <a:lnTo>
                    <a:pt x="41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77"/>
            <p:cNvSpPr/>
            <p:nvPr/>
          </p:nvSpPr>
          <p:spPr>
            <a:xfrm>
              <a:off x="10143921" y="3689563"/>
              <a:ext cx="174634" cy="172666"/>
            </a:xfrm>
            <a:custGeom>
              <a:rect b="b" l="l" r="r" t="t"/>
              <a:pathLst>
                <a:path extrusionOk="0" h="2151" w="2151">
                  <a:moveTo>
                    <a:pt x="2151" y="1"/>
                  </a:moveTo>
                  <a:lnTo>
                    <a:pt x="2151" y="1"/>
                  </a:lnTo>
                  <a:cubicBezTo>
                    <a:pt x="2150" y="1"/>
                    <a:pt x="1643" y="483"/>
                    <a:pt x="999" y="483"/>
                  </a:cubicBezTo>
                  <a:cubicBezTo>
                    <a:pt x="687" y="483"/>
                    <a:pt x="344" y="371"/>
                    <a:pt x="10" y="36"/>
                  </a:cubicBezTo>
                  <a:lnTo>
                    <a:pt x="10" y="36"/>
                  </a:lnTo>
                  <a:cubicBezTo>
                    <a:pt x="1035" y="1062"/>
                    <a:pt x="1" y="2151"/>
                    <a:pt x="1" y="2151"/>
                  </a:cubicBezTo>
                  <a:cubicBezTo>
                    <a:pt x="1" y="2151"/>
                    <a:pt x="487" y="1688"/>
                    <a:pt x="1116" y="1688"/>
                  </a:cubicBezTo>
                  <a:cubicBezTo>
                    <a:pt x="1428" y="1688"/>
                    <a:pt x="1775" y="1802"/>
                    <a:pt x="2115" y="2142"/>
                  </a:cubicBezTo>
                  <a:cubicBezTo>
                    <a:pt x="1089" y="1116"/>
                    <a:pt x="2150" y="1"/>
                    <a:pt x="2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78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78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Incorporando Pandas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5" name="Google Shape;1635;p78"/>
          <p:cNvSpPr txBox="1"/>
          <p:nvPr/>
        </p:nvSpPr>
        <p:spPr>
          <a:xfrm>
            <a:off x="1746201" y="1028700"/>
            <a:ext cx="5651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 primero que debemos hacer es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importar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 módulo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Pandas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nuestro código, usando la siguiente línea: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36" name="Google Shape;1636;p78"/>
          <p:cNvSpPr txBox="1"/>
          <p:nvPr/>
        </p:nvSpPr>
        <p:spPr>
          <a:xfrm>
            <a:off x="2800551" y="3640081"/>
            <a:ext cx="5651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Ahora estamos listos para empezar a utilizar todas las funcionalidades que nos ofrece Pandas.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637" name="Google Shape;1637;p78"/>
          <p:cNvPicPr preferRelativeResize="0"/>
          <p:nvPr/>
        </p:nvPicPr>
        <p:blipFill rotWithShape="1">
          <a:blip r:embed="rId3">
            <a:alphaModFix/>
          </a:blip>
          <a:srcRect b="13745" l="0" r="0" t="24365"/>
          <a:stretch/>
        </p:blipFill>
        <p:spPr>
          <a:xfrm>
            <a:off x="2781650" y="1753500"/>
            <a:ext cx="5689349" cy="1698051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8" name="Google Shape;1638;p78"/>
          <p:cNvSpPr/>
          <p:nvPr/>
        </p:nvSpPr>
        <p:spPr>
          <a:xfrm>
            <a:off x="2876175" y="3016250"/>
            <a:ext cx="1468500" cy="2754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78"/>
          <p:cNvSpPr/>
          <p:nvPr/>
        </p:nvSpPr>
        <p:spPr>
          <a:xfrm>
            <a:off x="673000" y="2655719"/>
            <a:ext cx="1630500" cy="973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este ejemplo, el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dataset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está cargado en Replit.</a:t>
            </a:r>
            <a:endParaRPr sz="700"/>
          </a:p>
        </p:txBody>
      </p:sp>
      <p:cxnSp>
        <p:nvCxnSpPr>
          <p:cNvPr id="1640" name="Google Shape;1640;p78"/>
          <p:cNvCxnSpPr>
            <a:stCxn id="1639" idx="3"/>
            <a:endCxn id="1638" idx="1"/>
          </p:cNvCxnSpPr>
          <p:nvPr/>
        </p:nvCxnSpPr>
        <p:spPr>
          <a:xfrm>
            <a:off x="2303500" y="3142469"/>
            <a:ext cx="572700" cy="11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41" name="Google Shape;1641;p7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42" name="Google Shape;1642;p7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43" name="Google Shape;1643;p7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7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7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7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7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7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7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7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7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7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7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7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55" name="Google Shape;1655;p7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0" name="Google Shape;166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8407" y="1479063"/>
            <a:ext cx="6770589" cy="366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7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79"/>
          <p:cNvSpPr txBox="1"/>
          <p:nvPr/>
        </p:nvSpPr>
        <p:spPr>
          <a:xfrm>
            <a:off x="692063" y="250125"/>
            <a:ext cx="752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¿</a:t>
            </a: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Cómo</a:t>
            </a: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 leer un dataset?</a:t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3" name="Google Shape;1663;p7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4" name="Google Shape;1664;p7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665" name="Google Shape;1665;p7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7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7" name="Google Shape;1667;p79"/>
          <p:cNvSpPr txBox="1"/>
          <p:nvPr/>
        </p:nvSpPr>
        <p:spPr>
          <a:xfrm>
            <a:off x="267075" y="967725"/>
            <a:ext cx="86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Como puedes ver, hemos cargado nuestro dataset en un DataFrame llamado </a:t>
            </a:r>
            <a:r>
              <a:rPr b="1" lang="es-419" sz="18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df</a:t>
            </a:r>
            <a:endParaRPr b="1" sz="1800">
              <a:solidFill>
                <a:schemeClr val="dk1"/>
              </a:solidFill>
              <a:highlight>
                <a:schemeClr val="accent4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68" name="Google Shape;1668;p79"/>
          <p:cNvSpPr txBox="1"/>
          <p:nvPr/>
        </p:nvSpPr>
        <p:spPr>
          <a:xfrm>
            <a:off x="5833025" y="1412513"/>
            <a:ext cx="3315600" cy="29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9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■"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función 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read_csv()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nos permite cargar datos desde un archivo CSV, utilizando como argumento el nombre de la tabla ‘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Peliculas.csv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’.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■"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También existen las funciones read_excel(), read_json(), read_html(), read_sql(), las cuales nos sirven para leer archivos en otros formatos. 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669" name="Google Shape;1669;p79"/>
          <p:cNvPicPr preferRelativeResize="0"/>
          <p:nvPr/>
        </p:nvPicPr>
        <p:blipFill rotWithShape="1">
          <a:blip r:embed="rId4">
            <a:alphaModFix/>
          </a:blip>
          <a:srcRect b="0" l="0" r="3762" t="0"/>
          <a:stretch/>
        </p:blipFill>
        <p:spPr>
          <a:xfrm>
            <a:off x="396375" y="1672338"/>
            <a:ext cx="5183488" cy="29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9"/>
          <p:cNvSpPr txBox="1"/>
          <p:nvPr/>
        </p:nvSpPr>
        <p:spPr>
          <a:xfrm>
            <a:off x="6353675" y="4164413"/>
            <a:ext cx="2274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 u="sng">
                <a:solidFill>
                  <a:schemeClr val="accent6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1" lang="es-419" sz="1500" u="sng">
                <a:solidFill>
                  <a:schemeClr val="accent6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INK</a:t>
            </a:r>
            <a:r>
              <a:rPr lang="es-419" sz="1500">
                <a:solidFill>
                  <a:srgbClr val="161616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</a:rPr>
              <a:t> a documentación</a:t>
            </a:r>
            <a:endParaRPr sz="1500">
              <a:solidFill>
                <a:srgbClr val="161616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671" name="Google Shape;1671;p79"/>
          <p:cNvGrpSpPr/>
          <p:nvPr/>
        </p:nvGrpSpPr>
        <p:grpSpPr>
          <a:xfrm>
            <a:off x="6483884" y="4487732"/>
            <a:ext cx="367054" cy="484489"/>
            <a:chOff x="4167206" y="5024326"/>
            <a:chExt cx="904966" cy="1194501"/>
          </a:xfrm>
        </p:grpSpPr>
        <p:sp>
          <p:nvSpPr>
            <p:cNvPr id="1672" name="Google Shape;1672;p79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79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79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79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79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79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79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79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0" name="Google Shape;1680;p79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81" name="Google Shape;1681;p7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82" name="Google Shape;1682;p7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7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4" name="Google Shape;1684;p7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7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7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7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7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7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7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7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7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7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94" name="Google Shape;1694;p7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9" name="Google Shape;169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8407" y="1479063"/>
            <a:ext cx="6770589" cy="366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700" name="Google Shape;1700;p8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80"/>
          <p:cNvSpPr txBox="1"/>
          <p:nvPr/>
        </p:nvSpPr>
        <p:spPr>
          <a:xfrm>
            <a:off x="692063" y="250125"/>
            <a:ext cx="752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¿</a:t>
            </a: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Cómo</a:t>
            </a: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 leer un dataset?</a:t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2" name="Google Shape;1702;p8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3" name="Google Shape;1703;p8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704" name="Google Shape;1704;p8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8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6" name="Google Shape;1706;p80"/>
          <p:cNvSpPr txBox="1"/>
          <p:nvPr/>
        </p:nvSpPr>
        <p:spPr>
          <a:xfrm>
            <a:off x="190875" y="967725"/>
            <a:ext cx="8786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También podrás </a:t>
            </a:r>
            <a:r>
              <a:rPr b="1" lang="es-419" sz="18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importar tus datasets desde Google Sheets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veamos 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cómo</a:t>
            </a:r>
            <a:r>
              <a:rPr lang="es-419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hacerlo:</a:t>
            </a:r>
            <a:endParaRPr b="1" sz="1800">
              <a:solidFill>
                <a:schemeClr val="dk1"/>
              </a:solidFill>
              <a:highlight>
                <a:schemeClr val="accent4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07" name="Google Shape;1707;p80"/>
          <p:cNvSpPr txBox="1"/>
          <p:nvPr/>
        </p:nvSpPr>
        <p:spPr>
          <a:xfrm>
            <a:off x="5833025" y="1412513"/>
            <a:ext cx="3070500" cy="29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9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■"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Debemos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una variable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que contenga el link del archivo exportado en formato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.csv</a:t>
            </a:r>
            <a:b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"/>
              <a:buChar char="■"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Luego agregamos la variable a los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paréntesis de la función .read_csv()</a:t>
            </a:r>
            <a:endParaRPr b="1"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08" name="Google Shape;1708;p80"/>
          <p:cNvSpPr txBox="1"/>
          <p:nvPr/>
        </p:nvSpPr>
        <p:spPr>
          <a:xfrm>
            <a:off x="6412675" y="3808763"/>
            <a:ext cx="2274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 u="sng">
                <a:solidFill>
                  <a:schemeClr val="accent6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b="1" lang="es-419" sz="1500" u="sng">
                <a:solidFill>
                  <a:schemeClr val="accent6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INK</a:t>
            </a:r>
            <a:r>
              <a:rPr lang="es-419" sz="1500">
                <a:solidFill>
                  <a:srgbClr val="161616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</a:rPr>
              <a:t> a documentación</a:t>
            </a:r>
            <a:endParaRPr sz="1500">
              <a:solidFill>
                <a:srgbClr val="161616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709" name="Google Shape;1709;p80"/>
          <p:cNvGrpSpPr/>
          <p:nvPr/>
        </p:nvGrpSpPr>
        <p:grpSpPr>
          <a:xfrm>
            <a:off x="6651509" y="4093907"/>
            <a:ext cx="367054" cy="484489"/>
            <a:chOff x="4167206" y="5024326"/>
            <a:chExt cx="904966" cy="1194501"/>
          </a:xfrm>
        </p:grpSpPr>
        <p:sp>
          <p:nvSpPr>
            <p:cNvPr id="1710" name="Google Shape;1710;p80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80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80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80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80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80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80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80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718" name="Google Shape;1718;p80" title="Captura de pantalla 2025-06-09 105253.png"/>
          <p:cNvPicPr preferRelativeResize="0"/>
          <p:nvPr/>
        </p:nvPicPr>
        <p:blipFill rotWithShape="1">
          <a:blip r:embed="rId6">
            <a:alphaModFix/>
          </a:blip>
          <a:srcRect b="0" l="-553" r="0" t="0"/>
          <a:stretch/>
        </p:blipFill>
        <p:spPr>
          <a:xfrm>
            <a:off x="367175" y="1679350"/>
            <a:ext cx="5272885" cy="2999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9" name="Google Shape;1719;p8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720" name="Google Shape;1720;p8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21" name="Google Shape;1721;p8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8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8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8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8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8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7" name="Google Shape;1727;p8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8" name="Google Shape;1728;p8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9" name="Google Shape;1729;p8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0" name="Google Shape;1730;p8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8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2" name="Google Shape;1732;p8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33" name="Google Shape;1733;p8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81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81"/>
          <p:cNvSpPr txBox="1"/>
          <p:nvPr/>
        </p:nvSpPr>
        <p:spPr>
          <a:xfrm>
            <a:off x="692063" y="250125"/>
            <a:ext cx="752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¿Cómo leer un dataset?</a:t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0" name="Google Shape;1740;p81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1" name="Google Shape;1741;p81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742" name="Google Shape;1742;p81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81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4" name="Google Shape;1744;p81"/>
          <p:cNvSpPr txBox="1"/>
          <p:nvPr/>
        </p:nvSpPr>
        <p:spPr>
          <a:xfrm>
            <a:off x="267075" y="967725"/>
            <a:ext cx="8420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Una vez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leído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el dataset con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read_csv()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podemos visualizarlo en la consola mediante un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print()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y así obtenemos un extracto que nos muestra una vista previa de los primeros y últimos 5 elementos del archivo Peliculas.csv.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745" name="Google Shape;174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543" y="2087650"/>
            <a:ext cx="7576915" cy="2291887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746" name="Google Shape;1746;p81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747" name="Google Shape;1747;p8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48" name="Google Shape;1748;p8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8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0" name="Google Shape;1750;p8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1" name="Google Shape;1751;p8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8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8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8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8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8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8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8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8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60" name="Google Shape;1760;p8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82"/>
          <p:cNvSpPr txBox="1"/>
          <p:nvPr>
            <p:ph idx="2" type="title"/>
          </p:nvPr>
        </p:nvSpPr>
        <p:spPr>
          <a:xfrm>
            <a:off x="1619400" y="1663575"/>
            <a:ext cx="5970000" cy="18162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Métodos y propiedades para analizar nuestro DataFrame.</a:t>
            </a:r>
            <a:endParaRPr b="1"/>
          </a:p>
        </p:txBody>
      </p:sp>
      <p:grpSp>
        <p:nvGrpSpPr>
          <p:cNvPr id="1766" name="Google Shape;1766;p82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767" name="Google Shape;1767;p8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68" name="Google Shape;1768;p8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8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8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8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8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3" name="Google Shape;1773;p8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4" name="Google Shape;1774;p8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5" name="Google Shape;1775;p8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6" name="Google Shape;1776;p8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8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8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8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80" name="Google Shape;1780;p8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83"/>
          <p:cNvSpPr txBox="1"/>
          <p:nvPr>
            <p:ph type="title"/>
          </p:nvPr>
        </p:nvSpPr>
        <p:spPr>
          <a:xfrm>
            <a:off x="541650" y="362688"/>
            <a:ext cx="4214100" cy="4183200"/>
          </a:xfrm>
          <a:prstGeom prst="rect">
            <a:avLst/>
          </a:prstGeom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latin typeface="Archivo"/>
                <a:ea typeface="Archivo"/>
                <a:cs typeface="Archivo"/>
                <a:sym typeface="Archivo"/>
              </a:rPr>
              <a:t>Hay </a:t>
            </a:r>
            <a:r>
              <a:rPr lang="es-419" sz="1800">
                <a:latin typeface="Archivo"/>
                <a:ea typeface="Archivo"/>
                <a:cs typeface="Archivo"/>
                <a:sym typeface="Archivo"/>
              </a:rPr>
              <a:t>muchos</a:t>
            </a:r>
            <a:r>
              <a:rPr lang="es-419" sz="18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800">
                <a:latin typeface="Archivo"/>
                <a:ea typeface="Archivo"/>
                <a:cs typeface="Archivo"/>
                <a:sym typeface="Archivo"/>
              </a:rPr>
              <a:t>métodos</a:t>
            </a:r>
            <a:r>
              <a:rPr lang="es-419" sz="1800">
                <a:latin typeface="Archivo"/>
                <a:ea typeface="Archivo"/>
                <a:cs typeface="Archivo"/>
                <a:sym typeface="Archivo"/>
              </a:rPr>
              <a:t> que podemos utilizar para analizar un DataFrame: </a:t>
            </a:r>
            <a:br>
              <a:rPr lang="es-419" sz="1500">
                <a:latin typeface="Archivo"/>
                <a:ea typeface="Archivo"/>
                <a:cs typeface="Archivo"/>
                <a:sym typeface="Archivo"/>
              </a:rPr>
            </a:b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df.head(3)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df.tail(3)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df.sample(10)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df.size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df.shape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df.columns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df.index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df.dtypes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df.info</a:t>
            </a: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()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-20955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00"/>
              <a:buFont typeface="Archivo"/>
              <a:buChar char="■"/>
            </a:pPr>
            <a:r>
              <a:rPr lang="es-419" sz="1500">
                <a:latin typeface="Archivo"/>
                <a:ea typeface="Archivo"/>
                <a:cs typeface="Archivo"/>
                <a:sym typeface="Archivo"/>
              </a:rPr>
              <a:t>df.sort_values(columna)</a:t>
            </a:r>
            <a:endParaRPr sz="1500">
              <a:latin typeface="Archivo"/>
              <a:ea typeface="Archivo"/>
              <a:cs typeface="Archivo"/>
              <a:sym typeface="Archivo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b="1" sz="18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786" name="Google Shape;1786;p83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787" name="Google Shape;1787;p8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88" name="Google Shape;1788;p8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8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8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8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8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8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8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8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8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8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8" name="Google Shape;1798;p8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8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00" name="Google Shape;1800;p8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p84"/>
          <p:cNvSpPr/>
          <p:nvPr/>
        </p:nvSpPr>
        <p:spPr>
          <a:xfrm>
            <a:off x="4572000" y="0"/>
            <a:ext cx="455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6" name="Google Shape;1806;p84"/>
          <p:cNvSpPr/>
          <p:nvPr/>
        </p:nvSpPr>
        <p:spPr>
          <a:xfrm>
            <a:off x="1153923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07" name="Google Shape;1807;p84"/>
          <p:cNvSpPr/>
          <p:nvPr/>
        </p:nvSpPr>
        <p:spPr>
          <a:xfrm>
            <a:off x="5698111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08" name="Google Shape;1808;p84"/>
          <p:cNvSpPr txBox="1"/>
          <p:nvPr/>
        </p:nvSpPr>
        <p:spPr>
          <a:xfrm>
            <a:off x="1312550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Montserrat"/>
                <a:ea typeface="Montserrat"/>
                <a:cs typeface="Montserrat"/>
                <a:sym typeface="Montserrat"/>
              </a:rPr>
              <a:t>.head()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9" name="Google Shape;1809;p84"/>
          <p:cNvSpPr txBox="1"/>
          <p:nvPr/>
        </p:nvSpPr>
        <p:spPr>
          <a:xfrm>
            <a:off x="5856738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.tail()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0" name="Google Shape;1810;p84"/>
          <p:cNvSpPr txBox="1"/>
          <p:nvPr>
            <p:ph idx="1" type="body"/>
          </p:nvPr>
        </p:nvSpPr>
        <p:spPr>
          <a:xfrm>
            <a:off x="410375" y="3401736"/>
            <a:ext cx="37872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las primeras filas que le pasemos por argumento, es decir, si colocamos </a:t>
            </a:r>
            <a:r>
              <a:rPr b="1" lang="es-419" sz="17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df.head(10)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, nos trae las primeras 10 filas.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811" name="Google Shape;181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363" y="1008000"/>
            <a:ext cx="4179839" cy="1972625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12" name="Google Shape;181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275" y="1038500"/>
            <a:ext cx="4295775" cy="24765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13" name="Google Shape;1813;p84"/>
          <p:cNvSpPr txBox="1"/>
          <p:nvPr>
            <p:ph idx="2" type="body"/>
          </p:nvPr>
        </p:nvSpPr>
        <p:spPr>
          <a:xfrm>
            <a:off x="5136050" y="3712375"/>
            <a:ext cx="3288300" cy="11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las últimas filas que le pasemos por argumento, es decir, si colocamos </a:t>
            </a:r>
            <a:r>
              <a:rPr b="1" lang="es-419" sz="17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df.tail(3)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, nos trae las últimas 3 filas.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85"/>
          <p:cNvSpPr/>
          <p:nvPr/>
        </p:nvSpPr>
        <p:spPr>
          <a:xfrm>
            <a:off x="4572000" y="0"/>
            <a:ext cx="455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85"/>
          <p:cNvSpPr/>
          <p:nvPr/>
        </p:nvSpPr>
        <p:spPr>
          <a:xfrm>
            <a:off x="1153923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20" name="Google Shape;1820;p85"/>
          <p:cNvSpPr/>
          <p:nvPr/>
        </p:nvSpPr>
        <p:spPr>
          <a:xfrm>
            <a:off x="5698111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21" name="Google Shape;1821;p85"/>
          <p:cNvSpPr txBox="1"/>
          <p:nvPr/>
        </p:nvSpPr>
        <p:spPr>
          <a:xfrm>
            <a:off x="1312550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Montserrat"/>
                <a:ea typeface="Montserrat"/>
                <a:cs typeface="Montserrat"/>
                <a:sym typeface="Montserrat"/>
              </a:rPr>
              <a:t>.sample()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2" name="Google Shape;1822;p85"/>
          <p:cNvSpPr txBox="1"/>
          <p:nvPr/>
        </p:nvSpPr>
        <p:spPr>
          <a:xfrm>
            <a:off x="5856738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.size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3" name="Google Shape;1823;p85"/>
          <p:cNvSpPr txBox="1"/>
          <p:nvPr>
            <p:ph idx="1" type="body"/>
          </p:nvPr>
        </p:nvSpPr>
        <p:spPr>
          <a:xfrm>
            <a:off x="365525" y="3791974"/>
            <a:ext cx="38769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una muestra aleatoria 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según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lo que le indiquemos como argumento, es decir, si pasamos </a:t>
            </a:r>
            <a:r>
              <a:rPr b="1" lang="es-419" sz="1700"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sample(10)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 nos da 10 elementos aleatorios del df.</a:t>
            </a:r>
            <a:endParaRPr sz="1700">
              <a:solidFill>
                <a:schemeClr val="accent5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824" name="Google Shape;182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50" y="1055800"/>
            <a:ext cx="4157376" cy="220427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25" name="Google Shape;1825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4087" y="944249"/>
            <a:ext cx="3288151" cy="2427381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6" name="Google Shape;1826;p85"/>
          <p:cNvSpPr txBox="1"/>
          <p:nvPr>
            <p:ph idx="2" type="body"/>
          </p:nvPr>
        </p:nvSpPr>
        <p:spPr>
          <a:xfrm>
            <a:off x="5204088" y="3712388"/>
            <a:ext cx="32883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la cantidad de datos que hay (celdas). 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86"/>
          <p:cNvSpPr/>
          <p:nvPr/>
        </p:nvSpPr>
        <p:spPr>
          <a:xfrm>
            <a:off x="4572000" y="0"/>
            <a:ext cx="455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6"/>
          <p:cNvSpPr/>
          <p:nvPr/>
        </p:nvSpPr>
        <p:spPr>
          <a:xfrm>
            <a:off x="1153923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33" name="Google Shape;1833;p86"/>
          <p:cNvSpPr/>
          <p:nvPr/>
        </p:nvSpPr>
        <p:spPr>
          <a:xfrm>
            <a:off x="5698111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34" name="Google Shape;1834;p86"/>
          <p:cNvSpPr txBox="1"/>
          <p:nvPr/>
        </p:nvSpPr>
        <p:spPr>
          <a:xfrm>
            <a:off x="1312550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Montserrat"/>
                <a:ea typeface="Montserrat"/>
                <a:cs typeface="Montserrat"/>
                <a:sym typeface="Montserrat"/>
              </a:rPr>
              <a:t>.shape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5" name="Google Shape;1835;p86"/>
          <p:cNvSpPr txBox="1"/>
          <p:nvPr/>
        </p:nvSpPr>
        <p:spPr>
          <a:xfrm>
            <a:off x="5856738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.columns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6" name="Google Shape;183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013" y="1053262"/>
            <a:ext cx="3305916" cy="24532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37" name="Google Shape;1837;p86"/>
          <p:cNvSpPr txBox="1"/>
          <p:nvPr>
            <p:ph idx="1" type="body"/>
          </p:nvPr>
        </p:nvSpPr>
        <p:spPr>
          <a:xfrm>
            <a:off x="651050" y="4014975"/>
            <a:ext cx="33060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la cantidad de filas y columnas (filas, columnas).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838" name="Google Shape;1838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5519" y="1087861"/>
            <a:ext cx="3848614" cy="2054775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39" name="Google Shape;1839;p86"/>
          <p:cNvSpPr txBox="1"/>
          <p:nvPr>
            <p:ph idx="2" type="body"/>
          </p:nvPr>
        </p:nvSpPr>
        <p:spPr>
          <a:xfrm>
            <a:off x="5095563" y="3884475"/>
            <a:ext cx="35052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los nombres de las columnas.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87"/>
          <p:cNvSpPr/>
          <p:nvPr/>
        </p:nvSpPr>
        <p:spPr>
          <a:xfrm>
            <a:off x="4572000" y="0"/>
            <a:ext cx="455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87"/>
          <p:cNvSpPr/>
          <p:nvPr/>
        </p:nvSpPr>
        <p:spPr>
          <a:xfrm>
            <a:off x="1153923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46" name="Google Shape;1846;p87"/>
          <p:cNvSpPr/>
          <p:nvPr/>
        </p:nvSpPr>
        <p:spPr>
          <a:xfrm>
            <a:off x="5698111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47" name="Google Shape;1847;p87"/>
          <p:cNvSpPr txBox="1"/>
          <p:nvPr/>
        </p:nvSpPr>
        <p:spPr>
          <a:xfrm>
            <a:off x="1312550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s-419" sz="1800">
                <a:latin typeface="Montserrat"/>
                <a:ea typeface="Montserrat"/>
                <a:cs typeface="Montserrat"/>
                <a:sym typeface="Montserrat"/>
              </a:rPr>
              <a:t>dtypes</a:t>
            </a:r>
            <a:endParaRPr b="1"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8" name="Google Shape;1848;p87"/>
          <p:cNvSpPr txBox="1"/>
          <p:nvPr/>
        </p:nvSpPr>
        <p:spPr>
          <a:xfrm>
            <a:off x="5856738" y="398300"/>
            <a:ext cx="19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.index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9" name="Google Shape;1849;p87"/>
          <p:cNvSpPr txBox="1"/>
          <p:nvPr>
            <p:ph idx="1" type="body"/>
          </p:nvPr>
        </p:nvSpPr>
        <p:spPr>
          <a:xfrm>
            <a:off x="365525" y="3791974"/>
            <a:ext cx="38769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el tipo de dato de la columna entera.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i="1" lang="es-419" sz="1500">
                <a:solidFill>
                  <a:schemeClr val="accent5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</a:rPr>
              <a:t>*object se refiere a "string"</a:t>
            </a:r>
            <a:endParaRPr i="1" sz="1500">
              <a:solidFill>
                <a:schemeClr val="accent5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850" name="Google Shape;185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6800" y="970175"/>
            <a:ext cx="2647950" cy="2619375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51" name="Google Shape;1851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6970" y="1024125"/>
            <a:ext cx="3262379" cy="24003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52" name="Google Shape;1852;p87"/>
          <p:cNvSpPr txBox="1"/>
          <p:nvPr>
            <p:ph idx="2" type="body"/>
          </p:nvPr>
        </p:nvSpPr>
        <p:spPr>
          <a:xfrm>
            <a:off x="5218650" y="3951575"/>
            <a:ext cx="32625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el 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índice de las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filas.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88"/>
          <p:cNvSpPr/>
          <p:nvPr/>
        </p:nvSpPr>
        <p:spPr>
          <a:xfrm>
            <a:off x="4572000" y="0"/>
            <a:ext cx="455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88"/>
          <p:cNvSpPr/>
          <p:nvPr/>
        </p:nvSpPr>
        <p:spPr>
          <a:xfrm>
            <a:off x="1153923" y="359975"/>
            <a:ext cx="2300100" cy="4461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latin typeface="Montserrat"/>
                <a:ea typeface="Montserrat"/>
                <a:cs typeface="Montserrat"/>
                <a:sym typeface="Montserrat"/>
              </a:rPr>
              <a:t>.info()</a:t>
            </a:r>
            <a:endParaRPr sz="700"/>
          </a:p>
        </p:txBody>
      </p:sp>
      <p:sp>
        <p:nvSpPr>
          <p:cNvPr id="1859" name="Google Shape;1859;p88"/>
          <p:cNvSpPr/>
          <p:nvPr/>
        </p:nvSpPr>
        <p:spPr>
          <a:xfrm>
            <a:off x="5363475" y="359975"/>
            <a:ext cx="2972700" cy="446100"/>
          </a:xfrm>
          <a:prstGeom prst="roundRect">
            <a:avLst>
              <a:gd fmla="val 50000" name="adj"/>
            </a:avLst>
          </a:prstGeom>
          <a:solidFill>
            <a:srgbClr val="3F3F3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.sort_values(columna)</a:t>
            </a:r>
            <a:endParaRPr sz="700"/>
          </a:p>
        </p:txBody>
      </p:sp>
      <p:pic>
        <p:nvPicPr>
          <p:cNvPr id="1860" name="Google Shape;186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38" y="1169413"/>
            <a:ext cx="4298775" cy="1549862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61" name="Google Shape;1861;p88"/>
          <p:cNvSpPr txBox="1"/>
          <p:nvPr>
            <p:ph idx="1" type="body"/>
          </p:nvPr>
        </p:nvSpPr>
        <p:spPr>
          <a:xfrm>
            <a:off x="410375" y="3214225"/>
            <a:ext cx="35520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Devuelve una información general del df.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862" name="Google Shape;1862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038" y="1083888"/>
            <a:ext cx="4295774" cy="2427773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63" name="Google Shape;1863;p88"/>
          <p:cNvSpPr txBox="1"/>
          <p:nvPr>
            <p:ph idx="2" type="body"/>
          </p:nvPr>
        </p:nvSpPr>
        <p:spPr>
          <a:xfrm>
            <a:off x="4736038" y="3727513"/>
            <a:ext cx="4296000" cy="1416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Ordena el df 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alfabéticamente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según</a:t>
            </a: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el nombre de la columna que le indiquemos como argumento.</a:t>
            </a:r>
            <a:br>
              <a:rPr lang="es-419" sz="1700">
                <a:latin typeface="Archivo"/>
                <a:ea typeface="Archivo"/>
                <a:cs typeface="Archivo"/>
                <a:sym typeface="Archivo"/>
              </a:rPr>
            </a:br>
            <a:r>
              <a:rPr lang="es-419" sz="1700">
                <a:latin typeface="Archivo"/>
                <a:ea typeface="Archivo"/>
                <a:cs typeface="Archivo"/>
                <a:sym typeface="Archivo"/>
              </a:rPr>
              <a:t> </a:t>
            </a:r>
            <a:endParaRPr sz="17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89"/>
          <p:cNvSpPr txBox="1"/>
          <p:nvPr/>
        </p:nvSpPr>
        <p:spPr>
          <a:xfrm>
            <a:off x="456913" y="1243538"/>
            <a:ext cx="466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Actividades</a:t>
            </a:r>
            <a:endParaRPr b="1" sz="25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69" name="Google Shape;1869;p89"/>
          <p:cNvGrpSpPr/>
          <p:nvPr/>
        </p:nvGrpSpPr>
        <p:grpSpPr>
          <a:xfrm>
            <a:off x="12121177" y="514650"/>
            <a:ext cx="775773" cy="5829224"/>
            <a:chOff x="-3766725" y="2744225"/>
            <a:chExt cx="3492900" cy="1362000"/>
          </a:xfrm>
        </p:grpSpPr>
        <p:cxnSp>
          <p:nvCxnSpPr>
            <p:cNvPr id="1870" name="Google Shape;1870;p89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1" name="Google Shape;1871;p89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2" name="Google Shape;1872;p89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3" name="Google Shape;1873;p89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4" name="Google Shape;1874;p89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5" name="Google Shape;1875;p89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76" name="Google Shape;1876;p89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1877" name="Google Shape;1877;p8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8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9" name="Google Shape;1879;p89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1880" name="Google Shape;1880;p89"/>
          <p:cNvSpPr/>
          <p:nvPr/>
        </p:nvSpPr>
        <p:spPr>
          <a:xfrm rot="5400000">
            <a:off x="2376950" y="-22319"/>
            <a:ext cx="1473000" cy="5313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1881" name="Google Shape;1881;p89"/>
          <p:cNvSpPr txBox="1"/>
          <p:nvPr/>
        </p:nvSpPr>
        <p:spPr>
          <a:xfrm>
            <a:off x="776150" y="2052331"/>
            <a:ext cx="4674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Playground</a:t>
            </a: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encontrarás dos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cuestionarios</a:t>
            </a: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 preguntas relacionadas con esta presentación.</a:t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882" name="Google Shape;1882;p89"/>
          <p:cNvGrpSpPr/>
          <p:nvPr/>
        </p:nvGrpSpPr>
        <p:grpSpPr>
          <a:xfrm>
            <a:off x="6401331" y="602534"/>
            <a:ext cx="2182847" cy="2309007"/>
            <a:chOff x="1438525" y="7648472"/>
            <a:chExt cx="1671911" cy="1768541"/>
          </a:xfrm>
        </p:grpSpPr>
        <p:sp>
          <p:nvSpPr>
            <p:cNvPr id="1883" name="Google Shape;1883;p89"/>
            <p:cNvSpPr/>
            <p:nvPr/>
          </p:nvSpPr>
          <p:spPr>
            <a:xfrm>
              <a:off x="2977581" y="9379342"/>
              <a:ext cx="35408" cy="37671"/>
            </a:xfrm>
            <a:custGeom>
              <a:rect b="b" l="l" r="r" t="t"/>
              <a:pathLst>
                <a:path extrusionOk="0" fill="none" h="749" w="704">
                  <a:moveTo>
                    <a:pt x="1" y="749"/>
                  </a:moveTo>
                  <a:lnTo>
                    <a:pt x="704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89"/>
            <p:cNvSpPr/>
            <p:nvPr/>
          </p:nvSpPr>
          <p:spPr>
            <a:xfrm>
              <a:off x="2304885" y="9379342"/>
              <a:ext cx="35206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89"/>
            <p:cNvSpPr/>
            <p:nvPr/>
          </p:nvSpPr>
          <p:spPr>
            <a:xfrm>
              <a:off x="1632189" y="9379342"/>
              <a:ext cx="35207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8A6DF1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89"/>
            <p:cNvSpPr/>
            <p:nvPr/>
          </p:nvSpPr>
          <p:spPr>
            <a:xfrm>
              <a:off x="1635029" y="8044953"/>
              <a:ext cx="377211" cy="421497"/>
            </a:xfrm>
            <a:custGeom>
              <a:rect b="b" l="l" r="r" t="t"/>
              <a:pathLst>
                <a:path extrusionOk="0" h="4854" w="4344">
                  <a:moveTo>
                    <a:pt x="4344" y="1"/>
                  </a:moveTo>
                  <a:lnTo>
                    <a:pt x="2877" y="112"/>
                  </a:lnTo>
                  <a:cubicBezTo>
                    <a:pt x="2471" y="144"/>
                    <a:pt x="2104" y="359"/>
                    <a:pt x="1881" y="694"/>
                  </a:cubicBezTo>
                  <a:lnTo>
                    <a:pt x="192" y="3252"/>
                  </a:lnTo>
                  <a:cubicBezTo>
                    <a:pt x="24" y="3507"/>
                    <a:pt x="1" y="3834"/>
                    <a:pt x="120" y="4113"/>
                  </a:cubicBezTo>
                  <a:cubicBezTo>
                    <a:pt x="248" y="4400"/>
                    <a:pt x="503" y="4599"/>
                    <a:pt x="813" y="4639"/>
                  </a:cubicBezTo>
                  <a:lnTo>
                    <a:pt x="2152" y="4854"/>
                  </a:lnTo>
                  <a:cubicBezTo>
                    <a:pt x="2463" y="3188"/>
                    <a:pt x="3212" y="1523"/>
                    <a:pt x="4344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89"/>
            <p:cNvSpPr/>
            <p:nvPr/>
          </p:nvSpPr>
          <p:spPr>
            <a:xfrm>
              <a:off x="2288276" y="8742484"/>
              <a:ext cx="421497" cy="373043"/>
            </a:xfrm>
            <a:custGeom>
              <a:rect b="b" l="l" r="r" t="t"/>
              <a:pathLst>
                <a:path extrusionOk="0" h="4296" w="4854">
                  <a:moveTo>
                    <a:pt x="4853" y="1"/>
                  </a:moveTo>
                  <a:lnTo>
                    <a:pt x="4853" y="1"/>
                  </a:lnTo>
                  <a:cubicBezTo>
                    <a:pt x="3323" y="1124"/>
                    <a:pt x="1666" y="1873"/>
                    <a:pt x="0" y="2192"/>
                  </a:cubicBezTo>
                  <a:lnTo>
                    <a:pt x="207" y="3531"/>
                  </a:lnTo>
                  <a:cubicBezTo>
                    <a:pt x="255" y="3834"/>
                    <a:pt x="454" y="4097"/>
                    <a:pt x="733" y="4216"/>
                  </a:cubicBezTo>
                  <a:cubicBezTo>
                    <a:pt x="853" y="4272"/>
                    <a:pt x="980" y="4296"/>
                    <a:pt x="1100" y="4296"/>
                  </a:cubicBezTo>
                  <a:cubicBezTo>
                    <a:pt x="1275" y="4296"/>
                    <a:pt x="1451" y="4248"/>
                    <a:pt x="1602" y="4144"/>
                  </a:cubicBezTo>
                  <a:lnTo>
                    <a:pt x="4152" y="2455"/>
                  </a:lnTo>
                  <a:cubicBezTo>
                    <a:pt x="4495" y="2232"/>
                    <a:pt x="4710" y="1873"/>
                    <a:pt x="4742" y="146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89"/>
            <p:cNvSpPr/>
            <p:nvPr/>
          </p:nvSpPr>
          <p:spPr>
            <a:xfrm>
              <a:off x="1899350" y="8323166"/>
              <a:ext cx="532212" cy="528738"/>
            </a:xfrm>
            <a:custGeom>
              <a:rect b="b" l="l" r="r" t="t"/>
              <a:pathLst>
                <a:path extrusionOk="0" h="6089" w="6129">
                  <a:moveTo>
                    <a:pt x="614" y="0"/>
                  </a:moveTo>
                  <a:cubicBezTo>
                    <a:pt x="359" y="638"/>
                    <a:pt x="168" y="1315"/>
                    <a:pt x="49" y="2009"/>
                  </a:cubicBezTo>
                  <a:cubicBezTo>
                    <a:pt x="1" y="2287"/>
                    <a:pt x="96" y="2566"/>
                    <a:pt x="288" y="2766"/>
                  </a:cubicBezTo>
                  <a:lnTo>
                    <a:pt x="3364" y="5834"/>
                  </a:lnTo>
                  <a:cubicBezTo>
                    <a:pt x="3531" y="6001"/>
                    <a:pt x="3746" y="6089"/>
                    <a:pt x="3977" y="6089"/>
                  </a:cubicBezTo>
                  <a:cubicBezTo>
                    <a:pt x="4025" y="6089"/>
                    <a:pt x="4073" y="6089"/>
                    <a:pt x="4113" y="6081"/>
                  </a:cubicBezTo>
                  <a:cubicBezTo>
                    <a:pt x="4814" y="5961"/>
                    <a:pt x="5483" y="5770"/>
                    <a:pt x="6129" y="5507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89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h="12839" w="12895">
                  <a:moveTo>
                    <a:pt x="7519" y="2848"/>
                  </a:moveTo>
                  <a:cubicBezTo>
                    <a:pt x="8153" y="2848"/>
                    <a:pt x="8786" y="3089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ubicBezTo>
                    <a:pt x="6252" y="3089"/>
                    <a:pt x="6886" y="2848"/>
                    <a:pt x="7519" y="2848"/>
                  </a:cubicBezTo>
                  <a:close/>
                  <a:moveTo>
                    <a:pt x="11261" y="1"/>
                  </a:move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89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fill="none" h="12839" w="12895">
                  <a:moveTo>
                    <a:pt x="5770" y="3571"/>
                  </a:moveTo>
                  <a:cubicBezTo>
                    <a:pt x="6734" y="2607"/>
                    <a:pt x="8304" y="2607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lose/>
                  <a:moveTo>
                    <a:pt x="11500" y="7491"/>
                  </a:move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63238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89"/>
            <p:cNvSpPr/>
            <p:nvPr/>
          </p:nvSpPr>
          <p:spPr>
            <a:xfrm>
              <a:off x="2515259" y="7981999"/>
              <a:ext cx="257466" cy="257553"/>
            </a:xfrm>
            <a:custGeom>
              <a:rect b="b" l="l" r="r" t="t"/>
              <a:pathLst>
                <a:path extrusionOk="0" h="2966" w="2965">
                  <a:moveTo>
                    <a:pt x="1482" y="1"/>
                  </a:moveTo>
                  <a:cubicBezTo>
                    <a:pt x="1100" y="1"/>
                    <a:pt x="717" y="144"/>
                    <a:pt x="430" y="431"/>
                  </a:cubicBezTo>
                  <a:cubicBezTo>
                    <a:pt x="151" y="710"/>
                    <a:pt x="0" y="1084"/>
                    <a:pt x="0" y="1483"/>
                  </a:cubicBezTo>
                  <a:cubicBezTo>
                    <a:pt x="0" y="1881"/>
                    <a:pt x="151" y="2248"/>
                    <a:pt x="430" y="2535"/>
                  </a:cubicBezTo>
                  <a:cubicBezTo>
                    <a:pt x="721" y="2822"/>
                    <a:pt x="1102" y="2965"/>
                    <a:pt x="1482" y="2965"/>
                  </a:cubicBezTo>
                  <a:cubicBezTo>
                    <a:pt x="1863" y="2965"/>
                    <a:pt x="2243" y="2822"/>
                    <a:pt x="2534" y="2535"/>
                  </a:cubicBezTo>
                  <a:cubicBezTo>
                    <a:pt x="2813" y="2248"/>
                    <a:pt x="2965" y="1881"/>
                    <a:pt x="2965" y="1483"/>
                  </a:cubicBezTo>
                  <a:cubicBezTo>
                    <a:pt x="2965" y="1084"/>
                    <a:pt x="2813" y="710"/>
                    <a:pt x="2534" y="431"/>
                  </a:cubicBezTo>
                  <a:cubicBezTo>
                    <a:pt x="2239" y="144"/>
                    <a:pt x="1865" y="1"/>
                    <a:pt x="1482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89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89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fill="none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89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89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fill="none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89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89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fill="none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8" name="Google Shape;1898;p89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899" name="Google Shape;1899;p8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00" name="Google Shape;1900;p8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1" name="Google Shape;1901;p8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8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8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8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8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8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8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8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8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8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8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12" name="Google Shape;1912;p8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90"/>
          <p:cNvSpPr txBox="1"/>
          <p:nvPr/>
        </p:nvSpPr>
        <p:spPr>
          <a:xfrm>
            <a:off x="2162475" y="490813"/>
            <a:ext cx="481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918" name="Google Shape;1918;p90"/>
          <p:cNvGrpSpPr/>
          <p:nvPr/>
        </p:nvGrpSpPr>
        <p:grpSpPr>
          <a:xfrm>
            <a:off x="2902468" y="1494478"/>
            <a:ext cx="3339315" cy="3158340"/>
            <a:chOff x="2078675" y="1829575"/>
            <a:chExt cx="852475" cy="806275"/>
          </a:xfrm>
        </p:grpSpPr>
        <p:sp>
          <p:nvSpPr>
            <p:cNvPr id="1919" name="Google Shape;1919;p90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90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90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90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90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90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90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90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90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90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90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90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90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90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90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90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90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90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90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90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90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90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90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90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90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90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90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90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90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90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90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90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1" name="Google Shape;1951;p9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952" name="Google Shape;1952;p9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53" name="Google Shape;1953;p9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9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5" name="Google Shape;1955;p9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6" name="Google Shape;1956;p9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9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9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9" name="Google Shape;1959;p9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0" name="Google Shape;1960;p9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1" name="Google Shape;1961;p9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2" name="Google Shape;1962;p9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9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9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65" name="Google Shape;1965;p9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91"/>
          <p:cNvSpPr txBox="1"/>
          <p:nvPr/>
        </p:nvSpPr>
        <p:spPr>
          <a:xfrm>
            <a:off x="2162475" y="546750"/>
            <a:ext cx="481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practicar!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971" name="Google Shape;1971;p91"/>
          <p:cNvGrpSpPr/>
          <p:nvPr/>
        </p:nvGrpSpPr>
        <p:grpSpPr>
          <a:xfrm>
            <a:off x="2929849" y="2286253"/>
            <a:ext cx="3284301" cy="2310866"/>
            <a:chOff x="12616253" y="4062668"/>
            <a:chExt cx="4520095" cy="3328819"/>
          </a:xfrm>
        </p:grpSpPr>
        <p:sp>
          <p:nvSpPr>
            <p:cNvPr id="1972" name="Google Shape;1972;p91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91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91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91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91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91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91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91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91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91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91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91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91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91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91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91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91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91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91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91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91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91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91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91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91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91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91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91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91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91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2" name="Google Shape;2002;p91"/>
          <p:cNvGrpSpPr/>
          <p:nvPr/>
        </p:nvGrpSpPr>
        <p:grpSpPr>
          <a:xfrm>
            <a:off x="4665681" y="2064186"/>
            <a:ext cx="1543388" cy="1392049"/>
            <a:chOff x="15005232" y="3558033"/>
            <a:chExt cx="2124124" cy="2005257"/>
          </a:xfrm>
        </p:grpSpPr>
        <p:sp>
          <p:nvSpPr>
            <p:cNvPr id="2003" name="Google Shape;2003;p91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91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91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91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91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91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91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91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91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91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91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91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91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91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91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91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91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91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91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91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91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91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5" name="Google Shape;2025;p91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2026" name="Google Shape;2026;p9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2027" name="Google Shape;2027;p9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9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9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9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9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9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3" name="Google Shape;2033;p9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4" name="Google Shape;2034;p9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5" name="Google Shape;2035;p9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6" name="Google Shape;2036;p9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7" name="Google Shape;2037;p9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8" name="Google Shape;2038;p9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39" name="Google Shape;2039;p9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92"/>
          <p:cNvSpPr txBox="1"/>
          <p:nvPr/>
        </p:nvSpPr>
        <p:spPr>
          <a:xfrm>
            <a:off x="959788" y="391288"/>
            <a:ext cx="81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clase </a:t>
            </a:r>
            <a:r>
              <a:rPr i="1" lang="es-419" sz="1800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Primeros Pasos con Pandas </a:t>
            </a:r>
            <a:r>
              <a:rPr i="1"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 parte de…</a:t>
            </a:r>
            <a:endParaRPr i="1" sz="1800">
              <a:solidFill>
                <a:schemeClr val="lt1"/>
              </a:solidFill>
            </a:endParaRPr>
          </a:p>
        </p:txBody>
      </p:sp>
      <p:grpSp>
        <p:nvGrpSpPr>
          <p:cNvPr id="2045" name="Google Shape;2045;p92"/>
          <p:cNvGrpSpPr/>
          <p:nvPr/>
        </p:nvGrpSpPr>
        <p:grpSpPr>
          <a:xfrm>
            <a:off x="6192937" y="1220037"/>
            <a:ext cx="2669525" cy="1168488"/>
            <a:chOff x="8750249" y="2583999"/>
            <a:chExt cx="5339050" cy="2336975"/>
          </a:xfrm>
        </p:grpSpPr>
        <p:sp>
          <p:nvSpPr>
            <p:cNvPr id="2046" name="Google Shape;2046;p92"/>
            <p:cNvSpPr/>
            <p:nvPr/>
          </p:nvSpPr>
          <p:spPr>
            <a:xfrm>
              <a:off x="9434848" y="2729311"/>
              <a:ext cx="502337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92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92"/>
            <p:cNvSpPr/>
            <p:nvPr/>
          </p:nvSpPr>
          <p:spPr>
            <a:xfrm>
              <a:off x="11700518" y="2729311"/>
              <a:ext cx="502310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92"/>
            <p:cNvSpPr/>
            <p:nvPr/>
          </p:nvSpPr>
          <p:spPr>
            <a:xfrm>
              <a:off x="12363649" y="2729310"/>
              <a:ext cx="501590" cy="2046793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92"/>
            <p:cNvSpPr/>
            <p:nvPr/>
          </p:nvSpPr>
          <p:spPr>
            <a:xfrm>
              <a:off x="11160039" y="2935798"/>
              <a:ext cx="502497" cy="1840301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92"/>
            <p:cNvSpPr/>
            <p:nvPr/>
          </p:nvSpPr>
          <p:spPr>
            <a:xfrm>
              <a:off x="10621754" y="3177605"/>
              <a:ext cx="502497" cy="1598490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92"/>
            <p:cNvSpPr/>
            <p:nvPr/>
          </p:nvSpPr>
          <p:spPr>
            <a:xfrm>
              <a:off x="12902938" y="2988413"/>
              <a:ext cx="501590" cy="1787627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92"/>
            <p:cNvSpPr/>
            <p:nvPr/>
          </p:nvSpPr>
          <p:spPr>
            <a:xfrm>
              <a:off x="13442227" y="2790501"/>
              <a:ext cx="501777" cy="1985589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92"/>
            <p:cNvSpPr/>
            <p:nvPr/>
          </p:nvSpPr>
          <p:spPr>
            <a:xfrm>
              <a:off x="9526535" y="2946439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92"/>
            <p:cNvSpPr/>
            <p:nvPr/>
          </p:nvSpPr>
          <p:spPr>
            <a:xfrm>
              <a:off x="9526535" y="3076173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92"/>
            <p:cNvSpPr/>
            <p:nvPr/>
          </p:nvSpPr>
          <p:spPr>
            <a:xfrm>
              <a:off x="9526535" y="4419246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92"/>
            <p:cNvSpPr/>
            <p:nvPr/>
          </p:nvSpPr>
          <p:spPr>
            <a:xfrm>
              <a:off x="9526535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92"/>
            <p:cNvSpPr/>
            <p:nvPr/>
          </p:nvSpPr>
          <p:spPr>
            <a:xfrm>
              <a:off x="13017967" y="313777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92"/>
            <p:cNvSpPr/>
            <p:nvPr/>
          </p:nvSpPr>
          <p:spPr>
            <a:xfrm>
              <a:off x="13017967" y="326494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92"/>
            <p:cNvSpPr/>
            <p:nvPr/>
          </p:nvSpPr>
          <p:spPr>
            <a:xfrm>
              <a:off x="13017920" y="4548978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92"/>
            <p:cNvSpPr/>
            <p:nvPr/>
          </p:nvSpPr>
          <p:spPr>
            <a:xfrm>
              <a:off x="13017920" y="4627642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92"/>
            <p:cNvSpPr/>
            <p:nvPr/>
          </p:nvSpPr>
          <p:spPr>
            <a:xfrm>
              <a:off x="11269536" y="3165379"/>
              <a:ext cx="271696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92"/>
            <p:cNvSpPr/>
            <p:nvPr/>
          </p:nvSpPr>
          <p:spPr>
            <a:xfrm>
              <a:off x="11269536" y="3305528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92"/>
            <p:cNvSpPr/>
            <p:nvPr/>
          </p:nvSpPr>
          <p:spPr>
            <a:xfrm>
              <a:off x="11269536" y="4408605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92"/>
            <p:cNvSpPr/>
            <p:nvPr/>
          </p:nvSpPr>
          <p:spPr>
            <a:xfrm>
              <a:off x="11269536" y="4548980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92"/>
            <p:cNvSpPr/>
            <p:nvPr/>
          </p:nvSpPr>
          <p:spPr>
            <a:xfrm>
              <a:off x="13565272" y="307617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92"/>
            <p:cNvSpPr/>
            <p:nvPr/>
          </p:nvSpPr>
          <p:spPr>
            <a:xfrm>
              <a:off x="13563736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92"/>
            <p:cNvSpPr/>
            <p:nvPr/>
          </p:nvSpPr>
          <p:spPr>
            <a:xfrm>
              <a:off x="10744976" y="3305635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92"/>
            <p:cNvSpPr/>
            <p:nvPr/>
          </p:nvSpPr>
          <p:spPr>
            <a:xfrm>
              <a:off x="9974137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92"/>
            <p:cNvSpPr/>
            <p:nvPr/>
          </p:nvSpPr>
          <p:spPr>
            <a:xfrm>
              <a:off x="10744976" y="3430952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92"/>
            <p:cNvSpPr/>
            <p:nvPr/>
          </p:nvSpPr>
          <p:spPr>
            <a:xfrm>
              <a:off x="8895559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92"/>
            <p:cNvSpPr/>
            <p:nvPr/>
          </p:nvSpPr>
          <p:spPr>
            <a:xfrm>
              <a:off x="10732488" y="4428982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92"/>
            <p:cNvSpPr/>
            <p:nvPr/>
          </p:nvSpPr>
          <p:spPr>
            <a:xfrm>
              <a:off x="10732488" y="4548980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92"/>
            <p:cNvSpPr/>
            <p:nvPr/>
          </p:nvSpPr>
          <p:spPr>
            <a:xfrm>
              <a:off x="9018867" y="310492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92"/>
            <p:cNvSpPr/>
            <p:nvPr/>
          </p:nvSpPr>
          <p:spPr>
            <a:xfrm>
              <a:off x="9018867" y="3225826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92"/>
            <p:cNvSpPr/>
            <p:nvPr/>
          </p:nvSpPr>
          <p:spPr>
            <a:xfrm>
              <a:off x="9010401" y="4428982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92"/>
            <p:cNvSpPr/>
            <p:nvPr/>
          </p:nvSpPr>
          <p:spPr>
            <a:xfrm>
              <a:off x="9010401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92"/>
            <p:cNvSpPr/>
            <p:nvPr/>
          </p:nvSpPr>
          <p:spPr>
            <a:xfrm>
              <a:off x="12362101" y="4491698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92"/>
            <p:cNvSpPr/>
            <p:nvPr/>
          </p:nvSpPr>
          <p:spPr>
            <a:xfrm>
              <a:off x="9974137" y="3165379"/>
              <a:ext cx="502337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92"/>
            <p:cNvSpPr/>
            <p:nvPr/>
          </p:nvSpPr>
          <p:spPr>
            <a:xfrm>
              <a:off x="11697531" y="3033834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92"/>
            <p:cNvSpPr/>
            <p:nvPr/>
          </p:nvSpPr>
          <p:spPr>
            <a:xfrm>
              <a:off x="10918573" y="3760992"/>
              <a:ext cx="924329" cy="66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92"/>
            <p:cNvSpPr/>
            <p:nvPr/>
          </p:nvSpPr>
          <p:spPr>
            <a:xfrm>
              <a:off x="12362066" y="4571407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92"/>
            <p:cNvSpPr/>
            <p:nvPr/>
          </p:nvSpPr>
          <p:spPr>
            <a:xfrm>
              <a:off x="12362119" y="2913613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92"/>
            <p:cNvSpPr/>
            <p:nvPr/>
          </p:nvSpPr>
          <p:spPr>
            <a:xfrm>
              <a:off x="11708177" y="4470498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92"/>
            <p:cNvSpPr/>
            <p:nvPr/>
          </p:nvSpPr>
          <p:spPr>
            <a:xfrm>
              <a:off x="13565272" y="2946438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92"/>
            <p:cNvSpPr/>
            <p:nvPr/>
          </p:nvSpPr>
          <p:spPr>
            <a:xfrm>
              <a:off x="875024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92"/>
            <p:cNvSpPr/>
            <p:nvPr/>
          </p:nvSpPr>
          <p:spPr>
            <a:xfrm rot="5400000">
              <a:off x="9032800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92"/>
            <p:cNvSpPr/>
            <p:nvPr/>
          </p:nvSpPr>
          <p:spPr>
            <a:xfrm flipH="1">
              <a:off x="1394409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92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92"/>
            <p:cNvSpPr/>
            <p:nvPr/>
          </p:nvSpPr>
          <p:spPr>
            <a:xfrm rot="10800000">
              <a:off x="13944099" y="4501274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91" name="Google Shape;2091;p92"/>
            <p:cNvGrpSpPr/>
            <p:nvPr/>
          </p:nvGrpSpPr>
          <p:grpSpPr>
            <a:xfrm>
              <a:off x="10803502" y="3337879"/>
              <a:ext cx="1327309" cy="982699"/>
              <a:chOff x="24096522" y="6919508"/>
              <a:chExt cx="5617050" cy="4158694"/>
            </a:xfrm>
          </p:grpSpPr>
          <p:grpSp>
            <p:nvGrpSpPr>
              <p:cNvPr id="2092" name="Google Shape;2092;p92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093" name="Google Shape;2093;p92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094" name="Google Shape;2094;p92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095" name="Google Shape;2095;p92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6" name="Google Shape;2096;p92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7" name="Google Shape;2097;p92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8" name="Google Shape;2098;p92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9" name="Google Shape;2099;p92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100" name="Google Shape;2100;p92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101" name="Google Shape;2101;p92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02" name="Google Shape;2102;p92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03" name="Google Shape;2103;p92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104" name="Google Shape;2104;p92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05" name="Google Shape;2105;p92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2106" name="Google Shape;2106;p92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7" name="Google Shape;2107;p92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108" name="Google Shape;2108;p92"/>
            <p:cNvGrpSpPr/>
            <p:nvPr/>
          </p:nvGrpSpPr>
          <p:grpSpPr>
            <a:xfrm>
              <a:off x="12586824" y="3273247"/>
              <a:ext cx="1258071" cy="1105610"/>
              <a:chOff x="23473411" y="7907511"/>
              <a:chExt cx="5324041" cy="4678839"/>
            </a:xfrm>
          </p:grpSpPr>
          <p:grpSp>
            <p:nvGrpSpPr>
              <p:cNvPr id="2109" name="Google Shape;2109;p92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110" name="Google Shape;2110;p92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111" name="Google Shape;2111;p92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112" name="Google Shape;2112;p92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113" name="Google Shape;2113;p92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114" name="Google Shape;2114;p92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5" name="Google Shape;2115;p92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6" name="Google Shape;2116;p92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117" name="Google Shape;2117;p92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2118" name="Google Shape;2118;p92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9" name="Google Shape;2119;p92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120" name="Google Shape;2120;p92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121" name="Google Shape;2121;p92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22" name="Google Shape;2122;p92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2123" name="Google Shape;2123;p92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4" name="Google Shape;2124;p92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5" name="Google Shape;2125;p92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6" name="Google Shape;2126;p92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7" name="Google Shape;2127;p92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8" name="Google Shape;2128;p92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9" name="Google Shape;2129;p92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0" name="Google Shape;2130;p92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1" name="Google Shape;2131;p92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2" name="Google Shape;2132;p92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3" name="Google Shape;2133;p92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4" name="Google Shape;2134;p92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5" name="Google Shape;2135;p92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6" name="Google Shape;2136;p92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7" name="Google Shape;2137;p92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8" name="Google Shape;2138;p92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9" name="Google Shape;2139;p92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0" name="Google Shape;2140;p92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1" name="Google Shape;2141;p92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2" name="Google Shape;2142;p92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3" name="Google Shape;2143;p92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4" name="Google Shape;2144;p92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5" name="Google Shape;2145;p92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6" name="Google Shape;2146;p92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7" name="Google Shape;2147;p92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48" name="Google Shape;2148;p92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41150" spcFirstLastPara="1" rIns="41150" wrap="square" tIns="41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49" name="Google Shape;2149;p92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2150" name="Google Shape;2150;p92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1" name="Google Shape;2151;p92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152" name="Google Shape;2152;p92"/>
            <p:cNvSpPr/>
            <p:nvPr/>
          </p:nvSpPr>
          <p:spPr>
            <a:xfrm>
              <a:off x="10156763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92"/>
            <p:cNvSpPr/>
            <p:nvPr/>
          </p:nvSpPr>
          <p:spPr>
            <a:xfrm>
              <a:off x="10263762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54" name="Google Shape;2154;p92"/>
            <p:cNvGrpSpPr/>
            <p:nvPr/>
          </p:nvGrpSpPr>
          <p:grpSpPr>
            <a:xfrm>
              <a:off x="9049522" y="3225661"/>
              <a:ext cx="1069769" cy="1130117"/>
              <a:chOff x="1653431" y="2980008"/>
              <a:chExt cx="4136772" cy="4370136"/>
            </a:xfrm>
          </p:grpSpPr>
          <p:grpSp>
            <p:nvGrpSpPr>
              <p:cNvPr id="2155" name="Google Shape;2155;p92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2156" name="Google Shape;2156;p92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2157" name="Google Shape;2157;p92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58" name="Google Shape;2158;p92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159" name="Google Shape;2159;p92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2160" name="Google Shape;2160;p92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1" name="Google Shape;2161;p92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2" name="Google Shape;2162;p92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3" name="Google Shape;2163;p92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4" name="Google Shape;2164;p92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5" name="Google Shape;2165;p92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FFC51A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6" name="Google Shape;2166;p92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7" name="Google Shape;2167;p92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8" name="Google Shape;2168;p92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69" name="Google Shape;2169;p92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170" name="Google Shape;2170;p92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13725" lIns="13725" spcFirstLastPara="1" rIns="13725" wrap="square" tIns="13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71" name="Google Shape;2171;p92"/>
          <p:cNvSpPr txBox="1"/>
          <p:nvPr/>
        </p:nvSpPr>
        <p:spPr>
          <a:xfrm>
            <a:off x="3884700" y="2877075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Serie: Senior Tracks Certificate</a:t>
            </a:r>
            <a:endParaRPr sz="1800"/>
          </a:p>
        </p:txBody>
      </p:sp>
      <p:sp>
        <p:nvSpPr>
          <p:cNvPr id="2172" name="Google Shape;2172;p92"/>
          <p:cNvSpPr txBox="1"/>
          <p:nvPr/>
        </p:nvSpPr>
        <p:spPr>
          <a:xfrm>
            <a:off x="3237838" y="4141175"/>
            <a:ext cx="4077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Área(s):  </a:t>
            </a:r>
            <a:r>
              <a:rPr i="1" lang="es-419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PROGRAMACIÓN POR CÓDIGO (PYTHON)</a:t>
            </a:r>
            <a:endParaRPr i="1" sz="15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73" name="Google Shape;2173;p92"/>
          <p:cNvSpPr txBox="1"/>
          <p:nvPr/>
        </p:nvSpPr>
        <p:spPr>
          <a:xfrm>
            <a:off x="3237851" y="3574825"/>
            <a:ext cx="49155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INTRODUCCIÓN A PYTHON PANDAS</a:t>
            </a:r>
            <a:endParaRPr i="1" sz="1500"/>
          </a:p>
        </p:txBody>
      </p:sp>
      <p:grpSp>
        <p:nvGrpSpPr>
          <p:cNvPr id="2174" name="Google Shape;2174;p92"/>
          <p:cNvGrpSpPr/>
          <p:nvPr/>
        </p:nvGrpSpPr>
        <p:grpSpPr>
          <a:xfrm>
            <a:off x="2743900" y="3588710"/>
            <a:ext cx="350385" cy="268145"/>
            <a:chOff x="12870166" y="7583426"/>
            <a:chExt cx="1461154" cy="1118203"/>
          </a:xfrm>
        </p:grpSpPr>
        <p:sp>
          <p:nvSpPr>
            <p:cNvPr id="2175" name="Google Shape;2175;p92"/>
            <p:cNvSpPr/>
            <p:nvPr/>
          </p:nvSpPr>
          <p:spPr>
            <a:xfrm>
              <a:off x="13380436" y="7643165"/>
              <a:ext cx="399697" cy="144231"/>
            </a:xfrm>
            <a:custGeom>
              <a:rect b="b" l="l" r="r" t="t"/>
              <a:pathLst>
                <a:path extrusionOk="0" h="437" w="1211">
                  <a:moveTo>
                    <a:pt x="809" y="0"/>
                  </a:moveTo>
                  <a:lnTo>
                    <a:pt x="1" y="7"/>
                  </a:lnTo>
                  <a:lnTo>
                    <a:pt x="289" y="436"/>
                  </a:lnTo>
                  <a:lnTo>
                    <a:pt x="1211" y="430"/>
                  </a:lnTo>
                  <a:lnTo>
                    <a:pt x="987" y="96"/>
                  </a:lnTo>
                  <a:cubicBezTo>
                    <a:pt x="947" y="36"/>
                    <a:pt x="880" y="0"/>
                    <a:pt x="809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92"/>
            <p:cNvSpPr/>
            <p:nvPr/>
          </p:nvSpPr>
          <p:spPr>
            <a:xfrm>
              <a:off x="13380436" y="7631943"/>
              <a:ext cx="409268" cy="159413"/>
            </a:xfrm>
            <a:custGeom>
              <a:rect b="b" l="l" r="r" t="t"/>
              <a:pathLst>
                <a:path extrusionOk="0" h="483" w="1240">
                  <a:moveTo>
                    <a:pt x="807" y="0"/>
                  </a:moveTo>
                  <a:lnTo>
                    <a:pt x="1" y="7"/>
                  </a:lnTo>
                  <a:lnTo>
                    <a:pt x="2" y="75"/>
                  </a:lnTo>
                  <a:lnTo>
                    <a:pt x="809" y="68"/>
                  </a:lnTo>
                  <a:cubicBezTo>
                    <a:pt x="869" y="68"/>
                    <a:pt x="926" y="98"/>
                    <a:pt x="960" y="148"/>
                  </a:cubicBezTo>
                  <a:lnTo>
                    <a:pt x="1183" y="483"/>
                  </a:lnTo>
                  <a:lnTo>
                    <a:pt x="1240" y="446"/>
                  </a:lnTo>
                  <a:lnTo>
                    <a:pt x="1015" y="111"/>
                  </a:lnTo>
                  <a:cubicBezTo>
                    <a:pt x="969" y="41"/>
                    <a:pt x="892" y="0"/>
                    <a:pt x="8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92"/>
            <p:cNvSpPr/>
            <p:nvPr/>
          </p:nvSpPr>
          <p:spPr>
            <a:xfrm>
              <a:off x="12870166" y="7583426"/>
              <a:ext cx="1193149" cy="1118201"/>
            </a:xfrm>
            <a:custGeom>
              <a:rect b="b" l="l" r="r" t="t"/>
              <a:pathLst>
                <a:path extrusionOk="0" h="3388" w="3615">
                  <a:moveTo>
                    <a:pt x="272" y="0"/>
                  </a:moveTo>
                  <a:cubicBezTo>
                    <a:pt x="122" y="0"/>
                    <a:pt x="0" y="122"/>
                    <a:pt x="0" y="272"/>
                  </a:cubicBezTo>
                  <a:lnTo>
                    <a:pt x="0" y="3116"/>
                  </a:lnTo>
                  <a:cubicBezTo>
                    <a:pt x="0" y="3266"/>
                    <a:pt x="122" y="3388"/>
                    <a:pt x="272" y="3388"/>
                  </a:cubicBezTo>
                  <a:lnTo>
                    <a:pt x="3597" y="3388"/>
                  </a:lnTo>
                  <a:lnTo>
                    <a:pt x="3615" y="881"/>
                  </a:lnTo>
                  <a:cubicBezTo>
                    <a:pt x="3615" y="730"/>
                    <a:pt x="3493" y="607"/>
                    <a:pt x="3344" y="607"/>
                  </a:cubicBezTo>
                  <a:cubicBezTo>
                    <a:pt x="3343" y="607"/>
                    <a:pt x="3342" y="607"/>
                    <a:pt x="3341" y="607"/>
                  </a:cubicBezTo>
                  <a:lnTo>
                    <a:pt x="1835" y="617"/>
                  </a:lnTo>
                  <a:lnTo>
                    <a:pt x="1502" y="120"/>
                  </a:lnTo>
                  <a:cubicBezTo>
                    <a:pt x="1451" y="45"/>
                    <a:pt x="1367" y="0"/>
                    <a:pt x="12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92"/>
            <p:cNvSpPr/>
            <p:nvPr/>
          </p:nvSpPr>
          <p:spPr>
            <a:xfrm>
              <a:off x="12954661" y="7907864"/>
              <a:ext cx="1025811" cy="736666"/>
            </a:xfrm>
            <a:custGeom>
              <a:rect b="b" l="l" r="r" t="t"/>
              <a:pathLst>
                <a:path extrusionOk="0" h="2232" w="3108">
                  <a:moveTo>
                    <a:pt x="0" y="0"/>
                  </a:moveTo>
                  <a:lnTo>
                    <a:pt x="0" y="2232"/>
                  </a:lnTo>
                  <a:lnTo>
                    <a:pt x="3108" y="223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92"/>
            <p:cNvSpPr/>
            <p:nvPr/>
          </p:nvSpPr>
          <p:spPr>
            <a:xfrm>
              <a:off x="13077112" y="800456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92"/>
            <p:cNvSpPr/>
            <p:nvPr/>
          </p:nvSpPr>
          <p:spPr>
            <a:xfrm>
              <a:off x="13077112" y="805737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92"/>
            <p:cNvSpPr/>
            <p:nvPr/>
          </p:nvSpPr>
          <p:spPr>
            <a:xfrm>
              <a:off x="13077112" y="8109854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92"/>
            <p:cNvSpPr/>
            <p:nvPr/>
          </p:nvSpPr>
          <p:spPr>
            <a:xfrm>
              <a:off x="13077112" y="8162662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92"/>
            <p:cNvSpPr/>
            <p:nvPr/>
          </p:nvSpPr>
          <p:spPr>
            <a:xfrm>
              <a:off x="13077112" y="8215469"/>
              <a:ext cx="762427" cy="22443"/>
            </a:xfrm>
            <a:custGeom>
              <a:rect b="b" l="l" r="r" t="t"/>
              <a:pathLst>
                <a:path extrusionOk="0" h="68" w="2310">
                  <a:moveTo>
                    <a:pt x="0" y="1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92"/>
            <p:cNvSpPr/>
            <p:nvPr/>
          </p:nvSpPr>
          <p:spPr>
            <a:xfrm>
              <a:off x="13077112" y="8267947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92"/>
            <p:cNvSpPr/>
            <p:nvPr/>
          </p:nvSpPr>
          <p:spPr>
            <a:xfrm>
              <a:off x="13077112" y="8320755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92"/>
            <p:cNvSpPr/>
            <p:nvPr/>
          </p:nvSpPr>
          <p:spPr>
            <a:xfrm>
              <a:off x="13077112" y="8373893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92"/>
            <p:cNvSpPr/>
            <p:nvPr/>
          </p:nvSpPr>
          <p:spPr>
            <a:xfrm>
              <a:off x="13077112" y="8426041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92"/>
            <p:cNvSpPr/>
            <p:nvPr/>
          </p:nvSpPr>
          <p:spPr>
            <a:xfrm>
              <a:off x="13077112" y="847917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92"/>
            <p:cNvSpPr/>
            <p:nvPr/>
          </p:nvSpPr>
          <p:spPr>
            <a:xfrm>
              <a:off x="13077112" y="853198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92"/>
            <p:cNvSpPr/>
            <p:nvPr/>
          </p:nvSpPr>
          <p:spPr>
            <a:xfrm>
              <a:off x="12895251" y="8067937"/>
              <a:ext cx="1436069" cy="633691"/>
            </a:xfrm>
            <a:custGeom>
              <a:rect b="b" l="l" r="r" t="t"/>
              <a:pathLst>
                <a:path extrusionOk="0" h="1920" w="4351">
                  <a:moveTo>
                    <a:pt x="1085" y="1"/>
                  </a:moveTo>
                  <a:cubicBezTo>
                    <a:pt x="946" y="1"/>
                    <a:pt x="818" y="82"/>
                    <a:pt x="757" y="207"/>
                  </a:cubicBezTo>
                  <a:lnTo>
                    <a:pt x="67" y="1627"/>
                  </a:lnTo>
                  <a:cubicBezTo>
                    <a:pt x="0" y="1761"/>
                    <a:pt x="99" y="1920"/>
                    <a:pt x="250" y="1920"/>
                  </a:cubicBezTo>
                  <a:lnTo>
                    <a:pt x="3521" y="1920"/>
                  </a:lnTo>
                  <a:lnTo>
                    <a:pt x="4287" y="292"/>
                  </a:lnTo>
                  <a:cubicBezTo>
                    <a:pt x="4350" y="158"/>
                    <a:pt x="4251" y="1"/>
                    <a:pt x="41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92"/>
            <p:cNvSpPr/>
            <p:nvPr/>
          </p:nvSpPr>
          <p:spPr>
            <a:xfrm>
              <a:off x="12907133" y="8057376"/>
              <a:ext cx="1156183" cy="552500"/>
            </a:xfrm>
            <a:custGeom>
              <a:rect b="b" l="l" r="r" t="t"/>
              <a:pathLst>
                <a:path extrusionOk="0" h="1674" w="3503">
                  <a:moveTo>
                    <a:pt x="1049" y="0"/>
                  </a:moveTo>
                  <a:cubicBezTo>
                    <a:pt x="897" y="0"/>
                    <a:pt x="756" y="88"/>
                    <a:pt x="690" y="224"/>
                  </a:cubicBezTo>
                  <a:lnTo>
                    <a:pt x="0" y="1643"/>
                  </a:lnTo>
                  <a:lnTo>
                    <a:pt x="62" y="1673"/>
                  </a:lnTo>
                  <a:lnTo>
                    <a:pt x="751" y="255"/>
                  </a:lnTo>
                  <a:cubicBezTo>
                    <a:pt x="807" y="141"/>
                    <a:pt x="923" y="67"/>
                    <a:pt x="1049" y="67"/>
                  </a:cubicBezTo>
                  <a:lnTo>
                    <a:pt x="3503" y="67"/>
                  </a:lnTo>
                  <a:lnTo>
                    <a:pt x="3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2" name="Google Shape;2192;p92"/>
          <p:cNvSpPr/>
          <p:nvPr/>
        </p:nvSpPr>
        <p:spPr>
          <a:xfrm>
            <a:off x="7753830" y="4560916"/>
            <a:ext cx="52175" cy="52280"/>
          </a:xfrm>
          <a:custGeom>
            <a:rect b="b" l="l" r="r" t="t"/>
            <a:pathLst>
              <a:path extrusionOk="0" h="515" w="514">
                <a:moveTo>
                  <a:pt x="257" y="1"/>
                </a:moveTo>
                <a:cubicBezTo>
                  <a:pt x="116" y="1"/>
                  <a:pt x="0" y="111"/>
                  <a:pt x="0" y="258"/>
                </a:cubicBezTo>
                <a:cubicBezTo>
                  <a:pt x="0" y="398"/>
                  <a:pt x="116" y="514"/>
                  <a:pt x="257" y="514"/>
                </a:cubicBezTo>
                <a:cubicBezTo>
                  <a:pt x="404" y="514"/>
                  <a:pt x="514" y="398"/>
                  <a:pt x="514" y="258"/>
                </a:cubicBezTo>
                <a:cubicBezTo>
                  <a:pt x="514" y="111"/>
                  <a:pt x="404" y="1"/>
                  <a:pt x="25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92"/>
          <p:cNvSpPr/>
          <p:nvPr/>
        </p:nvSpPr>
        <p:spPr>
          <a:xfrm>
            <a:off x="7760630" y="4627306"/>
            <a:ext cx="39182" cy="39185"/>
          </a:xfrm>
          <a:custGeom>
            <a:rect b="b" l="l" r="r" t="t"/>
            <a:pathLst>
              <a:path extrusionOk="0" h="386" w="386">
                <a:moveTo>
                  <a:pt x="190" y="1"/>
                </a:moveTo>
                <a:cubicBezTo>
                  <a:pt x="86" y="1"/>
                  <a:pt x="1" y="86"/>
                  <a:pt x="1" y="196"/>
                </a:cubicBezTo>
                <a:cubicBezTo>
                  <a:pt x="1" y="300"/>
                  <a:pt x="86" y="386"/>
                  <a:pt x="190" y="386"/>
                </a:cubicBezTo>
                <a:cubicBezTo>
                  <a:pt x="300" y="386"/>
                  <a:pt x="385" y="300"/>
                  <a:pt x="385" y="196"/>
                </a:cubicBezTo>
                <a:cubicBezTo>
                  <a:pt x="385" y="86"/>
                  <a:pt x="300" y="1"/>
                  <a:pt x="19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4" name="Google Shape;2194;p92"/>
          <p:cNvGrpSpPr/>
          <p:nvPr/>
        </p:nvGrpSpPr>
        <p:grpSpPr>
          <a:xfrm>
            <a:off x="7599671" y="3917723"/>
            <a:ext cx="1260147" cy="1270287"/>
            <a:chOff x="15204966" y="7201785"/>
            <a:chExt cx="3082552" cy="3107357"/>
          </a:xfrm>
        </p:grpSpPr>
        <p:grpSp>
          <p:nvGrpSpPr>
            <p:cNvPr id="2195" name="Google Shape;2195;p92"/>
            <p:cNvGrpSpPr/>
            <p:nvPr/>
          </p:nvGrpSpPr>
          <p:grpSpPr>
            <a:xfrm>
              <a:off x="15441883" y="7201785"/>
              <a:ext cx="2845635" cy="2977210"/>
              <a:chOff x="15441883" y="7201785"/>
              <a:chExt cx="2845635" cy="2977210"/>
            </a:xfrm>
          </p:grpSpPr>
          <p:sp>
            <p:nvSpPr>
              <p:cNvPr id="2196" name="Google Shape;2196;p92"/>
              <p:cNvSpPr/>
              <p:nvPr/>
            </p:nvSpPr>
            <p:spPr>
              <a:xfrm>
                <a:off x="15742140" y="9154113"/>
                <a:ext cx="2030531" cy="1014934"/>
              </a:xfrm>
              <a:custGeom>
                <a:rect b="b" l="l" r="r" t="t"/>
                <a:pathLst>
                  <a:path extrusionOk="0" h="4999" w="10002">
                    <a:moveTo>
                      <a:pt x="5004" y="1"/>
                    </a:moveTo>
                    <a:cubicBezTo>
                      <a:pt x="2242" y="1"/>
                      <a:pt x="0" y="2237"/>
                      <a:pt x="0" y="4998"/>
                    </a:cubicBezTo>
                    <a:lnTo>
                      <a:pt x="10002" y="4998"/>
                    </a:lnTo>
                    <a:cubicBezTo>
                      <a:pt x="10002" y="2237"/>
                      <a:pt x="7765" y="1"/>
                      <a:pt x="5004" y="1"/>
                    </a:cubicBezTo>
                    <a:close/>
                  </a:path>
                </a:pathLst>
              </a:cu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7" name="Google Shape;2197;p92"/>
              <p:cNvSpPr/>
              <p:nvPr/>
            </p:nvSpPr>
            <p:spPr>
              <a:xfrm>
                <a:off x="16173746" y="7927411"/>
                <a:ext cx="1167322" cy="1167408"/>
              </a:xfrm>
              <a:custGeom>
                <a:rect b="b" l="l" r="r" t="t"/>
                <a:pathLst>
                  <a:path extrusionOk="0" h="5750" w="5750">
                    <a:moveTo>
                      <a:pt x="2878" y="0"/>
                    </a:moveTo>
                    <a:cubicBezTo>
                      <a:pt x="1289" y="0"/>
                      <a:pt x="0" y="1289"/>
                      <a:pt x="0" y="2878"/>
                    </a:cubicBezTo>
                    <a:cubicBezTo>
                      <a:pt x="0" y="4460"/>
                      <a:pt x="1289" y="5749"/>
                      <a:pt x="2878" y="5749"/>
                    </a:cubicBezTo>
                    <a:cubicBezTo>
                      <a:pt x="4460" y="5749"/>
                      <a:pt x="5749" y="4460"/>
                      <a:pt x="5749" y="2878"/>
                    </a:cubicBezTo>
                    <a:cubicBezTo>
                      <a:pt x="5749" y="1289"/>
                      <a:pt x="4460" y="0"/>
                      <a:pt x="2878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8" name="Google Shape;2198;p92"/>
              <p:cNvSpPr/>
              <p:nvPr/>
            </p:nvSpPr>
            <p:spPr>
              <a:xfrm>
                <a:off x="15893385" y="8368999"/>
                <a:ext cx="599293" cy="598119"/>
              </a:xfrm>
              <a:custGeom>
                <a:rect b="b" l="l" r="r" t="t"/>
                <a:pathLst>
                  <a:path extrusionOk="0" h="2946" w="2952">
                    <a:moveTo>
                      <a:pt x="1479" y="153"/>
                    </a:moveTo>
                    <a:cubicBezTo>
                      <a:pt x="2206" y="153"/>
                      <a:pt x="2799" y="746"/>
                      <a:pt x="2799" y="1473"/>
                    </a:cubicBezTo>
                    <a:cubicBezTo>
                      <a:pt x="2799" y="2200"/>
                      <a:pt x="2206" y="2792"/>
                      <a:pt x="1479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9" y="153"/>
                    </a:cubicBezTo>
                    <a:close/>
                    <a:moveTo>
                      <a:pt x="1479" y="0"/>
                    </a:moveTo>
                    <a:cubicBezTo>
                      <a:pt x="666" y="0"/>
                      <a:pt x="0" y="660"/>
                      <a:pt x="0" y="1473"/>
                    </a:cubicBezTo>
                    <a:cubicBezTo>
                      <a:pt x="0" y="2285"/>
                      <a:pt x="666" y="2945"/>
                      <a:pt x="1479" y="2945"/>
                    </a:cubicBezTo>
                    <a:cubicBezTo>
                      <a:pt x="2292" y="2945"/>
                      <a:pt x="2951" y="2285"/>
                      <a:pt x="2951" y="1473"/>
                    </a:cubicBezTo>
                    <a:cubicBezTo>
                      <a:pt x="2951" y="660"/>
                      <a:pt x="2292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9" name="Google Shape;2199;p92"/>
              <p:cNvSpPr/>
              <p:nvPr/>
            </p:nvSpPr>
            <p:spPr>
              <a:xfrm>
                <a:off x="16647580" y="8368999"/>
                <a:ext cx="597872" cy="598119"/>
              </a:xfrm>
              <a:custGeom>
                <a:rect b="b" l="l" r="r" t="t"/>
                <a:pathLst>
                  <a:path extrusionOk="0" h="2946" w="2945">
                    <a:moveTo>
                      <a:pt x="1473" y="153"/>
                    </a:moveTo>
                    <a:cubicBezTo>
                      <a:pt x="2200" y="153"/>
                      <a:pt x="2792" y="746"/>
                      <a:pt x="2792" y="1473"/>
                    </a:cubicBezTo>
                    <a:cubicBezTo>
                      <a:pt x="2792" y="2200"/>
                      <a:pt x="2200" y="2792"/>
                      <a:pt x="1473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3" y="153"/>
                    </a:cubicBezTo>
                    <a:close/>
                    <a:moveTo>
                      <a:pt x="1473" y="0"/>
                    </a:moveTo>
                    <a:cubicBezTo>
                      <a:pt x="660" y="0"/>
                      <a:pt x="0" y="660"/>
                      <a:pt x="0" y="1473"/>
                    </a:cubicBezTo>
                    <a:cubicBezTo>
                      <a:pt x="0" y="2285"/>
                      <a:pt x="660" y="2945"/>
                      <a:pt x="1473" y="2945"/>
                    </a:cubicBezTo>
                    <a:cubicBezTo>
                      <a:pt x="2285" y="2945"/>
                      <a:pt x="2945" y="2285"/>
                      <a:pt x="2945" y="1473"/>
                    </a:cubicBezTo>
                    <a:cubicBezTo>
                      <a:pt x="2945" y="660"/>
                      <a:pt x="2285" y="0"/>
                      <a:pt x="14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0" name="Google Shape;2200;p92"/>
              <p:cNvSpPr/>
              <p:nvPr/>
            </p:nvSpPr>
            <p:spPr>
              <a:xfrm>
                <a:off x="16551961" y="8674152"/>
                <a:ext cx="111860" cy="234700"/>
              </a:xfrm>
              <a:custGeom>
                <a:rect b="b" l="l" r="r" t="t"/>
                <a:pathLst>
                  <a:path extrusionOk="0" h="1156" w="551">
                    <a:moveTo>
                      <a:pt x="1" y="0"/>
                    </a:moveTo>
                    <a:lnTo>
                      <a:pt x="1" y="1155"/>
                    </a:lnTo>
                    <a:lnTo>
                      <a:pt x="551" y="1155"/>
                    </a:lnTo>
                    <a:lnTo>
                      <a:pt x="551" y="1002"/>
                    </a:lnTo>
                    <a:lnTo>
                      <a:pt x="153" y="1002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1" name="Google Shape;2201;p92"/>
              <p:cNvSpPr/>
              <p:nvPr/>
            </p:nvSpPr>
            <p:spPr>
              <a:xfrm>
                <a:off x="17188205" y="7201785"/>
                <a:ext cx="1099313" cy="1037064"/>
              </a:xfrm>
              <a:custGeom>
                <a:rect b="b" l="l" r="r" t="t"/>
                <a:pathLst>
                  <a:path extrusionOk="0" h="5108" w="5415">
                    <a:moveTo>
                      <a:pt x="1644" y="0"/>
                    </a:moveTo>
                    <a:cubicBezTo>
                      <a:pt x="740" y="0"/>
                      <a:pt x="1" y="739"/>
                      <a:pt x="1" y="1644"/>
                    </a:cubicBezTo>
                    <a:cubicBezTo>
                      <a:pt x="1" y="2554"/>
                      <a:pt x="740" y="3287"/>
                      <a:pt x="1644" y="3287"/>
                    </a:cubicBezTo>
                    <a:lnTo>
                      <a:pt x="1864" y="3287"/>
                    </a:lnTo>
                    <a:lnTo>
                      <a:pt x="1101" y="5108"/>
                    </a:lnTo>
                    <a:lnTo>
                      <a:pt x="1101" y="5108"/>
                    </a:lnTo>
                    <a:lnTo>
                      <a:pt x="3587" y="3287"/>
                    </a:lnTo>
                    <a:lnTo>
                      <a:pt x="3777" y="3287"/>
                    </a:lnTo>
                    <a:cubicBezTo>
                      <a:pt x="4681" y="3287"/>
                      <a:pt x="5414" y="2554"/>
                      <a:pt x="5414" y="1644"/>
                    </a:cubicBezTo>
                    <a:cubicBezTo>
                      <a:pt x="5414" y="739"/>
                      <a:pt x="4681" y="0"/>
                      <a:pt x="3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2202" name="Google Shape;2202;p92"/>
              <p:cNvSpPr/>
              <p:nvPr/>
            </p:nvSpPr>
            <p:spPr>
              <a:xfrm>
                <a:off x="17612027" y="7351823"/>
                <a:ext cx="249502" cy="372352"/>
              </a:xfrm>
              <a:custGeom>
                <a:rect b="b" l="l" r="r" t="t"/>
                <a:pathLst>
                  <a:path extrusionOk="0" h="1834" w="1229">
                    <a:moveTo>
                      <a:pt x="636" y="0"/>
                    </a:moveTo>
                    <a:cubicBezTo>
                      <a:pt x="348" y="0"/>
                      <a:pt x="135" y="98"/>
                      <a:pt x="0" y="269"/>
                    </a:cubicBezTo>
                    <a:lnTo>
                      <a:pt x="135" y="373"/>
                    </a:lnTo>
                    <a:cubicBezTo>
                      <a:pt x="244" y="239"/>
                      <a:pt x="409" y="165"/>
                      <a:pt x="623" y="165"/>
                    </a:cubicBezTo>
                    <a:cubicBezTo>
                      <a:pt x="886" y="165"/>
                      <a:pt x="1039" y="294"/>
                      <a:pt x="1039" y="477"/>
                    </a:cubicBezTo>
                    <a:cubicBezTo>
                      <a:pt x="1039" y="819"/>
                      <a:pt x="568" y="856"/>
                      <a:pt x="568" y="1277"/>
                    </a:cubicBezTo>
                    <a:lnTo>
                      <a:pt x="758" y="1277"/>
                    </a:lnTo>
                    <a:cubicBezTo>
                      <a:pt x="758" y="911"/>
                      <a:pt x="1228" y="892"/>
                      <a:pt x="1228" y="452"/>
                    </a:cubicBezTo>
                    <a:cubicBezTo>
                      <a:pt x="1228" y="178"/>
                      <a:pt x="996" y="0"/>
                      <a:pt x="636" y="0"/>
                    </a:cubicBezTo>
                    <a:close/>
                    <a:moveTo>
                      <a:pt x="666" y="1571"/>
                    </a:moveTo>
                    <a:cubicBezTo>
                      <a:pt x="587" y="1571"/>
                      <a:pt x="532" y="1626"/>
                      <a:pt x="532" y="1699"/>
                    </a:cubicBezTo>
                    <a:cubicBezTo>
                      <a:pt x="532" y="1772"/>
                      <a:pt x="587" y="1833"/>
                      <a:pt x="666" y="1833"/>
                    </a:cubicBezTo>
                    <a:cubicBezTo>
                      <a:pt x="739" y="1833"/>
                      <a:pt x="800" y="1772"/>
                      <a:pt x="800" y="1699"/>
                    </a:cubicBezTo>
                    <a:cubicBezTo>
                      <a:pt x="800" y="1626"/>
                      <a:pt x="739" y="1571"/>
                      <a:pt x="666" y="15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92"/>
              <p:cNvSpPr/>
              <p:nvPr/>
            </p:nvSpPr>
            <p:spPr>
              <a:xfrm>
                <a:off x="15441883" y="9053613"/>
                <a:ext cx="655121" cy="1125381"/>
              </a:xfrm>
              <a:custGeom>
                <a:rect b="b" l="l" r="r" t="t"/>
                <a:pathLst>
                  <a:path extrusionOk="0" h="5543" w="3227">
                    <a:moveTo>
                      <a:pt x="355" y="1"/>
                    </a:moveTo>
                    <a:cubicBezTo>
                      <a:pt x="159" y="1"/>
                      <a:pt x="1" y="160"/>
                      <a:pt x="1" y="355"/>
                    </a:cubicBezTo>
                    <a:lnTo>
                      <a:pt x="1" y="5194"/>
                    </a:lnTo>
                    <a:cubicBezTo>
                      <a:pt x="1" y="5390"/>
                      <a:pt x="159" y="5542"/>
                      <a:pt x="355" y="5542"/>
                    </a:cubicBezTo>
                    <a:lnTo>
                      <a:pt x="2878" y="5542"/>
                    </a:lnTo>
                    <a:cubicBezTo>
                      <a:pt x="3068" y="5542"/>
                      <a:pt x="3226" y="5390"/>
                      <a:pt x="3226" y="5194"/>
                    </a:cubicBezTo>
                    <a:lnTo>
                      <a:pt x="3226" y="355"/>
                    </a:lnTo>
                    <a:cubicBezTo>
                      <a:pt x="3226" y="160"/>
                      <a:pt x="3068" y="1"/>
                      <a:pt x="2878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92"/>
              <p:cNvSpPr/>
              <p:nvPr/>
            </p:nvSpPr>
            <p:spPr>
              <a:xfrm>
                <a:off x="16600278" y="9799136"/>
                <a:ext cx="1244264" cy="369916"/>
              </a:xfrm>
              <a:custGeom>
                <a:rect b="b" l="l" r="r" t="t"/>
                <a:pathLst>
                  <a:path extrusionOk="0" h="1822" w="6129">
                    <a:moveTo>
                      <a:pt x="4887" y="1"/>
                    </a:moveTo>
                    <a:cubicBezTo>
                      <a:pt x="4879" y="1"/>
                      <a:pt x="4872" y="1"/>
                      <a:pt x="4864" y="1"/>
                    </a:cubicBezTo>
                    <a:lnTo>
                      <a:pt x="3355" y="31"/>
                    </a:lnTo>
                    <a:lnTo>
                      <a:pt x="1229" y="74"/>
                    </a:lnTo>
                    <a:cubicBezTo>
                      <a:pt x="545" y="86"/>
                      <a:pt x="1" y="648"/>
                      <a:pt x="13" y="1333"/>
                    </a:cubicBezTo>
                    <a:cubicBezTo>
                      <a:pt x="19" y="1510"/>
                      <a:pt x="56" y="1675"/>
                      <a:pt x="123" y="1821"/>
                    </a:cubicBezTo>
                    <a:lnTo>
                      <a:pt x="5982" y="1821"/>
                    </a:lnTo>
                    <a:cubicBezTo>
                      <a:pt x="6080" y="1644"/>
                      <a:pt x="6129" y="1437"/>
                      <a:pt x="6129" y="1217"/>
                    </a:cubicBezTo>
                    <a:cubicBezTo>
                      <a:pt x="6117" y="540"/>
                      <a:pt x="5561" y="1"/>
                      <a:pt x="4887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92"/>
              <p:cNvSpPr/>
              <p:nvPr/>
            </p:nvSpPr>
            <p:spPr>
              <a:xfrm>
                <a:off x="16476237" y="8651819"/>
                <a:ext cx="187584" cy="31266"/>
              </a:xfrm>
              <a:custGeom>
                <a:rect b="b" l="l" r="r" t="t"/>
                <a:pathLst>
                  <a:path extrusionOk="0" h="154" w="924">
                    <a:moveTo>
                      <a:pt x="1" y="0"/>
                    </a:moveTo>
                    <a:lnTo>
                      <a:pt x="1" y="153"/>
                    </a:lnTo>
                    <a:lnTo>
                      <a:pt x="924" y="153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06" name="Google Shape;2206;p92"/>
            <p:cNvSpPr/>
            <p:nvPr/>
          </p:nvSpPr>
          <p:spPr>
            <a:xfrm>
              <a:off x="15204966" y="9799136"/>
              <a:ext cx="709732" cy="510005"/>
            </a:xfrm>
            <a:custGeom>
              <a:rect b="b" l="l" r="r" t="t"/>
              <a:pathLst>
                <a:path extrusionOk="0" h="2512" w="3496">
                  <a:moveTo>
                    <a:pt x="1255" y="1"/>
                  </a:moveTo>
                  <a:cubicBezTo>
                    <a:pt x="581" y="1"/>
                    <a:pt x="31" y="540"/>
                    <a:pt x="13" y="1217"/>
                  </a:cubicBezTo>
                  <a:cubicBezTo>
                    <a:pt x="1" y="1901"/>
                    <a:pt x="544" y="2469"/>
                    <a:pt x="1229" y="2481"/>
                  </a:cubicBezTo>
                  <a:lnTo>
                    <a:pt x="1320" y="2481"/>
                  </a:lnTo>
                  <a:lnTo>
                    <a:pt x="1320" y="2512"/>
                  </a:lnTo>
                  <a:lnTo>
                    <a:pt x="1748" y="2500"/>
                  </a:lnTo>
                  <a:lnTo>
                    <a:pt x="2182" y="2512"/>
                  </a:lnTo>
                  <a:lnTo>
                    <a:pt x="2182" y="2481"/>
                  </a:lnTo>
                  <a:lnTo>
                    <a:pt x="2267" y="2481"/>
                  </a:lnTo>
                  <a:cubicBezTo>
                    <a:pt x="2952" y="2469"/>
                    <a:pt x="3495" y="1901"/>
                    <a:pt x="3483" y="1217"/>
                  </a:cubicBezTo>
                  <a:cubicBezTo>
                    <a:pt x="3471" y="540"/>
                    <a:pt x="2915" y="1"/>
                    <a:pt x="2241" y="1"/>
                  </a:cubicBezTo>
                  <a:cubicBezTo>
                    <a:pt x="2234" y="1"/>
                    <a:pt x="2226" y="1"/>
                    <a:pt x="2218" y="1"/>
                  </a:cubicBezTo>
                  <a:lnTo>
                    <a:pt x="1809" y="19"/>
                  </a:lnTo>
                  <a:lnTo>
                    <a:pt x="1278" y="1"/>
                  </a:lnTo>
                  <a:cubicBezTo>
                    <a:pt x="1270" y="1"/>
                    <a:pt x="1262" y="1"/>
                    <a:pt x="125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7" name="Google Shape;2207;p92"/>
          <p:cNvGrpSpPr/>
          <p:nvPr/>
        </p:nvGrpSpPr>
        <p:grpSpPr>
          <a:xfrm>
            <a:off x="2727302" y="4127559"/>
            <a:ext cx="481010" cy="323364"/>
            <a:chOff x="2745675" y="1571799"/>
            <a:chExt cx="4474516" cy="3008034"/>
          </a:xfrm>
        </p:grpSpPr>
        <p:sp>
          <p:nvSpPr>
            <p:cNvPr id="2208" name="Google Shape;2208;p92"/>
            <p:cNvSpPr/>
            <p:nvPr/>
          </p:nvSpPr>
          <p:spPr>
            <a:xfrm>
              <a:off x="2745675" y="2134751"/>
              <a:ext cx="3832953" cy="408995"/>
            </a:xfrm>
            <a:custGeom>
              <a:rect b="b" l="l" r="r" t="t"/>
              <a:pathLst>
                <a:path extrusionOk="0" h="1749" w="16391">
                  <a:moveTo>
                    <a:pt x="0" y="1"/>
                  </a:moveTo>
                  <a:lnTo>
                    <a:pt x="0" y="1749"/>
                  </a:lnTo>
                  <a:lnTo>
                    <a:pt x="16391" y="1749"/>
                  </a:lnTo>
                  <a:lnTo>
                    <a:pt x="16391" y="1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92"/>
            <p:cNvSpPr/>
            <p:nvPr/>
          </p:nvSpPr>
          <p:spPr>
            <a:xfrm>
              <a:off x="3030966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4" y="0"/>
                  </a:moveTo>
                  <a:cubicBezTo>
                    <a:pt x="132" y="0"/>
                    <a:pt x="0" y="149"/>
                    <a:pt x="0" y="314"/>
                  </a:cubicBezTo>
                  <a:cubicBezTo>
                    <a:pt x="0" y="495"/>
                    <a:pt x="132" y="627"/>
                    <a:pt x="314" y="627"/>
                  </a:cubicBezTo>
                  <a:cubicBezTo>
                    <a:pt x="478" y="627"/>
                    <a:pt x="627" y="495"/>
                    <a:pt x="627" y="314"/>
                  </a:cubicBezTo>
                  <a:cubicBezTo>
                    <a:pt x="627" y="149"/>
                    <a:pt x="478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92"/>
            <p:cNvSpPr/>
            <p:nvPr/>
          </p:nvSpPr>
          <p:spPr>
            <a:xfrm>
              <a:off x="3250781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3" y="0"/>
                  </a:moveTo>
                  <a:cubicBezTo>
                    <a:pt x="149" y="0"/>
                    <a:pt x="0" y="149"/>
                    <a:pt x="0" y="314"/>
                  </a:cubicBezTo>
                  <a:cubicBezTo>
                    <a:pt x="0" y="495"/>
                    <a:pt x="149" y="627"/>
                    <a:pt x="313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92"/>
            <p:cNvSpPr/>
            <p:nvPr/>
          </p:nvSpPr>
          <p:spPr>
            <a:xfrm>
              <a:off x="3466621" y="2265937"/>
              <a:ext cx="146855" cy="146855"/>
            </a:xfrm>
            <a:custGeom>
              <a:rect b="b" l="l" r="r" t="t"/>
              <a:pathLst>
                <a:path extrusionOk="0" h="628" w="628">
                  <a:moveTo>
                    <a:pt x="314" y="0"/>
                  </a:moveTo>
                  <a:cubicBezTo>
                    <a:pt x="149" y="0"/>
                    <a:pt x="1" y="149"/>
                    <a:pt x="1" y="314"/>
                  </a:cubicBezTo>
                  <a:cubicBezTo>
                    <a:pt x="1" y="495"/>
                    <a:pt x="149" y="627"/>
                    <a:pt x="314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92"/>
            <p:cNvSpPr/>
            <p:nvPr/>
          </p:nvSpPr>
          <p:spPr>
            <a:xfrm>
              <a:off x="2745675" y="2543510"/>
              <a:ext cx="3836929" cy="2036322"/>
            </a:xfrm>
            <a:custGeom>
              <a:rect b="b" l="l" r="r" t="t"/>
              <a:pathLst>
                <a:path extrusionOk="0" h="8708" w="16408">
                  <a:moveTo>
                    <a:pt x="0" y="1"/>
                  </a:moveTo>
                  <a:lnTo>
                    <a:pt x="0" y="8707"/>
                  </a:lnTo>
                  <a:lnTo>
                    <a:pt x="16407" y="8707"/>
                  </a:lnTo>
                  <a:lnTo>
                    <a:pt x="16407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92"/>
            <p:cNvSpPr/>
            <p:nvPr/>
          </p:nvSpPr>
          <p:spPr>
            <a:xfrm>
              <a:off x="3312517" y="3384180"/>
              <a:ext cx="929300" cy="694286"/>
            </a:xfrm>
            <a:custGeom>
              <a:rect b="b" l="l" r="r" t="t"/>
              <a:pathLst>
                <a:path extrusionOk="0" h="2969" w="3974">
                  <a:moveTo>
                    <a:pt x="0" y="0"/>
                  </a:moveTo>
                  <a:lnTo>
                    <a:pt x="0" y="2969"/>
                  </a:lnTo>
                  <a:lnTo>
                    <a:pt x="3974" y="2969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92"/>
            <p:cNvSpPr/>
            <p:nvPr/>
          </p:nvSpPr>
          <p:spPr>
            <a:xfrm flipH="1">
              <a:off x="4604276" y="3384175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92"/>
            <p:cNvSpPr/>
            <p:nvPr/>
          </p:nvSpPr>
          <p:spPr>
            <a:xfrm flipH="1">
              <a:off x="4604276" y="3718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92"/>
            <p:cNvSpPr/>
            <p:nvPr/>
          </p:nvSpPr>
          <p:spPr>
            <a:xfrm flipH="1">
              <a:off x="4604276" y="4069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92"/>
            <p:cNvSpPr/>
            <p:nvPr/>
          </p:nvSpPr>
          <p:spPr>
            <a:xfrm flipH="1">
              <a:off x="2745675" y="2535075"/>
              <a:ext cx="3832950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92"/>
            <p:cNvSpPr/>
            <p:nvPr/>
          </p:nvSpPr>
          <p:spPr>
            <a:xfrm flipH="1">
              <a:off x="3312523" y="3024750"/>
              <a:ext cx="2768727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19" name="Google Shape;2219;p92"/>
            <p:cNvGrpSpPr/>
            <p:nvPr/>
          </p:nvGrpSpPr>
          <p:grpSpPr>
            <a:xfrm>
              <a:off x="5432370" y="1571799"/>
              <a:ext cx="1787821" cy="1110626"/>
              <a:chOff x="9585270" y="1688849"/>
              <a:chExt cx="1787821" cy="1110626"/>
            </a:xfrm>
          </p:grpSpPr>
          <p:sp>
            <p:nvSpPr>
              <p:cNvPr id="2220" name="Google Shape;2220;p92"/>
              <p:cNvSpPr/>
              <p:nvPr/>
            </p:nvSpPr>
            <p:spPr>
              <a:xfrm>
                <a:off x="9607309" y="1710888"/>
                <a:ext cx="1743743" cy="1064656"/>
              </a:xfrm>
              <a:custGeom>
                <a:rect b="b" l="l" r="r" t="t"/>
                <a:pathLst>
                  <a:path extrusionOk="0" h="9565" w="15666">
                    <a:moveTo>
                      <a:pt x="8658" y="1"/>
                    </a:moveTo>
                    <a:cubicBezTo>
                      <a:pt x="6531" y="1"/>
                      <a:pt x="4651" y="1419"/>
                      <a:pt x="4057" y="3464"/>
                    </a:cubicBezTo>
                    <a:lnTo>
                      <a:pt x="4008" y="3645"/>
                    </a:lnTo>
                    <a:lnTo>
                      <a:pt x="3810" y="3596"/>
                    </a:lnTo>
                    <a:cubicBezTo>
                      <a:pt x="3562" y="3530"/>
                      <a:pt x="3299" y="3497"/>
                      <a:pt x="3035" y="3497"/>
                    </a:cubicBezTo>
                    <a:cubicBezTo>
                      <a:pt x="1369" y="3497"/>
                      <a:pt x="1" y="4865"/>
                      <a:pt x="1" y="6531"/>
                    </a:cubicBezTo>
                    <a:cubicBezTo>
                      <a:pt x="1" y="8213"/>
                      <a:pt x="1369" y="9565"/>
                      <a:pt x="3035" y="9565"/>
                    </a:cubicBezTo>
                    <a:lnTo>
                      <a:pt x="13638" y="9565"/>
                    </a:lnTo>
                    <a:cubicBezTo>
                      <a:pt x="14759" y="9565"/>
                      <a:pt x="15666" y="8658"/>
                      <a:pt x="15666" y="7553"/>
                    </a:cubicBezTo>
                    <a:cubicBezTo>
                      <a:pt x="15666" y="6432"/>
                      <a:pt x="14759" y="5525"/>
                      <a:pt x="13654" y="5525"/>
                    </a:cubicBezTo>
                    <a:lnTo>
                      <a:pt x="13390" y="5525"/>
                    </a:lnTo>
                    <a:lnTo>
                      <a:pt x="13407" y="5294"/>
                    </a:lnTo>
                    <a:cubicBezTo>
                      <a:pt x="13423" y="5129"/>
                      <a:pt x="13440" y="4948"/>
                      <a:pt x="13440" y="4783"/>
                    </a:cubicBezTo>
                    <a:cubicBezTo>
                      <a:pt x="13440" y="2144"/>
                      <a:pt x="11296" y="1"/>
                      <a:pt x="86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2221" name="Google Shape;2221;p92"/>
              <p:cNvSpPr/>
              <p:nvPr/>
            </p:nvSpPr>
            <p:spPr>
              <a:xfrm>
                <a:off x="9585270" y="1688849"/>
                <a:ext cx="1787821" cy="1110626"/>
              </a:xfrm>
              <a:custGeom>
                <a:rect b="b" l="l" r="r" t="t"/>
                <a:pathLst>
                  <a:path extrusionOk="0" h="9978" w="16062">
                    <a:moveTo>
                      <a:pt x="8856" y="413"/>
                    </a:moveTo>
                    <a:cubicBezTo>
                      <a:pt x="11379" y="413"/>
                      <a:pt x="13423" y="2458"/>
                      <a:pt x="13423" y="4981"/>
                    </a:cubicBezTo>
                    <a:cubicBezTo>
                      <a:pt x="13423" y="5146"/>
                      <a:pt x="13423" y="5311"/>
                      <a:pt x="13407" y="5475"/>
                    </a:cubicBezTo>
                    <a:lnTo>
                      <a:pt x="13357" y="5937"/>
                    </a:lnTo>
                    <a:lnTo>
                      <a:pt x="13852" y="5937"/>
                    </a:lnTo>
                    <a:cubicBezTo>
                      <a:pt x="14841" y="5937"/>
                      <a:pt x="15649" y="6745"/>
                      <a:pt x="15649" y="7751"/>
                    </a:cubicBezTo>
                    <a:cubicBezTo>
                      <a:pt x="15649" y="8740"/>
                      <a:pt x="14841" y="9565"/>
                      <a:pt x="13836" y="9565"/>
                    </a:cubicBezTo>
                    <a:lnTo>
                      <a:pt x="3233" y="9565"/>
                    </a:lnTo>
                    <a:cubicBezTo>
                      <a:pt x="1666" y="9565"/>
                      <a:pt x="413" y="8295"/>
                      <a:pt x="413" y="6729"/>
                    </a:cubicBezTo>
                    <a:cubicBezTo>
                      <a:pt x="413" y="5179"/>
                      <a:pt x="1666" y="3909"/>
                      <a:pt x="3233" y="3909"/>
                    </a:cubicBezTo>
                    <a:cubicBezTo>
                      <a:pt x="3480" y="3909"/>
                      <a:pt x="3711" y="3942"/>
                      <a:pt x="3958" y="3991"/>
                    </a:cubicBezTo>
                    <a:lnTo>
                      <a:pt x="4338" y="4107"/>
                    </a:lnTo>
                    <a:lnTo>
                      <a:pt x="4453" y="3711"/>
                    </a:lnTo>
                    <a:cubicBezTo>
                      <a:pt x="5014" y="1765"/>
                      <a:pt x="6828" y="413"/>
                      <a:pt x="8856" y="413"/>
                    </a:cubicBezTo>
                    <a:close/>
                    <a:moveTo>
                      <a:pt x="8856" y="1"/>
                    </a:moveTo>
                    <a:cubicBezTo>
                      <a:pt x="6580" y="1"/>
                      <a:pt x="4651" y="1518"/>
                      <a:pt x="4057" y="3596"/>
                    </a:cubicBezTo>
                    <a:cubicBezTo>
                      <a:pt x="3793" y="3530"/>
                      <a:pt x="3513" y="3497"/>
                      <a:pt x="3233" y="3497"/>
                    </a:cubicBezTo>
                    <a:cubicBezTo>
                      <a:pt x="1452" y="3497"/>
                      <a:pt x="1" y="4948"/>
                      <a:pt x="1" y="6729"/>
                    </a:cubicBezTo>
                    <a:cubicBezTo>
                      <a:pt x="1" y="8526"/>
                      <a:pt x="1452" y="9977"/>
                      <a:pt x="3233" y="9977"/>
                    </a:cubicBezTo>
                    <a:lnTo>
                      <a:pt x="13836" y="9977"/>
                    </a:lnTo>
                    <a:cubicBezTo>
                      <a:pt x="15072" y="9977"/>
                      <a:pt x="16062" y="8971"/>
                      <a:pt x="16062" y="7751"/>
                    </a:cubicBezTo>
                    <a:cubicBezTo>
                      <a:pt x="16062" y="6514"/>
                      <a:pt x="15072" y="5525"/>
                      <a:pt x="13836" y="5525"/>
                    </a:cubicBezTo>
                    <a:lnTo>
                      <a:pt x="13819" y="5525"/>
                    </a:lnTo>
                    <a:cubicBezTo>
                      <a:pt x="13836" y="5344"/>
                      <a:pt x="13836" y="5162"/>
                      <a:pt x="13836" y="4981"/>
                    </a:cubicBezTo>
                    <a:cubicBezTo>
                      <a:pt x="13836" y="2227"/>
                      <a:pt x="11609" y="1"/>
                      <a:pt x="8856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22" name="Google Shape;2222;p92"/>
            <p:cNvSpPr/>
            <p:nvPr/>
          </p:nvSpPr>
          <p:spPr>
            <a:xfrm>
              <a:off x="5432357" y="1571918"/>
              <a:ext cx="1787821" cy="1110515"/>
            </a:xfrm>
            <a:custGeom>
              <a:rect b="b" l="l" r="r" t="t"/>
              <a:pathLst>
                <a:path extrusionOk="0" h="9977" w="16062">
                  <a:moveTo>
                    <a:pt x="8856" y="0"/>
                  </a:moveTo>
                  <a:cubicBezTo>
                    <a:pt x="6580" y="0"/>
                    <a:pt x="4651" y="1518"/>
                    <a:pt x="4057" y="3595"/>
                  </a:cubicBezTo>
                  <a:cubicBezTo>
                    <a:pt x="3793" y="3529"/>
                    <a:pt x="3513" y="3496"/>
                    <a:pt x="3233" y="3496"/>
                  </a:cubicBezTo>
                  <a:cubicBezTo>
                    <a:pt x="1452" y="3496"/>
                    <a:pt x="1" y="4947"/>
                    <a:pt x="1" y="6745"/>
                  </a:cubicBezTo>
                  <a:cubicBezTo>
                    <a:pt x="1" y="8526"/>
                    <a:pt x="1452" y="9977"/>
                    <a:pt x="3233" y="9977"/>
                  </a:cubicBezTo>
                  <a:lnTo>
                    <a:pt x="13836" y="9977"/>
                  </a:lnTo>
                  <a:cubicBezTo>
                    <a:pt x="15072" y="9977"/>
                    <a:pt x="16062" y="8987"/>
                    <a:pt x="16062" y="7751"/>
                  </a:cubicBezTo>
                  <a:cubicBezTo>
                    <a:pt x="16062" y="6514"/>
                    <a:pt x="15072" y="5525"/>
                    <a:pt x="13836" y="5525"/>
                  </a:cubicBezTo>
                  <a:lnTo>
                    <a:pt x="13819" y="5525"/>
                  </a:lnTo>
                  <a:cubicBezTo>
                    <a:pt x="13836" y="5343"/>
                    <a:pt x="13836" y="5162"/>
                    <a:pt x="13836" y="4980"/>
                  </a:cubicBezTo>
                  <a:cubicBezTo>
                    <a:pt x="13836" y="2227"/>
                    <a:pt x="11609" y="0"/>
                    <a:pt x="88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3" name="Google Shape;2223;p92"/>
          <p:cNvGrpSpPr/>
          <p:nvPr/>
        </p:nvGrpSpPr>
        <p:grpSpPr>
          <a:xfrm>
            <a:off x="7030707" y="76801"/>
            <a:ext cx="1978986" cy="268074"/>
            <a:chOff x="14061414" y="9450001"/>
            <a:chExt cx="3957972" cy="536147"/>
          </a:xfrm>
        </p:grpSpPr>
        <p:grpSp>
          <p:nvGrpSpPr>
            <p:cNvPr id="2224" name="Google Shape;2224;p92"/>
            <p:cNvGrpSpPr/>
            <p:nvPr/>
          </p:nvGrpSpPr>
          <p:grpSpPr>
            <a:xfrm>
              <a:off x="14061414" y="9628077"/>
              <a:ext cx="2251983" cy="179993"/>
              <a:chOff x="4935498" y="1642212"/>
              <a:chExt cx="2734980" cy="217042"/>
            </a:xfrm>
          </p:grpSpPr>
          <p:sp>
            <p:nvSpPr>
              <p:cNvPr id="2225" name="Google Shape;2225;p9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26" name="Google Shape;2226;p9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27" name="Google Shape;2227;p9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28" name="Google Shape;2228;p9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29" name="Google Shape;2229;p9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0" name="Google Shape;2230;p9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1" name="Google Shape;2231;p9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2" name="Google Shape;2232;p9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3" name="Google Shape;2233;p9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4" name="Google Shape;2234;p9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5" name="Google Shape;2235;p9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6" name="Google Shape;2236;p9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237" name="Google Shape;2237;p92"/>
            <p:cNvSpPr/>
            <p:nvPr/>
          </p:nvSpPr>
          <p:spPr>
            <a:xfrm>
              <a:off x="16467827" y="9450001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238" name="Google Shape;2238;p92"/>
          <p:cNvSpPr txBox="1"/>
          <p:nvPr>
            <p:ph type="title"/>
          </p:nvPr>
        </p:nvSpPr>
        <p:spPr>
          <a:xfrm>
            <a:off x="3351550" y="1313600"/>
            <a:ext cx="2669700" cy="6924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 Skills Diploma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239" name="Google Shape;2239;p92"/>
          <p:cNvGrpSpPr/>
          <p:nvPr/>
        </p:nvGrpSpPr>
        <p:grpSpPr>
          <a:xfrm>
            <a:off x="2727162" y="2831759"/>
            <a:ext cx="1104988" cy="483660"/>
            <a:chOff x="66465" y="28380"/>
            <a:chExt cx="6779066" cy="2967236"/>
          </a:xfrm>
        </p:grpSpPr>
        <p:sp>
          <p:nvSpPr>
            <p:cNvPr id="2240" name="Google Shape;2240;p92"/>
            <p:cNvSpPr/>
            <p:nvPr/>
          </p:nvSpPr>
          <p:spPr>
            <a:xfrm flipH="1" rot="-5400000">
              <a:off x="6302288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92"/>
            <p:cNvSpPr/>
            <p:nvPr/>
          </p:nvSpPr>
          <p:spPr>
            <a:xfrm>
              <a:off x="3812462" y="212880"/>
              <a:ext cx="637799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92"/>
            <p:cNvSpPr/>
            <p:nvPr/>
          </p:nvSpPr>
          <p:spPr>
            <a:xfrm>
              <a:off x="3126207" y="475055"/>
              <a:ext cx="638036" cy="2336576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92"/>
            <p:cNvSpPr/>
            <p:nvPr/>
          </p:nvSpPr>
          <p:spPr>
            <a:xfrm>
              <a:off x="2442741" y="782075"/>
              <a:ext cx="638036" cy="2029556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92"/>
            <p:cNvSpPr/>
            <p:nvPr/>
          </p:nvSpPr>
          <p:spPr>
            <a:xfrm>
              <a:off x="935710" y="212880"/>
              <a:ext cx="637806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92"/>
            <p:cNvSpPr/>
            <p:nvPr/>
          </p:nvSpPr>
          <p:spPr>
            <a:xfrm>
              <a:off x="1620452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92"/>
            <p:cNvSpPr/>
            <p:nvPr/>
          </p:nvSpPr>
          <p:spPr>
            <a:xfrm>
              <a:off x="250968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92"/>
            <p:cNvSpPr/>
            <p:nvPr/>
          </p:nvSpPr>
          <p:spPr>
            <a:xfrm>
              <a:off x="1052126" y="488566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92"/>
            <p:cNvSpPr/>
            <p:nvPr/>
          </p:nvSpPr>
          <p:spPr>
            <a:xfrm>
              <a:off x="1052126" y="653288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92"/>
            <p:cNvSpPr/>
            <p:nvPr/>
          </p:nvSpPr>
          <p:spPr>
            <a:xfrm>
              <a:off x="1052126" y="2358573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92"/>
            <p:cNvSpPr/>
            <p:nvPr/>
          </p:nvSpPr>
          <p:spPr>
            <a:xfrm>
              <a:off x="1052126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92"/>
            <p:cNvSpPr/>
            <p:nvPr/>
          </p:nvSpPr>
          <p:spPr>
            <a:xfrm>
              <a:off x="3265237" y="766552"/>
              <a:ext cx="344980" cy="28172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92"/>
            <p:cNvSpPr/>
            <p:nvPr/>
          </p:nvSpPr>
          <p:spPr>
            <a:xfrm>
              <a:off x="3265237" y="944497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92"/>
            <p:cNvSpPr/>
            <p:nvPr/>
          </p:nvSpPr>
          <p:spPr>
            <a:xfrm>
              <a:off x="3265237" y="2345062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92"/>
            <p:cNvSpPr/>
            <p:nvPr/>
          </p:nvSpPr>
          <p:spPr>
            <a:xfrm>
              <a:off x="3265237" y="2523295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92"/>
            <p:cNvSpPr/>
            <p:nvPr/>
          </p:nvSpPr>
          <p:spPr>
            <a:xfrm>
              <a:off x="2599197" y="944634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92"/>
            <p:cNvSpPr/>
            <p:nvPr/>
          </p:nvSpPr>
          <p:spPr>
            <a:xfrm>
              <a:off x="2599197" y="1103747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92"/>
            <p:cNvSpPr/>
            <p:nvPr/>
          </p:nvSpPr>
          <p:spPr>
            <a:xfrm>
              <a:off x="2583340" y="237093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92"/>
            <p:cNvSpPr/>
            <p:nvPr/>
          </p:nvSpPr>
          <p:spPr>
            <a:xfrm>
              <a:off x="2583340" y="252329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92"/>
            <p:cNvSpPr/>
            <p:nvPr/>
          </p:nvSpPr>
          <p:spPr>
            <a:xfrm>
              <a:off x="396784" y="237093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92"/>
            <p:cNvSpPr/>
            <p:nvPr/>
          </p:nvSpPr>
          <p:spPr>
            <a:xfrm>
              <a:off x="396784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92"/>
            <p:cNvSpPr/>
            <p:nvPr/>
          </p:nvSpPr>
          <p:spPr>
            <a:xfrm>
              <a:off x="1852335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92"/>
            <p:cNvSpPr/>
            <p:nvPr/>
          </p:nvSpPr>
          <p:spPr>
            <a:xfrm>
              <a:off x="1988193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92"/>
            <p:cNvSpPr/>
            <p:nvPr/>
          </p:nvSpPr>
          <p:spPr>
            <a:xfrm>
              <a:off x="1620452" y="766552"/>
              <a:ext cx="637806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92"/>
            <p:cNvSpPr/>
            <p:nvPr/>
          </p:nvSpPr>
          <p:spPr>
            <a:xfrm>
              <a:off x="3808668" y="599530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92"/>
            <p:cNvSpPr/>
            <p:nvPr/>
          </p:nvSpPr>
          <p:spPr>
            <a:xfrm>
              <a:off x="2819615" y="1522795"/>
              <a:ext cx="1173596" cy="84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92"/>
            <p:cNvSpPr/>
            <p:nvPr/>
          </p:nvSpPr>
          <p:spPr>
            <a:xfrm>
              <a:off x="3822186" y="2423647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92"/>
            <p:cNvSpPr/>
            <p:nvPr/>
          </p:nvSpPr>
          <p:spPr>
            <a:xfrm>
              <a:off x="66465" y="2838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92"/>
            <p:cNvSpPr/>
            <p:nvPr/>
          </p:nvSpPr>
          <p:spPr>
            <a:xfrm rot="5400000">
              <a:off x="425205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92"/>
            <p:cNvSpPr/>
            <p:nvPr/>
          </p:nvSpPr>
          <p:spPr>
            <a:xfrm rot="-5400000">
              <a:off x="6302288" y="2636963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0" name="Google Shape;2270;p92"/>
            <p:cNvGrpSpPr/>
            <p:nvPr/>
          </p:nvGrpSpPr>
          <p:grpSpPr>
            <a:xfrm>
              <a:off x="446547" y="843268"/>
              <a:ext cx="1358516" cy="1435153"/>
              <a:chOff x="1653431" y="2980008"/>
              <a:chExt cx="4136772" cy="4370136"/>
            </a:xfrm>
          </p:grpSpPr>
          <p:grpSp>
            <p:nvGrpSpPr>
              <p:cNvPr id="2271" name="Google Shape;2271;p92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2272" name="Google Shape;2272;p92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2273" name="Google Shape;2273;p92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4" name="Google Shape;2274;p92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75" name="Google Shape;2275;p92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2276" name="Google Shape;2276;p92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7" name="Google Shape;2277;p92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8" name="Google Shape;2278;p92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9" name="Google Shape;2279;p92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80" name="Google Shape;2280;p92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81" name="Google Shape;2281;p92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82" name="Google Shape;2282;p92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83" name="Google Shape;2283;p92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84" name="Google Shape;2284;p92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85" name="Google Shape;2285;p92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286" name="Google Shape;2286;p92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13725" lIns="13725" spcFirstLastPara="1" rIns="13725" wrap="square" tIns="13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87" name="Google Shape;2287;p92"/>
            <p:cNvSpPr/>
            <p:nvPr/>
          </p:nvSpPr>
          <p:spPr>
            <a:xfrm>
              <a:off x="407538" y="68979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92"/>
            <p:cNvSpPr/>
            <p:nvPr/>
          </p:nvSpPr>
          <p:spPr>
            <a:xfrm>
              <a:off x="407538" y="84330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89" name="Google Shape;2289;p92"/>
            <p:cNvGrpSpPr/>
            <p:nvPr/>
          </p:nvGrpSpPr>
          <p:grpSpPr>
            <a:xfrm>
              <a:off x="2672707" y="985383"/>
              <a:ext cx="1685115" cy="1247608"/>
              <a:chOff x="24096522" y="6919508"/>
              <a:chExt cx="5617050" cy="4158694"/>
            </a:xfrm>
          </p:grpSpPr>
          <p:grpSp>
            <p:nvGrpSpPr>
              <p:cNvPr id="2290" name="Google Shape;2290;p92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291" name="Google Shape;2291;p92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292" name="Google Shape;2292;p92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293" name="Google Shape;2293;p92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4" name="Google Shape;2294;p92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5" name="Google Shape;2295;p92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6" name="Google Shape;2296;p92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7" name="Google Shape;2297;p92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298" name="Google Shape;2298;p92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299" name="Google Shape;2299;p92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00" name="Google Shape;2300;p92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666666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01" name="Google Shape;2301;p92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302" name="Google Shape;2302;p92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03" name="Google Shape;2303;p92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2304" name="Google Shape;2304;p92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5" name="Google Shape;2305;p92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306" name="Google Shape;2306;p92"/>
            <p:cNvSpPr/>
            <p:nvPr/>
          </p:nvSpPr>
          <p:spPr>
            <a:xfrm>
              <a:off x="4654451" y="212884"/>
              <a:ext cx="636864" cy="2598786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92"/>
            <p:cNvSpPr/>
            <p:nvPr/>
          </p:nvSpPr>
          <p:spPr>
            <a:xfrm>
              <a:off x="5339194" y="541864"/>
              <a:ext cx="636864" cy="2269761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92"/>
            <p:cNvSpPr/>
            <p:nvPr/>
          </p:nvSpPr>
          <p:spPr>
            <a:xfrm>
              <a:off x="6023936" y="290576"/>
              <a:ext cx="637101" cy="2521062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92"/>
            <p:cNvSpPr/>
            <p:nvPr/>
          </p:nvSpPr>
          <p:spPr>
            <a:xfrm>
              <a:off x="5485247" y="731508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92"/>
            <p:cNvSpPr/>
            <p:nvPr/>
          </p:nvSpPr>
          <p:spPr>
            <a:xfrm>
              <a:off x="5485247" y="892974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92"/>
            <p:cNvSpPr/>
            <p:nvPr/>
          </p:nvSpPr>
          <p:spPr>
            <a:xfrm>
              <a:off x="5485187" y="252329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92"/>
            <p:cNvSpPr/>
            <p:nvPr/>
          </p:nvSpPr>
          <p:spPr>
            <a:xfrm>
              <a:off x="5485187" y="262317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92"/>
            <p:cNvSpPr/>
            <p:nvPr/>
          </p:nvSpPr>
          <p:spPr>
            <a:xfrm>
              <a:off x="6180168" y="653290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92"/>
            <p:cNvSpPr/>
            <p:nvPr/>
          </p:nvSpPr>
          <p:spPr>
            <a:xfrm>
              <a:off x="6178218" y="2523299"/>
              <a:ext cx="344988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92"/>
            <p:cNvSpPr/>
            <p:nvPr/>
          </p:nvSpPr>
          <p:spPr>
            <a:xfrm>
              <a:off x="4652486" y="2450568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92"/>
            <p:cNvSpPr/>
            <p:nvPr/>
          </p:nvSpPr>
          <p:spPr>
            <a:xfrm>
              <a:off x="4652441" y="2551774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92"/>
            <p:cNvSpPr/>
            <p:nvPr/>
          </p:nvSpPr>
          <p:spPr>
            <a:xfrm>
              <a:off x="4652508" y="446891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92"/>
            <p:cNvSpPr/>
            <p:nvPr/>
          </p:nvSpPr>
          <p:spPr>
            <a:xfrm>
              <a:off x="6180168" y="488568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92"/>
            <p:cNvSpPr/>
            <p:nvPr/>
          </p:nvSpPr>
          <p:spPr>
            <a:xfrm flipH="1">
              <a:off x="6661031" y="28384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92"/>
            <p:cNvSpPr/>
            <p:nvPr/>
          </p:nvSpPr>
          <p:spPr>
            <a:xfrm rot="10800000">
              <a:off x="6661031" y="2462816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21" name="Google Shape;2321;p92"/>
            <p:cNvGrpSpPr/>
            <p:nvPr/>
          </p:nvGrpSpPr>
          <p:grpSpPr>
            <a:xfrm>
              <a:off x="4937040" y="903296"/>
              <a:ext cx="1597212" cy="1403652"/>
              <a:chOff x="23473411" y="7907511"/>
              <a:chExt cx="5324041" cy="4678839"/>
            </a:xfrm>
          </p:grpSpPr>
          <p:grpSp>
            <p:nvGrpSpPr>
              <p:cNvPr id="2322" name="Google Shape;2322;p92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323" name="Google Shape;2323;p92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24" name="Google Shape;2324;p92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25" name="Google Shape;2325;p92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326" name="Google Shape;2326;p92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327" name="Google Shape;2327;p92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28" name="Google Shape;2328;p92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29" name="Google Shape;2329;p92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330" name="Google Shape;2330;p92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2331" name="Google Shape;2331;p92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2" name="Google Shape;2332;p92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33" name="Google Shape;2333;p92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334" name="Google Shape;2334;p92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335" name="Google Shape;2335;p92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2336" name="Google Shape;2336;p92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7" name="Google Shape;2337;p92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8" name="Google Shape;2338;p92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9" name="Google Shape;2339;p92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0" name="Google Shape;2340;p92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1" name="Google Shape;2341;p92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2" name="Google Shape;2342;p92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3" name="Google Shape;2343;p92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4" name="Google Shape;2344;p92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5" name="Google Shape;2345;p92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6" name="Google Shape;2346;p92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7" name="Google Shape;2347;p92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8" name="Google Shape;2348;p92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9" name="Google Shape;2349;p92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0" name="Google Shape;2350;p92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1" name="Google Shape;2351;p92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2" name="Google Shape;2352;p92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3" name="Google Shape;2353;p92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4" name="Google Shape;2354;p92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5" name="Google Shape;2355;p92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6" name="Google Shape;2356;p92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7" name="Google Shape;2357;p92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8" name="Google Shape;2358;p92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9" name="Google Shape;2359;p92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0" name="Google Shape;2360;p92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61" name="Google Shape;2361;p92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41150" spcFirstLastPara="1" rIns="41150" wrap="square" tIns="41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362" name="Google Shape;2362;p92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2363" name="Google Shape;2363;p92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4" name="Google Shape;2364;p92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DBF0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DC76"/>
      </a:accent5>
      <a:accent6>
        <a:srgbClr val="BFECE8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B9A7F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00CC7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