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8" r:id="rId4"/>
    <p:sldMasterId id="214748369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Montserrat SemiBold"/>
      <p:regular r:id="rId25"/>
      <p:bold r:id="rId26"/>
      <p:italic r:id="rId27"/>
      <p:boldItalic r:id="rId28"/>
    </p:embeddedFont>
    <p:embeddedFont>
      <p:font typeface="Montserrat"/>
      <p:regular r:id="rId29"/>
      <p:bold r:id="rId30"/>
      <p:italic r:id="rId31"/>
      <p:boldItalic r:id="rId32"/>
    </p:embeddedFont>
    <p:embeddedFont>
      <p:font typeface="Montserrat Medium"/>
      <p:regular r:id="rId33"/>
      <p:bold r:id="rId34"/>
      <p:italic r:id="rId35"/>
      <p:boldItalic r:id="rId36"/>
    </p:embeddedFont>
    <p:embeddedFont>
      <p:font typeface="Montserrat Light"/>
      <p:regular r:id="rId37"/>
      <p:bold r:id="rId38"/>
      <p:italic r:id="rId39"/>
      <p:boldItalic r:id="rId40"/>
    </p:embeddedFont>
    <p:embeddedFont>
      <p:font typeface="Archivo"/>
      <p:regular r:id="rId41"/>
      <p:bold r:id="rId42"/>
      <p:italic r:id="rId43"/>
      <p:boldItalic r:id="rId44"/>
    </p:embeddedFont>
    <p:embeddedFont>
      <p:font typeface="Questrial"/>
      <p:regular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786">
          <p15:clr>
            <a:srgbClr val="747775"/>
          </p15:clr>
        </p15:guide>
        <p15:guide id="2" orient="horz" pos="2665">
          <p15:clr>
            <a:srgbClr val="747775"/>
          </p15:clr>
        </p15:guide>
        <p15:guide id="3" orient="horz" pos="1136">
          <p15:clr>
            <a:srgbClr val="747775"/>
          </p15:clr>
        </p15:guide>
        <p15:guide id="4" orient="horz" pos="955">
          <p15:clr>
            <a:srgbClr val="747775"/>
          </p15:clr>
        </p15:guide>
        <p15:guide id="5" pos="443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786" orient="horz"/>
        <p:guide pos="2665" orient="horz"/>
        <p:guide pos="1136" orient="horz"/>
        <p:guide pos="955" orient="horz"/>
        <p:guide pos="443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Light-boldItalic.fntdata"/><Relationship Id="rId20" Type="http://schemas.openxmlformats.org/officeDocument/2006/relationships/slide" Target="slides/slide14.xml"/><Relationship Id="rId42" Type="http://schemas.openxmlformats.org/officeDocument/2006/relationships/font" Target="fonts/Archivo-bold.fntdata"/><Relationship Id="rId41" Type="http://schemas.openxmlformats.org/officeDocument/2006/relationships/font" Target="fonts/Archivo-regular.fntdata"/><Relationship Id="rId22" Type="http://schemas.openxmlformats.org/officeDocument/2006/relationships/slide" Target="slides/slide16.xml"/><Relationship Id="rId44" Type="http://schemas.openxmlformats.org/officeDocument/2006/relationships/font" Target="fonts/Archivo-boldItalic.fntdata"/><Relationship Id="rId21" Type="http://schemas.openxmlformats.org/officeDocument/2006/relationships/slide" Target="slides/slide15.xml"/><Relationship Id="rId43" Type="http://schemas.openxmlformats.org/officeDocument/2006/relationships/font" Target="fonts/Archivo-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45" Type="http://schemas.openxmlformats.org/officeDocument/2006/relationships/font" Target="fonts/Questrial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MontserratSemiBold-bold.fntdata"/><Relationship Id="rId25" Type="http://schemas.openxmlformats.org/officeDocument/2006/relationships/font" Target="fonts/MontserratSemiBold-regular.fntdata"/><Relationship Id="rId28" Type="http://schemas.openxmlformats.org/officeDocument/2006/relationships/font" Target="fonts/MontserratSemiBold-boldItalic.fntdata"/><Relationship Id="rId27" Type="http://schemas.openxmlformats.org/officeDocument/2006/relationships/font" Target="fonts/MontserratSemiBold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-italic.fntdata"/><Relationship Id="rId30" Type="http://schemas.openxmlformats.org/officeDocument/2006/relationships/font" Target="fonts/Montserrat-bold.fntdata"/><Relationship Id="rId11" Type="http://schemas.openxmlformats.org/officeDocument/2006/relationships/slide" Target="slides/slide5.xml"/><Relationship Id="rId33" Type="http://schemas.openxmlformats.org/officeDocument/2006/relationships/font" Target="fonts/MontserratMedium-regular.fntdata"/><Relationship Id="rId10" Type="http://schemas.openxmlformats.org/officeDocument/2006/relationships/slide" Target="slides/slide4.xml"/><Relationship Id="rId32" Type="http://schemas.openxmlformats.org/officeDocument/2006/relationships/font" Target="fonts/Montserrat-boldItalic.fntdata"/><Relationship Id="rId13" Type="http://schemas.openxmlformats.org/officeDocument/2006/relationships/slide" Target="slides/slide7.xml"/><Relationship Id="rId35" Type="http://schemas.openxmlformats.org/officeDocument/2006/relationships/font" Target="fonts/MontserratMedium-italic.fntdata"/><Relationship Id="rId12" Type="http://schemas.openxmlformats.org/officeDocument/2006/relationships/slide" Target="slides/slide6.xml"/><Relationship Id="rId34" Type="http://schemas.openxmlformats.org/officeDocument/2006/relationships/font" Target="fonts/MontserratMedium-bold.fntdata"/><Relationship Id="rId15" Type="http://schemas.openxmlformats.org/officeDocument/2006/relationships/slide" Target="slides/slide9.xml"/><Relationship Id="rId37" Type="http://schemas.openxmlformats.org/officeDocument/2006/relationships/font" Target="fonts/MontserratLight-regular.fntdata"/><Relationship Id="rId14" Type="http://schemas.openxmlformats.org/officeDocument/2006/relationships/slide" Target="slides/slide8.xml"/><Relationship Id="rId36" Type="http://schemas.openxmlformats.org/officeDocument/2006/relationships/font" Target="fonts/MontserratMedium-boldItalic.fntdata"/><Relationship Id="rId17" Type="http://schemas.openxmlformats.org/officeDocument/2006/relationships/slide" Target="slides/slide11.xml"/><Relationship Id="rId39" Type="http://schemas.openxmlformats.org/officeDocument/2006/relationships/font" Target="fonts/MontserratLight-italic.fntdata"/><Relationship Id="rId16" Type="http://schemas.openxmlformats.org/officeDocument/2006/relationships/slide" Target="slides/slide10.xml"/><Relationship Id="rId38" Type="http://schemas.openxmlformats.org/officeDocument/2006/relationships/font" Target="fonts/MontserratLight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1c9d07f4d9d_0_8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2" name="Google Shape;872;g1c9d07f4d9d_0_8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g25bc12824d8_1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5" name="Google Shape;1005;g25bc12824d8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1e960ac57d4_2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1e960ac57d4_2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g1e969ce4ab0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6" name="Google Shape;1036;g1e969ce4ab0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g1e969ce4ab0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2" name="Google Shape;1072;g1e969ce4ab0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g1e969ce4ab0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0" name="Google Shape;1100;g1e969ce4ab0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g1e969ce4ab0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9" name="Google Shape;1129;g1e969ce4ab0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2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g1e969ce4ab0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4" name="Google Shape;1164;g1e969ce4ab0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g1e969ce4ab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8" name="Google Shape;1198;g1e969ce4ab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g1e969ce4ab0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7" name="Google Shape;1227;g1e969ce4ab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5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g1e999e234d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7" name="Google Shape;1247;g1e999e234d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4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g1e999e234d5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6" name="Google Shape;1286;g1e999e234d5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4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g1ea1cd7a46e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6" name="Google Shape;1326;g1ea1cd7a46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3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g1e999e234d5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5" name="Google Shape;1355;g1e999e234d5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3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Google Shape;1374;g1e999e234d5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5" name="Google Shape;1375;g1e999e234d5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5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Google Shape;1406;g1c9ddddc3ac_0_13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7" name="Google Shape;1407;g1c9ddddc3ac_0_1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4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Google Shape;1455;g1c9ddddc3ac_0_20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6" name="Google Shape;1456;g1c9ddddc3ac_0_20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7" name="Shape 1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Google Shape;1508;g1c9ddddc3ac_0_2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9" name="Google Shape;1509;g1c9ddddc3ac_0_2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gif"/><Relationship Id="rId3" Type="http://schemas.openxmlformats.org/officeDocument/2006/relationships/image" Target="../media/image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gif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7.gif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Simple content ">
  <p:cSld name="TITLE_5">
    <p:bg>
      <p:bgPr>
        <a:solidFill>
          <a:srgbClr val="161616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13"/>
          <p:cNvPicPr preferRelativeResize="0"/>
          <p:nvPr/>
        </p:nvPicPr>
        <p:blipFill rotWithShape="1">
          <a:blip r:embed="rId3">
            <a:alphaModFix/>
          </a:blip>
          <a:srcRect b="318" l="9566" r="9" t="0"/>
          <a:stretch/>
        </p:blipFill>
        <p:spPr>
          <a:xfrm flipH="1">
            <a:off x="5078081" y="1288484"/>
            <a:ext cx="4065919" cy="38550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" name="Google Shape;53;p13"/>
          <p:cNvGrpSpPr/>
          <p:nvPr/>
        </p:nvGrpSpPr>
        <p:grpSpPr>
          <a:xfrm flipH="1">
            <a:off x="-122571" y="3600729"/>
            <a:ext cx="2249782" cy="1542819"/>
            <a:chOff x="2914650" y="3280000"/>
            <a:chExt cx="1371400" cy="942525"/>
          </a:xfrm>
        </p:grpSpPr>
        <p:sp>
          <p:nvSpPr>
            <p:cNvPr id="54" name="Google Shape;54;p13"/>
            <p:cNvSpPr/>
            <p:nvPr/>
          </p:nvSpPr>
          <p:spPr>
            <a:xfrm>
              <a:off x="3081700" y="3927650"/>
              <a:ext cx="1164000" cy="292875"/>
            </a:xfrm>
            <a:custGeom>
              <a:rect b="b" l="l" r="r" t="t"/>
              <a:pathLst>
                <a:path extrusionOk="0" h="11715" w="46560">
                  <a:moveTo>
                    <a:pt x="2079" y="1"/>
                  </a:moveTo>
                  <a:cubicBezTo>
                    <a:pt x="928" y="1"/>
                    <a:pt x="0" y="938"/>
                    <a:pt x="0" y="2088"/>
                  </a:cubicBezTo>
                  <a:lnTo>
                    <a:pt x="0" y="11714"/>
                  </a:lnTo>
                  <a:lnTo>
                    <a:pt x="46559" y="11714"/>
                  </a:lnTo>
                  <a:lnTo>
                    <a:pt x="46559" y="2088"/>
                  </a:lnTo>
                  <a:cubicBezTo>
                    <a:pt x="46559" y="938"/>
                    <a:pt x="45631" y="1"/>
                    <a:pt x="44481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13"/>
            <p:cNvSpPr/>
            <p:nvPr/>
          </p:nvSpPr>
          <p:spPr>
            <a:xfrm>
              <a:off x="3079700" y="3925650"/>
              <a:ext cx="1168000" cy="296875"/>
            </a:xfrm>
            <a:custGeom>
              <a:rect b="b" l="l" r="r" t="t"/>
              <a:pathLst>
                <a:path extrusionOk="0" h="11875" w="46720">
                  <a:moveTo>
                    <a:pt x="44561" y="161"/>
                  </a:moveTo>
                  <a:cubicBezTo>
                    <a:pt x="45658" y="161"/>
                    <a:pt x="46559" y="1062"/>
                    <a:pt x="46559" y="2168"/>
                  </a:cubicBezTo>
                  <a:lnTo>
                    <a:pt x="46559" y="11714"/>
                  </a:lnTo>
                  <a:lnTo>
                    <a:pt x="161" y="11714"/>
                  </a:lnTo>
                  <a:lnTo>
                    <a:pt x="161" y="2168"/>
                  </a:lnTo>
                  <a:cubicBezTo>
                    <a:pt x="161" y="1062"/>
                    <a:pt x="1053" y="161"/>
                    <a:pt x="2159" y="161"/>
                  </a:cubicBezTo>
                  <a:close/>
                  <a:moveTo>
                    <a:pt x="2159" y="1"/>
                  </a:moveTo>
                  <a:cubicBezTo>
                    <a:pt x="972" y="1"/>
                    <a:pt x="0" y="973"/>
                    <a:pt x="0" y="2168"/>
                  </a:cubicBezTo>
                  <a:lnTo>
                    <a:pt x="0" y="11874"/>
                  </a:lnTo>
                  <a:lnTo>
                    <a:pt x="46720" y="11874"/>
                  </a:lnTo>
                  <a:lnTo>
                    <a:pt x="46720" y="2168"/>
                  </a:lnTo>
                  <a:cubicBezTo>
                    <a:pt x="46720" y="973"/>
                    <a:pt x="45747" y="1"/>
                    <a:pt x="4456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13"/>
            <p:cNvSpPr/>
            <p:nvPr/>
          </p:nvSpPr>
          <p:spPr>
            <a:xfrm>
              <a:off x="3062075" y="3346450"/>
              <a:ext cx="17200" cy="17650"/>
            </a:xfrm>
            <a:custGeom>
              <a:rect b="b" l="l" r="r" t="t"/>
              <a:pathLst>
                <a:path extrusionOk="0" h="706" w="688">
                  <a:moveTo>
                    <a:pt x="339" y="1"/>
                  </a:moveTo>
                  <a:cubicBezTo>
                    <a:pt x="339" y="1"/>
                    <a:pt x="330" y="358"/>
                    <a:pt x="0" y="358"/>
                  </a:cubicBezTo>
                  <a:cubicBezTo>
                    <a:pt x="330" y="358"/>
                    <a:pt x="339" y="706"/>
                    <a:pt x="339" y="706"/>
                  </a:cubicBezTo>
                  <a:cubicBezTo>
                    <a:pt x="339" y="706"/>
                    <a:pt x="348" y="358"/>
                    <a:pt x="687" y="358"/>
                  </a:cubicBezTo>
                  <a:cubicBezTo>
                    <a:pt x="348" y="358"/>
                    <a:pt x="339" y="1"/>
                    <a:pt x="339" y="1"/>
                  </a:cubicBezTo>
                  <a:close/>
                </a:path>
              </a:pathLst>
            </a:custGeom>
            <a:solidFill>
              <a:srgbClr val="00CC7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4268875" y="3730950"/>
              <a:ext cx="17175" cy="17650"/>
            </a:xfrm>
            <a:custGeom>
              <a:rect b="b" l="l" r="r" t="t"/>
              <a:pathLst>
                <a:path extrusionOk="0" h="706" w="687">
                  <a:moveTo>
                    <a:pt x="339" y="1"/>
                  </a:moveTo>
                  <a:cubicBezTo>
                    <a:pt x="339" y="1"/>
                    <a:pt x="330" y="357"/>
                    <a:pt x="0" y="357"/>
                  </a:cubicBezTo>
                  <a:cubicBezTo>
                    <a:pt x="330" y="357"/>
                    <a:pt x="339" y="705"/>
                    <a:pt x="339" y="705"/>
                  </a:cubicBezTo>
                  <a:cubicBezTo>
                    <a:pt x="339" y="705"/>
                    <a:pt x="348" y="357"/>
                    <a:pt x="687" y="357"/>
                  </a:cubicBezTo>
                  <a:cubicBezTo>
                    <a:pt x="348" y="357"/>
                    <a:pt x="339" y="1"/>
                    <a:pt x="339" y="1"/>
                  </a:cubicBezTo>
                  <a:close/>
                </a:path>
              </a:pathLst>
            </a:custGeom>
            <a:solidFill>
              <a:srgbClr val="534192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3055825" y="3509525"/>
              <a:ext cx="66050" cy="121750"/>
            </a:xfrm>
            <a:custGeom>
              <a:rect b="b" l="l" r="r" t="t"/>
              <a:pathLst>
                <a:path extrusionOk="0" h="4870" w="2642">
                  <a:moveTo>
                    <a:pt x="2561" y="1"/>
                  </a:moveTo>
                  <a:cubicBezTo>
                    <a:pt x="2391" y="1"/>
                    <a:pt x="2228" y="96"/>
                    <a:pt x="2150" y="258"/>
                  </a:cubicBezTo>
                  <a:lnTo>
                    <a:pt x="0" y="4870"/>
                  </a:lnTo>
                  <a:cubicBezTo>
                    <a:pt x="66" y="4846"/>
                    <a:pt x="135" y="4835"/>
                    <a:pt x="203" y="4835"/>
                  </a:cubicBezTo>
                  <a:cubicBezTo>
                    <a:pt x="264" y="4835"/>
                    <a:pt x="325" y="4844"/>
                    <a:pt x="384" y="4861"/>
                  </a:cubicBezTo>
                  <a:lnTo>
                    <a:pt x="2641" y="8"/>
                  </a:lnTo>
                  <a:cubicBezTo>
                    <a:pt x="2614" y="3"/>
                    <a:pt x="2587" y="1"/>
                    <a:pt x="2561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3048025" y="3635975"/>
              <a:ext cx="117775" cy="68250"/>
            </a:xfrm>
            <a:custGeom>
              <a:rect b="b" l="l" r="r" t="t"/>
              <a:pathLst>
                <a:path extrusionOk="0" h="2730" w="4711">
                  <a:moveTo>
                    <a:pt x="515" y="0"/>
                  </a:moveTo>
                  <a:cubicBezTo>
                    <a:pt x="347" y="0"/>
                    <a:pt x="185" y="96"/>
                    <a:pt x="107" y="258"/>
                  </a:cubicBezTo>
                  <a:cubicBezTo>
                    <a:pt x="0" y="490"/>
                    <a:pt x="98" y="758"/>
                    <a:pt x="321" y="865"/>
                  </a:cubicBezTo>
                  <a:lnTo>
                    <a:pt x="4336" y="2729"/>
                  </a:lnTo>
                  <a:cubicBezTo>
                    <a:pt x="4282" y="2568"/>
                    <a:pt x="4291" y="2399"/>
                    <a:pt x="4363" y="2247"/>
                  </a:cubicBezTo>
                  <a:cubicBezTo>
                    <a:pt x="4443" y="2087"/>
                    <a:pt x="4568" y="1971"/>
                    <a:pt x="4711" y="1908"/>
                  </a:cubicBezTo>
                  <a:lnTo>
                    <a:pt x="705" y="44"/>
                  </a:lnTo>
                  <a:cubicBezTo>
                    <a:pt x="644" y="14"/>
                    <a:pt x="579" y="0"/>
                    <a:pt x="515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3070550" y="3511725"/>
              <a:ext cx="163050" cy="171075"/>
            </a:xfrm>
            <a:custGeom>
              <a:rect b="b" l="l" r="r" t="t"/>
              <a:pathLst>
                <a:path extrusionOk="0" h="6843" w="6522">
                  <a:moveTo>
                    <a:pt x="2257" y="0"/>
                  </a:moveTo>
                  <a:lnTo>
                    <a:pt x="0" y="4853"/>
                  </a:lnTo>
                  <a:lnTo>
                    <a:pt x="4265" y="6843"/>
                  </a:lnTo>
                  <a:lnTo>
                    <a:pt x="6522" y="1981"/>
                  </a:lnTo>
                  <a:lnTo>
                    <a:pt x="2257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3177600" y="3625200"/>
              <a:ext cx="378500" cy="115150"/>
            </a:xfrm>
            <a:custGeom>
              <a:rect b="b" l="l" r="r" t="t"/>
              <a:pathLst>
                <a:path extrusionOk="0" h="4606" w="15140">
                  <a:moveTo>
                    <a:pt x="13513" y="1"/>
                  </a:moveTo>
                  <a:cubicBezTo>
                    <a:pt x="13372" y="1"/>
                    <a:pt x="13229" y="21"/>
                    <a:pt x="13088" y="64"/>
                  </a:cubicBezTo>
                  <a:lnTo>
                    <a:pt x="7985" y="1661"/>
                  </a:lnTo>
                  <a:lnTo>
                    <a:pt x="1945" y="172"/>
                  </a:lnTo>
                  <a:cubicBezTo>
                    <a:pt x="1830" y="144"/>
                    <a:pt x="1716" y="131"/>
                    <a:pt x="1602" y="131"/>
                  </a:cubicBezTo>
                  <a:cubicBezTo>
                    <a:pt x="950" y="131"/>
                    <a:pt x="355" y="572"/>
                    <a:pt x="188" y="1233"/>
                  </a:cubicBezTo>
                  <a:cubicBezTo>
                    <a:pt x="0" y="2009"/>
                    <a:pt x="473" y="2794"/>
                    <a:pt x="1249" y="2982"/>
                  </a:cubicBezTo>
                  <a:lnTo>
                    <a:pt x="7690" y="4570"/>
                  </a:lnTo>
                  <a:cubicBezTo>
                    <a:pt x="7797" y="4596"/>
                    <a:pt x="7913" y="4605"/>
                    <a:pt x="8029" y="4605"/>
                  </a:cubicBezTo>
                  <a:cubicBezTo>
                    <a:pt x="8181" y="4605"/>
                    <a:pt x="8324" y="4587"/>
                    <a:pt x="8466" y="4543"/>
                  </a:cubicBezTo>
                  <a:lnTo>
                    <a:pt x="13944" y="2830"/>
                  </a:lnTo>
                  <a:cubicBezTo>
                    <a:pt x="14711" y="2589"/>
                    <a:pt x="15139" y="1777"/>
                    <a:pt x="14899" y="1019"/>
                  </a:cubicBezTo>
                  <a:cubicBezTo>
                    <a:pt x="14702" y="395"/>
                    <a:pt x="14128" y="1"/>
                    <a:pt x="13513" y="1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3"/>
            <p:cNvSpPr/>
            <p:nvPr/>
          </p:nvSpPr>
          <p:spPr>
            <a:xfrm>
              <a:off x="3043325" y="3770350"/>
              <a:ext cx="644575" cy="337550"/>
            </a:xfrm>
            <a:custGeom>
              <a:rect b="b" l="l" r="r" t="t"/>
              <a:pathLst>
                <a:path extrusionOk="0" h="13502" w="25783">
                  <a:moveTo>
                    <a:pt x="11695" y="0"/>
                  </a:moveTo>
                  <a:cubicBezTo>
                    <a:pt x="11072" y="0"/>
                    <a:pt x="10473" y="248"/>
                    <a:pt x="10037" y="699"/>
                  </a:cubicBezTo>
                  <a:lnTo>
                    <a:pt x="4488" y="6436"/>
                  </a:lnTo>
                  <a:lnTo>
                    <a:pt x="1517" y="8077"/>
                  </a:lnTo>
                  <a:cubicBezTo>
                    <a:pt x="402" y="8693"/>
                    <a:pt x="1" y="10093"/>
                    <a:pt x="616" y="11208"/>
                  </a:cubicBezTo>
                  <a:cubicBezTo>
                    <a:pt x="670" y="11315"/>
                    <a:pt x="732" y="11414"/>
                    <a:pt x="804" y="11503"/>
                  </a:cubicBezTo>
                  <a:cubicBezTo>
                    <a:pt x="875" y="12002"/>
                    <a:pt x="1098" y="12475"/>
                    <a:pt x="1491" y="12850"/>
                  </a:cubicBezTo>
                  <a:cubicBezTo>
                    <a:pt x="1937" y="13287"/>
                    <a:pt x="2517" y="13501"/>
                    <a:pt x="3097" y="13501"/>
                  </a:cubicBezTo>
                  <a:cubicBezTo>
                    <a:pt x="3694" y="13501"/>
                    <a:pt x="4301" y="13269"/>
                    <a:pt x="4756" y="12796"/>
                  </a:cubicBezTo>
                  <a:lnTo>
                    <a:pt x="7325" y="10147"/>
                  </a:lnTo>
                  <a:lnTo>
                    <a:pt x="14453" y="6204"/>
                  </a:lnTo>
                  <a:lnTo>
                    <a:pt x="20930" y="6213"/>
                  </a:lnTo>
                  <a:lnTo>
                    <a:pt x="23401" y="6213"/>
                  </a:lnTo>
                  <a:cubicBezTo>
                    <a:pt x="24614" y="6213"/>
                    <a:pt x="25622" y="5276"/>
                    <a:pt x="25702" y="4063"/>
                  </a:cubicBezTo>
                  <a:cubicBezTo>
                    <a:pt x="25783" y="2849"/>
                    <a:pt x="24917" y="1779"/>
                    <a:pt x="23713" y="1618"/>
                  </a:cubicBezTo>
                  <a:lnTo>
                    <a:pt x="12009" y="21"/>
                  </a:lnTo>
                  <a:cubicBezTo>
                    <a:pt x="11904" y="7"/>
                    <a:pt x="11799" y="0"/>
                    <a:pt x="11695" y="0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3"/>
            <p:cNvSpPr/>
            <p:nvPr/>
          </p:nvSpPr>
          <p:spPr>
            <a:xfrm>
              <a:off x="3509900" y="3624800"/>
              <a:ext cx="165950" cy="164375"/>
            </a:xfrm>
            <a:custGeom>
              <a:rect b="b" l="l" r="r" t="t"/>
              <a:pathLst>
                <a:path extrusionOk="0" h="6575" w="6638">
                  <a:moveTo>
                    <a:pt x="1" y="0"/>
                  </a:moveTo>
                  <a:lnTo>
                    <a:pt x="1018" y="5540"/>
                  </a:lnTo>
                  <a:cubicBezTo>
                    <a:pt x="1107" y="6147"/>
                    <a:pt x="1482" y="6575"/>
                    <a:pt x="2053" y="6575"/>
                  </a:cubicBezTo>
                  <a:lnTo>
                    <a:pt x="5603" y="6575"/>
                  </a:lnTo>
                  <a:cubicBezTo>
                    <a:pt x="6174" y="6575"/>
                    <a:pt x="6638" y="6111"/>
                    <a:pt x="6638" y="5540"/>
                  </a:cubicBezTo>
                  <a:lnTo>
                    <a:pt x="5871" y="1347"/>
                  </a:lnTo>
                  <a:cubicBezTo>
                    <a:pt x="5728" y="571"/>
                    <a:pt x="5050" y="0"/>
                    <a:pt x="4256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3"/>
            <p:cNvSpPr/>
            <p:nvPr/>
          </p:nvSpPr>
          <p:spPr>
            <a:xfrm>
              <a:off x="2919100" y="3953975"/>
              <a:ext cx="215250" cy="176875"/>
            </a:xfrm>
            <a:custGeom>
              <a:rect b="b" l="l" r="r" t="t"/>
              <a:pathLst>
                <a:path extrusionOk="0" h="7075" w="8610">
                  <a:moveTo>
                    <a:pt x="1" y="1"/>
                  </a:moveTo>
                  <a:lnTo>
                    <a:pt x="3989" y="7075"/>
                  </a:lnTo>
                  <a:lnTo>
                    <a:pt x="8610" y="4773"/>
                  </a:lnTo>
                  <a:lnTo>
                    <a:pt x="7298" y="224"/>
                  </a:lnTo>
                  <a:cubicBezTo>
                    <a:pt x="6154" y="790"/>
                    <a:pt x="5021" y="986"/>
                    <a:pt x="4002" y="986"/>
                  </a:cubicBezTo>
                  <a:cubicBezTo>
                    <a:pt x="1716" y="986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3"/>
            <p:cNvSpPr/>
            <p:nvPr/>
          </p:nvSpPr>
          <p:spPr>
            <a:xfrm>
              <a:off x="2914650" y="3949525"/>
              <a:ext cx="221925" cy="183575"/>
            </a:xfrm>
            <a:custGeom>
              <a:rect b="b" l="l" r="r" t="t"/>
              <a:pathLst>
                <a:path extrusionOk="0" h="7343" w="8877">
                  <a:moveTo>
                    <a:pt x="357" y="348"/>
                  </a:moveTo>
                  <a:lnTo>
                    <a:pt x="357" y="348"/>
                  </a:lnTo>
                  <a:cubicBezTo>
                    <a:pt x="881" y="601"/>
                    <a:pt x="2354" y="1225"/>
                    <a:pt x="4183" y="1225"/>
                  </a:cubicBezTo>
                  <a:cubicBezTo>
                    <a:pt x="5191" y="1225"/>
                    <a:pt x="6307" y="1036"/>
                    <a:pt x="7432" y="491"/>
                  </a:cubicBezTo>
                  <a:lnTo>
                    <a:pt x="8707" y="4916"/>
                  </a:lnTo>
                  <a:lnTo>
                    <a:pt x="4193" y="7164"/>
                  </a:lnTo>
                  <a:lnTo>
                    <a:pt x="357" y="348"/>
                  </a:lnTo>
                  <a:close/>
                  <a:moveTo>
                    <a:pt x="0" y="0"/>
                  </a:moveTo>
                  <a:lnTo>
                    <a:pt x="4140" y="7342"/>
                  </a:lnTo>
                  <a:lnTo>
                    <a:pt x="8877" y="4987"/>
                  </a:lnTo>
                  <a:lnTo>
                    <a:pt x="7512" y="295"/>
                  </a:lnTo>
                  <a:lnTo>
                    <a:pt x="7441" y="339"/>
                  </a:lnTo>
                  <a:cubicBezTo>
                    <a:pt x="6314" y="898"/>
                    <a:pt x="5194" y="1092"/>
                    <a:pt x="4184" y="1092"/>
                  </a:cubicBezTo>
                  <a:cubicBezTo>
                    <a:pt x="1940" y="1092"/>
                    <a:pt x="239" y="137"/>
                    <a:pt x="215" y="12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3"/>
            <p:cNvSpPr/>
            <p:nvPr/>
          </p:nvSpPr>
          <p:spPr>
            <a:xfrm>
              <a:off x="3189650" y="3825525"/>
              <a:ext cx="403250" cy="238200"/>
            </a:xfrm>
            <a:custGeom>
              <a:rect b="b" l="l" r="r" t="t"/>
              <a:pathLst>
                <a:path extrusionOk="0" h="9528" w="16130">
                  <a:moveTo>
                    <a:pt x="8564" y="0"/>
                  </a:moveTo>
                  <a:lnTo>
                    <a:pt x="0" y="9394"/>
                  </a:lnTo>
                  <a:lnTo>
                    <a:pt x="152" y="9528"/>
                  </a:lnTo>
                  <a:lnTo>
                    <a:pt x="8654" y="205"/>
                  </a:lnTo>
                  <a:lnTo>
                    <a:pt x="16129" y="205"/>
                  </a:lnTo>
                  <a:lnTo>
                    <a:pt x="161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3"/>
            <p:cNvSpPr/>
            <p:nvPr/>
          </p:nvSpPr>
          <p:spPr>
            <a:xfrm>
              <a:off x="3616300" y="3669625"/>
              <a:ext cx="45075" cy="121350"/>
            </a:xfrm>
            <a:custGeom>
              <a:rect b="b" l="l" r="r" t="t"/>
              <a:pathLst>
                <a:path extrusionOk="0" h="4854" w="1803">
                  <a:moveTo>
                    <a:pt x="1606" y="0"/>
                  </a:moveTo>
                  <a:lnTo>
                    <a:pt x="0" y="4782"/>
                  </a:lnTo>
                  <a:lnTo>
                    <a:pt x="196" y="4853"/>
                  </a:lnTo>
                  <a:lnTo>
                    <a:pt x="1802" y="63"/>
                  </a:lnTo>
                  <a:lnTo>
                    <a:pt x="160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3"/>
            <p:cNvSpPr/>
            <p:nvPr/>
          </p:nvSpPr>
          <p:spPr>
            <a:xfrm>
              <a:off x="3337500" y="3634175"/>
              <a:ext cx="317175" cy="229950"/>
            </a:xfrm>
            <a:custGeom>
              <a:rect b="b" l="l" r="r" t="t"/>
              <a:pathLst>
                <a:path extrusionOk="0" h="9198" w="12687">
                  <a:moveTo>
                    <a:pt x="11076" y="0"/>
                  </a:moveTo>
                  <a:cubicBezTo>
                    <a:pt x="10457" y="0"/>
                    <a:pt x="9879" y="405"/>
                    <a:pt x="9689" y="1026"/>
                  </a:cubicBezTo>
                  <a:lnTo>
                    <a:pt x="8208" y="5861"/>
                  </a:lnTo>
                  <a:lnTo>
                    <a:pt x="2142" y="3604"/>
                  </a:lnTo>
                  <a:cubicBezTo>
                    <a:pt x="1977" y="3543"/>
                    <a:pt x="1808" y="3514"/>
                    <a:pt x="1642" y="3514"/>
                  </a:cubicBezTo>
                  <a:cubicBezTo>
                    <a:pt x="1053" y="3514"/>
                    <a:pt x="500" y="3876"/>
                    <a:pt x="277" y="4460"/>
                  </a:cubicBezTo>
                  <a:cubicBezTo>
                    <a:pt x="1" y="5210"/>
                    <a:pt x="384" y="6039"/>
                    <a:pt x="1134" y="6325"/>
                  </a:cubicBezTo>
                  <a:lnTo>
                    <a:pt x="8636" y="9108"/>
                  </a:lnTo>
                  <a:cubicBezTo>
                    <a:pt x="8806" y="9171"/>
                    <a:pt x="8975" y="9197"/>
                    <a:pt x="9145" y="9197"/>
                  </a:cubicBezTo>
                  <a:cubicBezTo>
                    <a:pt x="9368" y="9197"/>
                    <a:pt x="9582" y="9153"/>
                    <a:pt x="9787" y="9055"/>
                  </a:cubicBezTo>
                  <a:cubicBezTo>
                    <a:pt x="10144" y="8876"/>
                    <a:pt x="10412" y="8555"/>
                    <a:pt x="10528" y="8180"/>
                  </a:cubicBezTo>
                  <a:lnTo>
                    <a:pt x="12455" y="1873"/>
                  </a:lnTo>
                  <a:cubicBezTo>
                    <a:pt x="12686" y="1106"/>
                    <a:pt x="12258" y="303"/>
                    <a:pt x="11491" y="62"/>
                  </a:cubicBezTo>
                  <a:cubicBezTo>
                    <a:pt x="11353" y="20"/>
                    <a:pt x="11213" y="0"/>
                    <a:pt x="11076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3"/>
            <p:cNvSpPr/>
            <p:nvPr/>
          </p:nvSpPr>
          <p:spPr>
            <a:xfrm>
              <a:off x="3196550" y="3711425"/>
              <a:ext cx="199200" cy="84900"/>
            </a:xfrm>
            <a:custGeom>
              <a:rect b="b" l="l" r="r" t="t"/>
              <a:pathLst>
                <a:path extrusionOk="0" h="3396" w="7968">
                  <a:moveTo>
                    <a:pt x="5337" y="0"/>
                  </a:moveTo>
                  <a:cubicBezTo>
                    <a:pt x="4554" y="0"/>
                    <a:pt x="3656" y="148"/>
                    <a:pt x="2731" y="594"/>
                  </a:cubicBezTo>
                  <a:cubicBezTo>
                    <a:pt x="1" y="1915"/>
                    <a:pt x="4907" y="2414"/>
                    <a:pt x="7200" y="3395"/>
                  </a:cubicBezTo>
                  <a:lnTo>
                    <a:pt x="7967" y="567"/>
                  </a:lnTo>
                  <a:cubicBezTo>
                    <a:pt x="7967" y="567"/>
                    <a:pt x="6872" y="0"/>
                    <a:pt x="5337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3"/>
            <p:cNvSpPr/>
            <p:nvPr/>
          </p:nvSpPr>
          <p:spPr>
            <a:xfrm>
              <a:off x="3241825" y="3699550"/>
              <a:ext cx="95925" cy="28975"/>
            </a:xfrm>
            <a:custGeom>
              <a:rect b="b" l="l" r="r" t="t"/>
              <a:pathLst>
                <a:path extrusionOk="0" h="1159" w="3837">
                  <a:moveTo>
                    <a:pt x="631" y="0"/>
                  </a:moveTo>
                  <a:cubicBezTo>
                    <a:pt x="1" y="0"/>
                    <a:pt x="468" y="1062"/>
                    <a:pt x="2873" y="1158"/>
                  </a:cubicBezTo>
                  <a:lnTo>
                    <a:pt x="3837" y="498"/>
                  </a:lnTo>
                  <a:cubicBezTo>
                    <a:pt x="3837" y="498"/>
                    <a:pt x="1696" y="284"/>
                    <a:pt x="884" y="43"/>
                  </a:cubicBezTo>
                  <a:cubicBezTo>
                    <a:pt x="786" y="14"/>
                    <a:pt x="702" y="0"/>
                    <a:pt x="631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3"/>
            <p:cNvSpPr/>
            <p:nvPr/>
          </p:nvSpPr>
          <p:spPr>
            <a:xfrm>
              <a:off x="3240725" y="3734425"/>
              <a:ext cx="78975" cy="10375"/>
            </a:xfrm>
            <a:custGeom>
              <a:rect b="b" l="l" r="r" t="t"/>
              <a:pathLst>
                <a:path extrusionOk="0" h="415" w="3159">
                  <a:moveTo>
                    <a:pt x="2191" y="1"/>
                  </a:moveTo>
                  <a:cubicBezTo>
                    <a:pt x="979" y="1"/>
                    <a:pt x="14" y="211"/>
                    <a:pt x="0" y="218"/>
                  </a:cubicBezTo>
                  <a:lnTo>
                    <a:pt x="45" y="415"/>
                  </a:lnTo>
                  <a:cubicBezTo>
                    <a:pt x="59" y="415"/>
                    <a:pt x="1015" y="209"/>
                    <a:pt x="2206" y="209"/>
                  </a:cubicBezTo>
                  <a:cubicBezTo>
                    <a:pt x="2503" y="209"/>
                    <a:pt x="2816" y="222"/>
                    <a:pt x="3131" y="254"/>
                  </a:cubicBezTo>
                  <a:lnTo>
                    <a:pt x="3158" y="49"/>
                  </a:lnTo>
                  <a:cubicBezTo>
                    <a:pt x="2827" y="14"/>
                    <a:pt x="2501" y="1"/>
                    <a:pt x="219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3"/>
            <p:cNvSpPr/>
            <p:nvPr/>
          </p:nvSpPr>
          <p:spPr>
            <a:xfrm>
              <a:off x="3257675" y="3716225"/>
              <a:ext cx="61800" cy="10725"/>
            </a:xfrm>
            <a:custGeom>
              <a:rect b="b" l="l" r="r" t="t"/>
              <a:pathLst>
                <a:path extrusionOk="0" h="429" w="2472">
                  <a:moveTo>
                    <a:pt x="2402" y="1"/>
                  </a:moveTo>
                  <a:cubicBezTo>
                    <a:pt x="1203" y="1"/>
                    <a:pt x="9" y="224"/>
                    <a:pt x="0" y="224"/>
                  </a:cubicBezTo>
                  <a:lnTo>
                    <a:pt x="36" y="429"/>
                  </a:lnTo>
                  <a:cubicBezTo>
                    <a:pt x="44" y="421"/>
                    <a:pt x="1137" y="213"/>
                    <a:pt x="2267" y="213"/>
                  </a:cubicBezTo>
                  <a:cubicBezTo>
                    <a:pt x="2332" y="213"/>
                    <a:pt x="2397" y="213"/>
                    <a:pt x="2462" y="215"/>
                  </a:cubicBezTo>
                  <a:lnTo>
                    <a:pt x="2471" y="1"/>
                  </a:lnTo>
                  <a:cubicBezTo>
                    <a:pt x="2448" y="1"/>
                    <a:pt x="2425" y="1"/>
                    <a:pt x="240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3415800" y="3623225"/>
              <a:ext cx="184675" cy="157700"/>
            </a:xfrm>
            <a:custGeom>
              <a:rect b="b" l="l" r="r" t="t"/>
              <a:pathLst>
                <a:path extrusionOk="0" h="6308" w="7387">
                  <a:moveTo>
                    <a:pt x="7190" y="1"/>
                  </a:moveTo>
                  <a:lnTo>
                    <a:pt x="5058" y="6040"/>
                  </a:lnTo>
                  <a:lnTo>
                    <a:pt x="71" y="4336"/>
                  </a:lnTo>
                  <a:lnTo>
                    <a:pt x="0" y="4533"/>
                  </a:lnTo>
                  <a:lnTo>
                    <a:pt x="5183" y="6308"/>
                  </a:lnTo>
                  <a:lnTo>
                    <a:pt x="7387" y="63"/>
                  </a:lnTo>
                  <a:lnTo>
                    <a:pt x="719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2966625" y="3968475"/>
              <a:ext cx="224825" cy="162600"/>
            </a:xfrm>
            <a:custGeom>
              <a:rect b="b" l="l" r="r" t="t"/>
              <a:pathLst>
                <a:path extrusionOk="0" h="6504" w="8993">
                  <a:moveTo>
                    <a:pt x="6147" y="0"/>
                  </a:moveTo>
                  <a:cubicBezTo>
                    <a:pt x="4709" y="1547"/>
                    <a:pt x="2159" y="1764"/>
                    <a:pt x="841" y="1764"/>
                  </a:cubicBezTo>
                  <a:cubicBezTo>
                    <a:pt x="327" y="1764"/>
                    <a:pt x="0" y="1731"/>
                    <a:pt x="0" y="1731"/>
                  </a:cubicBezTo>
                  <a:lnTo>
                    <a:pt x="0" y="1731"/>
                  </a:lnTo>
                  <a:lnTo>
                    <a:pt x="6450" y="6504"/>
                  </a:lnTo>
                  <a:lnTo>
                    <a:pt x="8992" y="3747"/>
                  </a:lnTo>
                  <a:lnTo>
                    <a:pt x="61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2960600" y="3965800"/>
              <a:ext cx="233075" cy="167525"/>
            </a:xfrm>
            <a:custGeom>
              <a:rect b="b" l="l" r="r" t="t"/>
              <a:pathLst>
                <a:path extrusionOk="0" h="6701" w="9323">
                  <a:moveTo>
                    <a:pt x="6379" y="214"/>
                  </a:moveTo>
                  <a:lnTo>
                    <a:pt x="9144" y="3845"/>
                  </a:lnTo>
                  <a:lnTo>
                    <a:pt x="6682" y="6513"/>
                  </a:lnTo>
                  <a:lnTo>
                    <a:pt x="473" y="1927"/>
                  </a:lnTo>
                  <a:lnTo>
                    <a:pt x="473" y="1927"/>
                  </a:lnTo>
                  <a:cubicBezTo>
                    <a:pt x="610" y="1934"/>
                    <a:pt x="801" y="1941"/>
                    <a:pt x="1033" y="1941"/>
                  </a:cubicBezTo>
                  <a:cubicBezTo>
                    <a:pt x="2332" y="1941"/>
                    <a:pt x="4911" y="1736"/>
                    <a:pt x="6379" y="214"/>
                  </a:cubicBezTo>
                  <a:close/>
                  <a:moveTo>
                    <a:pt x="6397" y="0"/>
                  </a:moveTo>
                  <a:lnTo>
                    <a:pt x="6334" y="63"/>
                  </a:lnTo>
                  <a:cubicBezTo>
                    <a:pt x="4922" y="1585"/>
                    <a:pt x="2372" y="1800"/>
                    <a:pt x="1067" y="1800"/>
                  </a:cubicBezTo>
                  <a:cubicBezTo>
                    <a:pt x="575" y="1800"/>
                    <a:pt x="260" y="1769"/>
                    <a:pt x="250" y="1767"/>
                  </a:cubicBezTo>
                  <a:lnTo>
                    <a:pt x="0" y="1740"/>
                  </a:lnTo>
                  <a:lnTo>
                    <a:pt x="6700" y="6700"/>
                  </a:lnTo>
                  <a:lnTo>
                    <a:pt x="9323" y="3854"/>
                  </a:lnTo>
                  <a:lnTo>
                    <a:pt x="6397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3"/>
            <p:cNvSpPr/>
            <p:nvPr/>
          </p:nvSpPr>
          <p:spPr>
            <a:xfrm>
              <a:off x="3515700" y="3670075"/>
              <a:ext cx="23000" cy="104850"/>
            </a:xfrm>
            <a:custGeom>
              <a:rect b="b" l="l" r="r" t="t"/>
              <a:pathLst>
                <a:path extrusionOk="0" h="4194" w="920">
                  <a:moveTo>
                    <a:pt x="206" y="0"/>
                  </a:moveTo>
                  <a:lnTo>
                    <a:pt x="1" y="36"/>
                  </a:lnTo>
                  <a:lnTo>
                    <a:pt x="714" y="4193"/>
                  </a:lnTo>
                  <a:lnTo>
                    <a:pt x="920" y="4157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3"/>
            <p:cNvSpPr/>
            <p:nvPr/>
          </p:nvSpPr>
          <p:spPr>
            <a:xfrm>
              <a:off x="3177600" y="3613650"/>
              <a:ext cx="55550" cy="88550"/>
            </a:xfrm>
            <a:custGeom>
              <a:rect b="b" l="l" r="r" t="t"/>
              <a:pathLst>
                <a:path extrusionOk="0" h="3542" w="2222">
                  <a:moveTo>
                    <a:pt x="1330" y="0"/>
                  </a:moveTo>
                  <a:lnTo>
                    <a:pt x="0" y="2578"/>
                  </a:lnTo>
                  <a:cubicBezTo>
                    <a:pt x="0" y="2578"/>
                    <a:pt x="134" y="2980"/>
                    <a:pt x="553" y="3212"/>
                  </a:cubicBezTo>
                  <a:cubicBezTo>
                    <a:pt x="759" y="3328"/>
                    <a:pt x="1419" y="3542"/>
                    <a:pt x="1419" y="3542"/>
                  </a:cubicBezTo>
                  <a:lnTo>
                    <a:pt x="2222" y="598"/>
                  </a:lnTo>
                  <a:lnTo>
                    <a:pt x="1330" y="0"/>
                  </a:ln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3"/>
            <p:cNvSpPr/>
            <p:nvPr/>
          </p:nvSpPr>
          <p:spPr>
            <a:xfrm>
              <a:off x="3177600" y="3606500"/>
              <a:ext cx="12725" cy="19650"/>
            </a:xfrm>
            <a:custGeom>
              <a:rect b="b" l="l" r="r" t="t"/>
              <a:pathLst>
                <a:path extrusionOk="0" h="786" w="509">
                  <a:moveTo>
                    <a:pt x="0" y="1"/>
                  </a:moveTo>
                  <a:lnTo>
                    <a:pt x="0" y="1"/>
                  </a:lnTo>
                  <a:cubicBezTo>
                    <a:pt x="90" y="277"/>
                    <a:pt x="250" y="527"/>
                    <a:pt x="455" y="732"/>
                  </a:cubicBezTo>
                  <a:cubicBezTo>
                    <a:pt x="473" y="750"/>
                    <a:pt x="491" y="768"/>
                    <a:pt x="509" y="786"/>
                  </a:cubicBezTo>
                  <a:cubicBezTo>
                    <a:pt x="339" y="572"/>
                    <a:pt x="206" y="322"/>
                    <a:pt x="143" y="45"/>
                  </a:cubicBezTo>
                  <a:cubicBezTo>
                    <a:pt x="99" y="27"/>
                    <a:pt x="54" y="10"/>
                    <a:pt x="0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3"/>
            <p:cNvSpPr/>
            <p:nvPr/>
          </p:nvSpPr>
          <p:spPr>
            <a:xfrm>
              <a:off x="3181175" y="3607625"/>
              <a:ext cx="43725" cy="30350"/>
            </a:xfrm>
            <a:custGeom>
              <a:rect b="b" l="l" r="r" t="t"/>
              <a:pathLst>
                <a:path extrusionOk="0" h="1214" w="1749">
                  <a:moveTo>
                    <a:pt x="0" y="0"/>
                  </a:moveTo>
                  <a:cubicBezTo>
                    <a:pt x="63" y="277"/>
                    <a:pt x="196" y="527"/>
                    <a:pt x="366" y="741"/>
                  </a:cubicBezTo>
                  <a:cubicBezTo>
                    <a:pt x="598" y="955"/>
                    <a:pt x="883" y="1115"/>
                    <a:pt x="1178" y="1214"/>
                  </a:cubicBezTo>
                  <a:cubicBezTo>
                    <a:pt x="1365" y="1008"/>
                    <a:pt x="1561" y="794"/>
                    <a:pt x="1749" y="589"/>
                  </a:cubicBezTo>
                  <a:cubicBezTo>
                    <a:pt x="1142" y="437"/>
                    <a:pt x="553" y="232"/>
                    <a:pt x="0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3"/>
            <p:cNvSpPr/>
            <p:nvPr/>
          </p:nvSpPr>
          <p:spPr>
            <a:xfrm>
              <a:off x="3175375" y="3589550"/>
              <a:ext cx="5825" cy="18100"/>
            </a:xfrm>
            <a:custGeom>
              <a:rect b="b" l="l" r="r" t="t"/>
              <a:pathLst>
                <a:path extrusionOk="0" h="724" w="233">
                  <a:moveTo>
                    <a:pt x="36" y="1"/>
                  </a:moveTo>
                  <a:cubicBezTo>
                    <a:pt x="0" y="233"/>
                    <a:pt x="18" y="465"/>
                    <a:pt x="89" y="679"/>
                  </a:cubicBezTo>
                  <a:cubicBezTo>
                    <a:pt x="143" y="688"/>
                    <a:pt x="188" y="705"/>
                    <a:pt x="232" y="723"/>
                  </a:cubicBezTo>
                  <a:cubicBezTo>
                    <a:pt x="152" y="509"/>
                    <a:pt x="116" y="277"/>
                    <a:pt x="143" y="54"/>
                  </a:cubicBezTo>
                  <a:cubicBezTo>
                    <a:pt x="107" y="27"/>
                    <a:pt x="72" y="1"/>
                    <a:pt x="36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3"/>
            <p:cNvSpPr/>
            <p:nvPr/>
          </p:nvSpPr>
          <p:spPr>
            <a:xfrm>
              <a:off x="3178275" y="3590900"/>
              <a:ext cx="46625" cy="31475"/>
            </a:xfrm>
            <a:custGeom>
              <a:rect b="b" l="l" r="r" t="t"/>
              <a:pathLst>
                <a:path extrusionOk="0" h="1259" w="1865">
                  <a:moveTo>
                    <a:pt x="27" y="0"/>
                  </a:moveTo>
                  <a:lnTo>
                    <a:pt x="27" y="0"/>
                  </a:lnTo>
                  <a:cubicBezTo>
                    <a:pt x="0" y="223"/>
                    <a:pt x="36" y="455"/>
                    <a:pt x="116" y="669"/>
                  </a:cubicBezTo>
                  <a:cubicBezTo>
                    <a:pt x="669" y="901"/>
                    <a:pt x="1258" y="1106"/>
                    <a:pt x="1865" y="1258"/>
                  </a:cubicBezTo>
                  <a:cubicBezTo>
                    <a:pt x="1677" y="1133"/>
                    <a:pt x="1490" y="1008"/>
                    <a:pt x="1303" y="874"/>
                  </a:cubicBezTo>
                  <a:cubicBezTo>
                    <a:pt x="857" y="607"/>
                    <a:pt x="428" y="312"/>
                    <a:pt x="27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3"/>
            <p:cNvSpPr/>
            <p:nvPr/>
          </p:nvSpPr>
          <p:spPr>
            <a:xfrm>
              <a:off x="3176250" y="3586425"/>
              <a:ext cx="4500" cy="4500"/>
            </a:xfrm>
            <a:custGeom>
              <a:rect b="b" l="l" r="r" t="t"/>
              <a:pathLst>
                <a:path extrusionOk="0" h="180" w="180">
                  <a:moveTo>
                    <a:pt x="90" y="1"/>
                  </a:moveTo>
                  <a:cubicBezTo>
                    <a:pt x="37" y="1"/>
                    <a:pt x="10" y="72"/>
                    <a:pt x="1" y="126"/>
                  </a:cubicBezTo>
                  <a:cubicBezTo>
                    <a:pt x="37" y="126"/>
                    <a:pt x="72" y="152"/>
                    <a:pt x="108" y="179"/>
                  </a:cubicBezTo>
                  <a:cubicBezTo>
                    <a:pt x="108" y="126"/>
                    <a:pt x="135" y="54"/>
                    <a:pt x="179" y="54"/>
                  </a:cubicBezTo>
                  <a:cubicBezTo>
                    <a:pt x="161" y="28"/>
                    <a:pt x="126" y="1"/>
                    <a:pt x="90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3"/>
            <p:cNvSpPr/>
            <p:nvPr/>
          </p:nvSpPr>
          <p:spPr>
            <a:xfrm>
              <a:off x="3178925" y="3587775"/>
              <a:ext cx="31925" cy="25000"/>
            </a:xfrm>
            <a:custGeom>
              <a:rect b="b" l="l" r="r" t="t"/>
              <a:pathLst>
                <a:path extrusionOk="0" h="1000" w="1277">
                  <a:moveTo>
                    <a:pt x="72" y="0"/>
                  </a:moveTo>
                  <a:cubicBezTo>
                    <a:pt x="28" y="0"/>
                    <a:pt x="1" y="72"/>
                    <a:pt x="1" y="125"/>
                  </a:cubicBezTo>
                  <a:cubicBezTo>
                    <a:pt x="402" y="437"/>
                    <a:pt x="831" y="732"/>
                    <a:pt x="1277" y="999"/>
                  </a:cubicBezTo>
                  <a:cubicBezTo>
                    <a:pt x="1232" y="964"/>
                    <a:pt x="1178" y="928"/>
                    <a:pt x="1134" y="892"/>
                  </a:cubicBezTo>
                  <a:cubicBezTo>
                    <a:pt x="768" y="616"/>
                    <a:pt x="411" y="321"/>
                    <a:pt x="72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3"/>
            <p:cNvSpPr/>
            <p:nvPr/>
          </p:nvSpPr>
          <p:spPr>
            <a:xfrm>
              <a:off x="3527075" y="3467550"/>
              <a:ext cx="42175" cy="42175"/>
            </a:xfrm>
            <a:custGeom>
              <a:rect b="b" l="l" r="r" t="t"/>
              <a:pathLst>
                <a:path extrusionOk="0" h="1687" w="1687">
                  <a:moveTo>
                    <a:pt x="848" y="1"/>
                  </a:moveTo>
                  <a:cubicBezTo>
                    <a:pt x="375" y="1"/>
                    <a:pt x="1" y="376"/>
                    <a:pt x="1" y="839"/>
                  </a:cubicBezTo>
                  <a:cubicBezTo>
                    <a:pt x="1" y="1312"/>
                    <a:pt x="375" y="1687"/>
                    <a:pt x="848" y="1687"/>
                  </a:cubicBezTo>
                  <a:cubicBezTo>
                    <a:pt x="1312" y="1687"/>
                    <a:pt x="1687" y="1312"/>
                    <a:pt x="1687" y="839"/>
                  </a:cubicBezTo>
                  <a:cubicBezTo>
                    <a:pt x="1687" y="376"/>
                    <a:pt x="1312" y="1"/>
                    <a:pt x="848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3520825" y="3494750"/>
              <a:ext cx="123150" cy="114000"/>
            </a:xfrm>
            <a:custGeom>
              <a:rect b="b" l="l" r="r" t="t"/>
              <a:pathLst>
                <a:path extrusionOk="0" h="4560" w="4926">
                  <a:moveTo>
                    <a:pt x="2402" y="1"/>
                  </a:moveTo>
                  <a:cubicBezTo>
                    <a:pt x="1385" y="1"/>
                    <a:pt x="459" y="683"/>
                    <a:pt x="188" y="1714"/>
                  </a:cubicBezTo>
                  <a:cubicBezTo>
                    <a:pt x="1" y="2446"/>
                    <a:pt x="197" y="3195"/>
                    <a:pt x="652" y="3739"/>
                  </a:cubicBezTo>
                  <a:cubicBezTo>
                    <a:pt x="947" y="4096"/>
                    <a:pt x="1348" y="4364"/>
                    <a:pt x="1830" y="4489"/>
                  </a:cubicBezTo>
                  <a:cubicBezTo>
                    <a:pt x="2017" y="4537"/>
                    <a:pt x="2205" y="4560"/>
                    <a:pt x="2391" y="4560"/>
                  </a:cubicBezTo>
                  <a:cubicBezTo>
                    <a:pt x="2684" y="4560"/>
                    <a:pt x="2972" y="4503"/>
                    <a:pt x="3239" y="4399"/>
                  </a:cubicBezTo>
                  <a:cubicBezTo>
                    <a:pt x="3890" y="4141"/>
                    <a:pt x="4417" y="3579"/>
                    <a:pt x="4604" y="2847"/>
                  </a:cubicBezTo>
                  <a:cubicBezTo>
                    <a:pt x="4925" y="1625"/>
                    <a:pt x="4185" y="385"/>
                    <a:pt x="2972" y="73"/>
                  </a:cubicBezTo>
                  <a:cubicBezTo>
                    <a:pt x="2781" y="24"/>
                    <a:pt x="2590" y="1"/>
                    <a:pt x="2402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3576150" y="3542050"/>
              <a:ext cx="18525" cy="10050"/>
            </a:xfrm>
            <a:custGeom>
              <a:rect b="b" l="l" r="r" t="t"/>
              <a:pathLst>
                <a:path extrusionOk="0" h="402" w="741">
                  <a:moveTo>
                    <a:pt x="130" y="0"/>
                  </a:moveTo>
                  <a:cubicBezTo>
                    <a:pt x="86" y="0"/>
                    <a:pt x="41" y="31"/>
                    <a:pt x="27" y="72"/>
                  </a:cubicBezTo>
                  <a:cubicBezTo>
                    <a:pt x="0" y="134"/>
                    <a:pt x="36" y="197"/>
                    <a:pt x="90" y="224"/>
                  </a:cubicBezTo>
                  <a:lnTo>
                    <a:pt x="571" y="402"/>
                  </a:lnTo>
                  <a:lnTo>
                    <a:pt x="607" y="402"/>
                  </a:lnTo>
                  <a:cubicBezTo>
                    <a:pt x="660" y="402"/>
                    <a:pt x="696" y="375"/>
                    <a:pt x="714" y="331"/>
                  </a:cubicBezTo>
                  <a:cubicBezTo>
                    <a:pt x="741" y="277"/>
                    <a:pt x="705" y="206"/>
                    <a:pt x="652" y="188"/>
                  </a:cubicBezTo>
                  <a:lnTo>
                    <a:pt x="170" y="9"/>
                  </a:lnTo>
                  <a:cubicBezTo>
                    <a:pt x="157" y="3"/>
                    <a:pt x="144" y="0"/>
                    <a:pt x="13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3533775" y="3533575"/>
              <a:ext cx="16750" cy="6050"/>
            </a:xfrm>
            <a:custGeom>
              <a:rect b="b" l="l" r="r" t="t"/>
              <a:pathLst>
                <a:path extrusionOk="0" h="242" w="670">
                  <a:moveTo>
                    <a:pt x="116" y="1"/>
                  </a:moveTo>
                  <a:cubicBezTo>
                    <a:pt x="54" y="1"/>
                    <a:pt x="0" y="54"/>
                    <a:pt x="0" y="116"/>
                  </a:cubicBezTo>
                  <a:cubicBezTo>
                    <a:pt x="0" y="179"/>
                    <a:pt x="45" y="224"/>
                    <a:pt x="107" y="232"/>
                  </a:cubicBezTo>
                  <a:lnTo>
                    <a:pt x="544" y="241"/>
                  </a:lnTo>
                  <a:lnTo>
                    <a:pt x="553" y="241"/>
                  </a:lnTo>
                  <a:cubicBezTo>
                    <a:pt x="607" y="241"/>
                    <a:pt x="660" y="197"/>
                    <a:pt x="660" y="134"/>
                  </a:cubicBezTo>
                  <a:cubicBezTo>
                    <a:pt x="669" y="72"/>
                    <a:pt x="616" y="18"/>
                    <a:pt x="553" y="18"/>
                  </a:cubicBezTo>
                  <a:lnTo>
                    <a:pt x="11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3545150" y="3558600"/>
              <a:ext cx="23650" cy="10900"/>
            </a:xfrm>
            <a:custGeom>
              <a:rect b="b" l="l" r="r" t="t"/>
              <a:pathLst>
                <a:path extrusionOk="0" h="436" w="946">
                  <a:moveTo>
                    <a:pt x="125" y="1"/>
                  </a:moveTo>
                  <a:cubicBezTo>
                    <a:pt x="96" y="1"/>
                    <a:pt x="67" y="12"/>
                    <a:pt x="45" y="34"/>
                  </a:cubicBezTo>
                  <a:cubicBezTo>
                    <a:pt x="0" y="79"/>
                    <a:pt x="0" y="150"/>
                    <a:pt x="36" y="195"/>
                  </a:cubicBezTo>
                  <a:cubicBezTo>
                    <a:pt x="232" y="391"/>
                    <a:pt x="455" y="436"/>
                    <a:pt x="616" y="436"/>
                  </a:cubicBezTo>
                  <a:cubicBezTo>
                    <a:pt x="750" y="436"/>
                    <a:pt x="839" y="400"/>
                    <a:pt x="848" y="400"/>
                  </a:cubicBezTo>
                  <a:cubicBezTo>
                    <a:pt x="910" y="382"/>
                    <a:pt x="946" y="320"/>
                    <a:pt x="928" y="257"/>
                  </a:cubicBezTo>
                  <a:cubicBezTo>
                    <a:pt x="913" y="213"/>
                    <a:pt x="868" y="181"/>
                    <a:pt x="818" y="181"/>
                  </a:cubicBezTo>
                  <a:cubicBezTo>
                    <a:pt x="807" y="181"/>
                    <a:pt x="796" y="183"/>
                    <a:pt x="785" y="186"/>
                  </a:cubicBezTo>
                  <a:cubicBezTo>
                    <a:pt x="785" y="186"/>
                    <a:pt x="720" y="205"/>
                    <a:pt x="626" y="205"/>
                  </a:cubicBezTo>
                  <a:cubicBezTo>
                    <a:pt x="506" y="205"/>
                    <a:pt x="340" y="174"/>
                    <a:pt x="205" y="34"/>
                  </a:cubicBezTo>
                  <a:cubicBezTo>
                    <a:pt x="183" y="12"/>
                    <a:pt x="154" y="1"/>
                    <a:pt x="1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3"/>
            <p:cNvSpPr/>
            <p:nvPr/>
          </p:nvSpPr>
          <p:spPr>
            <a:xfrm>
              <a:off x="3623425" y="3548325"/>
              <a:ext cx="28800" cy="26075"/>
            </a:xfrm>
            <a:custGeom>
              <a:rect b="b" l="l" r="r" t="t"/>
              <a:pathLst>
                <a:path extrusionOk="0" h="1043" w="1152">
                  <a:moveTo>
                    <a:pt x="577" y="1"/>
                  </a:moveTo>
                  <a:cubicBezTo>
                    <a:pt x="346" y="1"/>
                    <a:pt x="132" y="158"/>
                    <a:pt x="72" y="392"/>
                  </a:cubicBezTo>
                  <a:cubicBezTo>
                    <a:pt x="1" y="668"/>
                    <a:pt x="170" y="954"/>
                    <a:pt x="447" y="1025"/>
                  </a:cubicBezTo>
                  <a:cubicBezTo>
                    <a:pt x="491" y="1037"/>
                    <a:pt x="535" y="1042"/>
                    <a:pt x="579" y="1042"/>
                  </a:cubicBezTo>
                  <a:cubicBezTo>
                    <a:pt x="809" y="1042"/>
                    <a:pt x="1020" y="890"/>
                    <a:pt x="1080" y="651"/>
                  </a:cubicBezTo>
                  <a:cubicBezTo>
                    <a:pt x="1151" y="374"/>
                    <a:pt x="982" y="89"/>
                    <a:pt x="705" y="17"/>
                  </a:cubicBezTo>
                  <a:cubicBezTo>
                    <a:pt x="663" y="6"/>
                    <a:pt x="619" y="1"/>
                    <a:pt x="577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3"/>
            <p:cNvSpPr/>
            <p:nvPr/>
          </p:nvSpPr>
          <p:spPr>
            <a:xfrm>
              <a:off x="3614050" y="3480950"/>
              <a:ext cx="42175" cy="42175"/>
            </a:xfrm>
            <a:custGeom>
              <a:rect b="b" l="l" r="r" t="t"/>
              <a:pathLst>
                <a:path extrusionOk="0" h="1687" w="1687">
                  <a:moveTo>
                    <a:pt x="848" y="0"/>
                  </a:moveTo>
                  <a:cubicBezTo>
                    <a:pt x="376" y="0"/>
                    <a:pt x="1" y="375"/>
                    <a:pt x="1" y="839"/>
                  </a:cubicBezTo>
                  <a:cubicBezTo>
                    <a:pt x="1" y="1312"/>
                    <a:pt x="376" y="1686"/>
                    <a:pt x="848" y="1686"/>
                  </a:cubicBezTo>
                  <a:cubicBezTo>
                    <a:pt x="1312" y="1686"/>
                    <a:pt x="1687" y="1312"/>
                    <a:pt x="1687" y="839"/>
                  </a:cubicBezTo>
                  <a:cubicBezTo>
                    <a:pt x="1687" y="375"/>
                    <a:pt x="1312" y="0"/>
                    <a:pt x="848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3"/>
            <p:cNvSpPr/>
            <p:nvPr/>
          </p:nvSpPr>
          <p:spPr>
            <a:xfrm>
              <a:off x="3035525" y="3855175"/>
              <a:ext cx="18975" cy="18975"/>
            </a:xfrm>
            <a:custGeom>
              <a:rect b="b" l="l" r="r" t="t"/>
              <a:pathLst>
                <a:path extrusionOk="0" h="759" w="759">
                  <a:moveTo>
                    <a:pt x="384" y="1"/>
                  </a:moveTo>
                  <a:cubicBezTo>
                    <a:pt x="170" y="1"/>
                    <a:pt x="1" y="170"/>
                    <a:pt x="1" y="375"/>
                  </a:cubicBezTo>
                  <a:cubicBezTo>
                    <a:pt x="1" y="589"/>
                    <a:pt x="170" y="759"/>
                    <a:pt x="384" y="759"/>
                  </a:cubicBezTo>
                  <a:cubicBezTo>
                    <a:pt x="589" y="759"/>
                    <a:pt x="759" y="589"/>
                    <a:pt x="759" y="375"/>
                  </a:cubicBezTo>
                  <a:cubicBezTo>
                    <a:pt x="759" y="170"/>
                    <a:pt x="589" y="1"/>
                    <a:pt x="384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3"/>
            <p:cNvSpPr/>
            <p:nvPr/>
          </p:nvSpPr>
          <p:spPr>
            <a:xfrm>
              <a:off x="3364050" y="3372100"/>
              <a:ext cx="9400" cy="9625"/>
            </a:xfrm>
            <a:custGeom>
              <a:rect b="b" l="l" r="r" t="t"/>
              <a:pathLst>
                <a:path extrusionOk="0" h="385" w="376">
                  <a:moveTo>
                    <a:pt x="188" y="1"/>
                  </a:moveTo>
                  <a:cubicBezTo>
                    <a:pt x="81" y="1"/>
                    <a:pt x="0" y="90"/>
                    <a:pt x="0" y="197"/>
                  </a:cubicBezTo>
                  <a:cubicBezTo>
                    <a:pt x="0" y="304"/>
                    <a:pt x="81" y="384"/>
                    <a:pt x="188" y="384"/>
                  </a:cubicBezTo>
                  <a:cubicBezTo>
                    <a:pt x="295" y="384"/>
                    <a:pt x="375" y="304"/>
                    <a:pt x="375" y="197"/>
                  </a:cubicBezTo>
                  <a:cubicBezTo>
                    <a:pt x="375" y="90"/>
                    <a:pt x="295" y="1"/>
                    <a:pt x="188" y="1"/>
                  </a:cubicBezTo>
                  <a:close/>
                </a:path>
              </a:pathLst>
            </a:custGeom>
            <a:solidFill>
              <a:srgbClr val="8585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3"/>
            <p:cNvSpPr/>
            <p:nvPr/>
          </p:nvSpPr>
          <p:spPr>
            <a:xfrm>
              <a:off x="4145525" y="3428075"/>
              <a:ext cx="9625" cy="9625"/>
            </a:xfrm>
            <a:custGeom>
              <a:rect b="b" l="l" r="r" t="t"/>
              <a:pathLst>
                <a:path extrusionOk="0" h="385" w="385">
                  <a:moveTo>
                    <a:pt x="188" y="1"/>
                  </a:moveTo>
                  <a:cubicBezTo>
                    <a:pt x="90" y="1"/>
                    <a:pt x="1" y="81"/>
                    <a:pt x="1" y="188"/>
                  </a:cubicBezTo>
                  <a:cubicBezTo>
                    <a:pt x="1" y="295"/>
                    <a:pt x="90" y="384"/>
                    <a:pt x="188" y="384"/>
                  </a:cubicBezTo>
                  <a:cubicBezTo>
                    <a:pt x="295" y="384"/>
                    <a:pt x="384" y="295"/>
                    <a:pt x="384" y="188"/>
                  </a:cubicBezTo>
                  <a:cubicBezTo>
                    <a:pt x="384" y="81"/>
                    <a:pt x="295" y="1"/>
                    <a:pt x="188" y="1"/>
                  </a:cubicBezTo>
                  <a:close/>
                </a:path>
              </a:pathLst>
            </a:custGeom>
            <a:solidFill>
              <a:srgbClr val="8585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3"/>
            <p:cNvSpPr/>
            <p:nvPr/>
          </p:nvSpPr>
          <p:spPr>
            <a:xfrm>
              <a:off x="3953725" y="3280000"/>
              <a:ext cx="13625" cy="13625"/>
            </a:xfrm>
            <a:custGeom>
              <a:rect b="b" l="l" r="r" t="t"/>
              <a:pathLst>
                <a:path extrusionOk="0" h="545" w="545">
                  <a:moveTo>
                    <a:pt x="277" y="0"/>
                  </a:moveTo>
                  <a:cubicBezTo>
                    <a:pt x="126" y="0"/>
                    <a:pt x="1" y="125"/>
                    <a:pt x="1" y="268"/>
                  </a:cubicBezTo>
                  <a:cubicBezTo>
                    <a:pt x="1" y="420"/>
                    <a:pt x="126" y="545"/>
                    <a:pt x="277" y="545"/>
                  </a:cubicBezTo>
                  <a:cubicBezTo>
                    <a:pt x="429" y="545"/>
                    <a:pt x="545" y="420"/>
                    <a:pt x="545" y="268"/>
                  </a:cubicBezTo>
                  <a:cubicBezTo>
                    <a:pt x="545" y="125"/>
                    <a:pt x="429" y="0"/>
                    <a:pt x="277" y="0"/>
                  </a:cubicBezTo>
                  <a:close/>
                </a:path>
              </a:pathLst>
            </a:custGeom>
            <a:solidFill>
              <a:srgbClr val="FFADE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3"/>
            <p:cNvSpPr/>
            <p:nvPr/>
          </p:nvSpPr>
          <p:spPr>
            <a:xfrm>
              <a:off x="3722000" y="3835325"/>
              <a:ext cx="363550" cy="89450"/>
            </a:xfrm>
            <a:custGeom>
              <a:rect b="b" l="l" r="r" t="t"/>
              <a:pathLst>
                <a:path extrusionOk="0" h="3578" w="14542">
                  <a:moveTo>
                    <a:pt x="1" y="1"/>
                  </a:moveTo>
                  <a:lnTo>
                    <a:pt x="1" y="3578"/>
                  </a:lnTo>
                  <a:lnTo>
                    <a:pt x="12686" y="3578"/>
                  </a:lnTo>
                  <a:cubicBezTo>
                    <a:pt x="13712" y="3578"/>
                    <a:pt x="14542" y="2748"/>
                    <a:pt x="14542" y="1722"/>
                  </a:cubicBezTo>
                  <a:cubicBezTo>
                    <a:pt x="14542" y="768"/>
                    <a:pt x="13775" y="1"/>
                    <a:pt x="12820" y="1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3"/>
            <p:cNvSpPr/>
            <p:nvPr/>
          </p:nvSpPr>
          <p:spPr>
            <a:xfrm>
              <a:off x="3712425" y="3752800"/>
              <a:ext cx="363550" cy="81000"/>
            </a:xfrm>
            <a:custGeom>
              <a:rect b="b" l="l" r="r" t="t"/>
              <a:pathLst>
                <a:path extrusionOk="0" h="3240" w="14542">
                  <a:moveTo>
                    <a:pt x="1677" y="1"/>
                  </a:moveTo>
                  <a:cubicBezTo>
                    <a:pt x="749" y="1"/>
                    <a:pt x="0" y="750"/>
                    <a:pt x="0" y="1678"/>
                  </a:cubicBezTo>
                  <a:cubicBezTo>
                    <a:pt x="0" y="2543"/>
                    <a:pt x="696" y="3239"/>
                    <a:pt x="1561" y="3239"/>
                  </a:cubicBezTo>
                  <a:lnTo>
                    <a:pt x="14541" y="3239"/>
                  </a:lnTo>
                  <a:lnTo>
                    <a:pt x="145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3"/>
            <p:cNvSpPr/>
            <p:nvPr/>
          </p:nvSpPr>
          <p:spPr>
            <a:xfrm>
              <a:off x="3710850" y="3751250"/>
              <a:ext cx="366450" cy="84100"/>
            </a:xfrm>
            <a:custGeom>
              <a:rect b="b" l="l" r="r" t="t"/>
              <a:pathLst>
                <a:path extrusionOk="0" h="3364" w="14658">
                  <a:moveTo>
                    <a:pt x="14542" y="116"/>
                  </a:moveTo>
                  <a:lnTo>
                    <a:pt x="14542" y="3248"/>
                  </a:lnTo>
                  <a:lnTo>
                    <a:pt x="1624" y="3248"/>
                  </a:lnTo>
                  <a:cubicBezTo>
                    <a:pt x="795" y="3248"/>
                    <a:pt x="117" y="2570"/>
                    <a:pt x="117" y="1740"/>
                  </a:cubicBezTo>
                  <a:cubicBezTo>
                    <a:pt x="117" y="848"/>
                    <a:pt x="848" y="116"/>
                    <a:pt x="1740" y="116"/>
                  </a:cubicBezTo>
                  <a:close/>
                  <a:moveTo>
                    <a:pt x="1740" y="0"/>
                  </a:moveTo>
                  <a:cubicBezTo>
                    <a:pt x="786" y="0"/>
                    <a:pt x="1" y="785"/>
                    <a:pt x="1" y="1740"/>
                  </a:cubicBezTo>
                  <a:cubicBezTo>
                    <a:pt x="1" y="2632"/>
                    <a:pt x="732" y="3364"/>
                    <a:pt x="1624" y="3364"/>
                  </a:cubicBezTo>
                  <a:lnTo>
                    <a:pt x="14658" y="3364"/>
                  </a:lnTo>
                  <a:lnTo>
                    <a:pt x="14658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3"/>
            <p:cNvSpPr/>
            <p:nvPr/>
          </p:nvSpPr>
          <p:spPr>
            <a:xfrm>
              <a:off x="3735375" y="3767750"/>
              <a:ext cx="342825" cy="49750"/>
            </a:xfrm>
            <a:custGeom>
              <a:rect b="b" l="l" r="r" t="t"/>
              <a:pathLst>
                <a:path extrusionOk="0" h="1990" w="13713">
                  <a:moveTo>
                    <a:pt x="1027" y="1"/>
                  </a:moveTo>
                  <a:cubicBezTo>
                    <a:pt x="456" y="1"/>
                    <a:pt x="1" y="464"/>
                    <a:pt x="1" y="1035"/>
                  </a:cubicBezTo>
                  <a:cubicBezTo>
                    <a:pt x="1" y="1562"/>
                    <a:pt x="429" y="1990"/>
                    <a:pt x="955" y="1990"/>
                  </a:cubicBezTo>
                  <a:lnTo>
                    <a:pt x="13713" y="1990"/>
                  </a:lnTo>
                  <a:lnTo>
                    <a:pt x="13713" y="1"/>
                  </a:ln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3"/>
            <p:cNvSpPr/>
            <p:nvPr/>
          </p:nvSpPr>
          <p:spPr>
            <a:xfrm>
              <a:off x="3722000" y="3855175"/>
              <a:ext cx="342825" cy="49750"/>
            </a:xfrm>
            <a:custGeom>
              <a:rect b="b" l="l" r="r" t="t"/>
              <a:pathLst>
                <a:path extrusionOk="0" h="1990" w="13713">
                  <a:moveTo>
                    <a:pt x="1" y="1"/>
                  </a:moveTo>
                  <a:lnTo>
                    <a:pt x="1" y="1990"/>
                  </a:lnTo>
                  <a:lnTo>
                    <a:pt x="12677" y="1990"/>
                  </a:lnTo>
                  <a:cubicBezTo>
                    <a:pt x="13248" y="1990"/>
                    <a:pt x="13712" y="1526"/>
                    <a:pt x="13712" y="955"/>
                  </a:cubicBezTo>
                  <a:cubicBezTo>
                    <a:pt x="13712" y="429"/>
                    <a:pt x="13284" y="1"/>
                    <a:pt x="12758" y="1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3"/>
            <p:cNvSpPr/>
            <p:nvPr/>
          </p:nvSpPr>
          <p:spPr>
            <a:xfrm>
              <a:off x="3720900" y="3854050"/>
              <a:ext cx="345025" cy="52000"/>
            </a:xfrm>
            <a:custGeom>
              <a:rect b="b" l="l" r="r" t="t"/>
              <a:pathLst>
                <a:path extrusionOk="0" h="2080" w="13801">
                  <a:moveTo>
                    <a:pt x="12802" y="81"/>
                  </a:moveTo>
                  <a:cubicBezTo>
                    <a:pt x="13301" y="81"/>
                    <a:pt x="13712" y="501"/>
                    <a:pt x="13712" y="1000"/>
                  </a:cubicBezTo>
                  <a:cubicBezTo>
                    <a:pt x="13712" y="1544"/>
                    <a:pt x="13275" y="1990"/>
                    <a:pt x="12721" y="1990"/>
                  </a:cubicBezTo>
                  <a:lnTo>
                    <a:pt x="89" y="1990"/>
                  </a:lnTo>
                  <a:lnTo>
                    <a:pt x="89" y="81"/>
                  </a:lnTo>
                  <a:close/>
                  <a:moveTo>
                    <a:pt x="0" y="1"/>
                  </a:moveTo>
                  <a:lnTo>
                    <a:pt x="0" y="2080"/>
                  </a:lnTo>
                  <a:lnTo>
                    <a:pt x="12721" y="2080"/>
                  </a:lnTo>
                  <a:cubicBezTo>
                    <a:pt x="13319" y="2080"/>
                    <a:pt x="13801" y="1598"/>
                    <a:pt x="13801" y="1000"/>
                  </a:cubicBezTo>
                  <a:cubicBezTo>
                    <a:pt x="13801" y="447"/>
                    <a:pt x="13355" y="1"/>
                    <a:pt x="12802" y="1"/>
                  </a:cubicBezTo>
                  <a:close/>
                </a:path>
              </a:pathLst>
            </a:custGeom>
            <a:solidFill>
              <a:srgbClr val="B9A7F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3"/>
            <p:cNvSpPr/>
            <p:nvPr/>
          </p:nvSpPr>
          <p:spPr>
            <a:xfrm>
              <a:off x="4059225" y="3632600"/>
              <a:ext cx="138075" cy="295750"/>
            </a:xfrm>
            <a:custGeom>
              <a:rect b="b" l="l" r="r" t="t"/>
              <a:pathLst>
                <a:path extrusionOk="0" h="11830" w="5523">
                  <a:moveTo>
                    <a:pt x="3256" y="0"/>
                  </a:moveTo>
                  <a:lnTo>
                    <a:pt x="0" y="661"/>
                  </a:lnTo>
                  <a:lnTo>
                    <a:pt x="2266" y="11830"/>
                  </a:lnTo>
                  <a:lnTo>
                    <a:pt x="5522" y="11170"/>
                  </a:lnTo>
                  <a:lnTo>
                    <a:pt x="3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3"/>
            <p:cNvSpPr/>
            <p:nvPr/>
          </p:nvSpPr>
          <p:spPr>
            <a:xfrm>
              <a:off x="4057650" y="3630825"/>
              <a:ext cx="141425" cy="299100"/>
            </a:xfrm>
            <a:custGeom>
              <a:rect b="b" l="l" r="r" t="t"/>
              <a:pathLst>
                <a:path extrusionOk="0" h="11964" w="5657">
                  <a:moveTo>
                    <a:pt x="3275" y="143"/>
                  </a:moveTo>
                  <a:lnTo>
                    <a:pt x="5514" y="11196"/>
                  </a:lnTo>
                  <a:lnTo>
                    <a:pt x="2374" y="11829"/>
                  </a:lnTo>
                  <a:lnTo>
                    <a:pt x="135" y="776"/>
                  </a:lnTo>
                  <a:lnTo>
                    <a:pt x="3275" y="143"/>
                  </a:lnTo>
                  <a:close/>
                  <a:moveTo>
                    <a:pt x="3373" y="0"/>
                  </a:moveTo>
                  <a:lnTo>
                    <a:pt x="1" y="687"/>
                  </a:lnTo>
                  <a:lnTo>
                    <a:pt x="2267" y="11910"/>
                  </a:lnTo>
                  <a:lnTo>
                    <a:pt x="2285" y="11963"/>
                  </a:lnTo>
                  <a:lnTo>
                    <a:pt x="5657" y="11285"/>
                  </a:lnTo>
                  <a:lnTo>
                    <a:pt x="3382" y="63"/>
                  </a:lnTo>
                  <a:lnTo>
                    <a:pt x="3373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3"/>
            <p:cNvSpPr/>
            <p:nvPr/>
          </p:nvSpPr>
          <p:spPr>
            <a:xfrm>
              <a:off x="4078400" y="3689475"/>
              <a:ext cx="65150" cy="31900"/>
            </a:xfrm>
            <a:custGeom>
              <a:rect b="b" l="l" r="r" t="t"/>
              <a:pathLst>
                <a:path extrusionOk="0" h="1276" w="2606">
                  <a:moveTo>
                    <a:pt x="2445" y="0"/>
                  </a:moveTo>
                  <a:lnTo>
                    <a:pt x="0" y="500"/>
                  </a:lnTo>
                  <a:lnTo>
                    <a:pt x="161" y="1276"/>
                  </a:lnTo>
                  <a:lnTo>
                    <a:pt x="2605" y="785"/>
                  </a:lnTo>
                  <a:lnTo>
                    <a:pt x="2445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3"/>
            <p:cNvSpPr/>
            <p:nvPr/>
          </p:nvSpPr>
          <p:spPr>
            <a:xfrm>
              <a:off x="3532875" y="3493175"/>
              <a:ext cx="106400" cy="54700"/>
            </a:xfrm>
            <a:custGeom>
              <a:rect b="b" l="l" r="r" t="t"/>
              <a:pathLst>
                <a:path extrusionOk="0" h="2188" w="4256">
                  <a:moveTo>
                    <a:pt x="1973" y="1"/>
                  </a:moveTo>
                  <a:cubicBezTo>
                    <a:pt x="1166" y="1"/>
                    <a:pt x="413" y="431"/>
                    <a:pt x="1" y="1126"/>
                  </a:cubicBezTo>
                  <a:lnTo>
                    <a:pt x="1606" y="350"/>
                  </a:lnTo>
                  <a:cubicBezTo>
                    <a:pt x="1740" y="1385"/>
                    <a:pt x="2632" y="2187"/>
                    <a:pt x="3712" y="2187"/>
                  </a:cubicBezTo>
                  <a:cubicBezTo>
                    <a:pt x="3899" y="2187"/>
                    <a:pt x="4078" y="2161"/>
                    <a:pt x="4256" y="2116"/>
                  </a:cubicBezTo>
                  <a:cubicBezTo>
                    <a:pt x="4185" y="1170"/>
                    <a:pt x="3516" y="323"/>
                    <a:pt x="2543" y="73"/>
                  </a:cubicBezTo>
                  <a:cubicBezTo>
                    <a:pt x="2353" y="24"/>
                    <a:pt x="2161" y="1"/>
                    <a:pt x="1973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" name="Google Shape;105;p13"/>
          <p:cNvGrpSpPr/>
          <p:nvPr/>
        </p:nvGrpSpPr>
        <p:grpSpPr>
          <a:xfrm>
            <a:off x="6963419" y="140225"/>
            <a:ext cx="2016161" cy="268074"/>
            <a:chOff x="13926838" y="280450"/>
            <a:chExt cx="4032322" cy="536147"/>
          </a:xfrm>
        </p:grpSpPr>
        <p:grpSp>
          <p:nvGrpSpPr>
            <p:cNvPr id="106" name="Google Shape;106;p13"/>
            <p:cNvGrpSpPr/>
            <p:nvPr/>
          </p:nvGrpSpPr>
          <p:grpSpPr>
            <a:xfrm>
              <a:off x="13926838" y="458525"/>
              <a:ext cx="2251983" cy="179993"/>
              <a:chOff x="4935498" y="1642212"/>
              <a:chExt cx="2734980" cy="217042"/>
            </a:xfrm>
          </p:grpSpPr>
          <p:sp>
            <p:nvSpPr>
              <p:cNvPr id="107" name="Google Shape;107;p13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08" name="Google Shape;108;p13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09" name="Google Shape;109;p13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0" name="Google Shape;110;p13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1" name="Google Shape;111;p13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2" name="Google Shape;112;p13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3" name="Google Shape;113;p13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4" name="Google Shape;114;p13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5" name="Google Shape;115;p13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6" name="Google Shape;116;p13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7" name="Google Shape;117;p13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8" name="Google Shape;118;p13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119" name="Google Shape;119;p13"/>
            <p:cNvSpPr/>
            <p:nvPr/>
          </p:nvSpPr>
          <p:spPr>
            <a:xfrm>
              <a:off x="16407600" y="280450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20" name="Google Shape;120;p13"/>
          <p:cNvSpPr/>
          <p:nvPr/>
        </p:nvSpPr>
        <p:spPr>
          <a:xfrm>
            <a:off x="916165" y="2349525"/>
            <a:ext cx="3917100" cy="673200"/>
          </a:xfrm>
          <a:prstGeom prst="roundRect">
            <a:avLst>
              <a:gd fmla="val 50000" name="adj"/>
            </a:avLst>
          </a:prstGeom>
          <a:solidFill>
            <a:srgbClr val="FDBF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500">
                <a:solidFill>
                  <a:schemeClr val="lt1"/>
                </a:solidFill>
              </a:rPr>
              <a:t>–</a:t>
            </a:r>
            <a:endParaRPr b="1" sz="3500">
              <a:solidFill>
                <a:schemeClr val="lt1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Simple content  1">
  <p:cSld name="TITLE_5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4"/>
          <p:cNvSpPr/>
          <p:nvPr/>
        </p:nvSpPr>
        <p:spPr>
          <a:xfrm>
            <a:off x="0" y="0"/>
            <a:ext cx="4583700" cy="514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3" name="Google Shape;123;p14"/>
          <p:cNvGrpSpPr/>
          <p:nvPr/>
        </p:nvGrpSpPr>
        <p:grpSpPr>
          <a:xfrm flipH="1">
            <a:off x="-11672" y="2488188"/>
            <a:ext cx="4858662" cy="2655314"/>
            <a:chOff x="833925" y="2613023"/>
            <a:chExt cx="7717061" cy="5030909"/>
          </a:xfrm>
        </p:grpSpPr>
        <p:sp>
          <p:nvSpPr>
            <p:cNvPr id="124" name="Google Shape;124;p14"/>
            <p:cNvSpPr/>
            <p:nvPr/>
          </p:nvSpPr>
          <p:spPr>
            <a:xfrm>
              <a:off x="6543412" y="6446723"/>
              <a:ext cx="2007553" cy="1197209"/>
            </a:xfrm>
            <a:custGeom>
              <a:rect b="b" l="l" r="r" t="t"/>
              <a:pathLst>
                <a:path extrusionOk="0" h="12481" w="20930">
                  <a:moveTo>
                    <a:pt x="3293" y="0"/>
                  </a:moveTo>
                  <a:cubicBezTo>
                    <a:pt x="1473" y="0"/>
                    <a:pt x="1" y="1472"/>
                    <a:pt x="1" y="3292"/>
                  </a:cubicBezTo>
                  <a:lnTo>
                    <a:pt x="1" y="9189"/>
                  </a:lnTo>
                  <a:cubicBezTo>
                    <a:pt x="1" y="11000"/>
                    <a:pt x="1473" y="12481"/>
                    <a:pt x="3293" y="12481"/>
                  </a:cubicBezTo>
                  <a:lnTo>
                    <a:pt x="20929" y="12481"/>
                  </a:lnTo>
                  <a:lnTo>
                    <a:pt x="20929" y="0"/>
                  </a:lnTo>
                  <a:close/>
                </a:path>
              </a:pathLst>
            </a:custGeom>
            <a:solidFill>
              <a:srgbClr val="16161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4"/>
            <p:cNvSpPr/>
            <p:nvPr/>
          </p:nvSpPr>
          <p:spPr>
            <a:xfrm>
              <a:off x="3370345" y="4733514"/>
              <a:ext cx="104460" cy="137841"/>
            </a:xfrm>
            <a:custGeom>
              <a:rect b="b" l="l" r="r" t="t"/>
              <a:pathLst>
                <a:path extrusionOk="0" h="1437" w="1089">
                  <a:moveTo>
                    <a:pt x="545" y="1"/>
                  </a:moveTo>
                  <a:cubicBezTo>
                    <a:pt x="545" y="1"/>
                    <a:pt x="536" y="723"/>
                    <a:pt x="0" y="723"/>
                  </a:cubicBezTo>
                  <a:cubicBezTo>
                    <a:pt x="536" y="723"/>
                    <a:pt x="545" y="1437"/>
                    <a:pt x="545" y="1437"/>
                  </a:cubicBezTo>
                  <a:cubicBezTo>
                    <a:pt x="545" y="1437"/>
                    <a:pt x="562" y="723"/>
                    <a:pt x="1089" y="723"/>
                  </a:cubicBezTo>
                  <a:cubicBezTo>
                    <a:pt x="562" y="723"/>
                    <a:pt x="545" y="1"/>
                    <a:pt x="545" y="1"/>
                  </a:cubicBezTo>
                  <a:close/>
                </a:path>
              </a:pathLst>
            </a:custGeom>
            <a:solidFill>
              <a:srgbClr val="B9A7F7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4"/>
            <p:cNvSpPr/>
            <p:nvPr/>
          </p:nvSpPr>
          <p:spPr>
            <a:xfrm>
              <a:off x="5672326" y="4707039"/>
              <a:ext cx="185706" cy="190886"/>
            </a:xfrm>
            <a:custGeom>
              <a:rect b="b" l="l" r="r" t="t"/>
              <a:pathLst>
                <a:path extrusionOk="0" h="1990" w="1936">
                  <a:moveTo>
                    <a:pt x="963" y="0"/>
                  </a:moveTo>
                  <a:cubicBezTo>
                    <a:pt x="963" y="0"/>
                    <a:pt x="946" y="1008"/>
                    <a:pt x="0" y="1008"/>
                  </a:cubicBezTo>
                  <a:cubicBezTo>
                    <a:pt x="946" y="1008"/>
                    <a:pt x="963" y="1989"/>
                    <a:pt x="963" y="1989"/>
                  </a:cubicBezTo>
                  <a:cubicBezTo>
                    <a:pt x="963" y="1989"/>
                    <a:pt x="990" y="1008"/>
                    <a:pt x="1936" y="1008"/>
                  </a:cubicBezTo>
                  <a:cubicBezTo>
                    <a:pt x="990" y="1008"/>
                    <a:pt x="963" y="0"/>
                    <a:pt x="963" y="0"/>
                  </a:cubicBezTo>
                  <a:close/>
                </a:path>
              </a:pathLst>
            </a:custGeom>
            <a:solidFill>
              <a:srgbClr val="736AA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4"/>
            <p:cNvSpPr/>
            <p:nvPr/>
          </p:nvSpPr>
          <p:spPr>
            <a:xfrm>
              <a:off x="7918576" y="2613023"/>
              <a:ext cx="111366" cy="113860"/>
            </a:xfrm>
            <a:custGeom>
              <a:rect b="b" l="l" r="r" t="t"/>
              <a:pathLst>
                <a:path extrusionOk="0" h="1187" w="1161">
                  <a:moveTo>
                    <a:pt x="581" y="0"/>
                  </a:moveTo>
                  <a:cubicBezTo>
                    <a:pt x="581" y="0"/>
                    <a:pt x="572" y="598"/>
                    <a:pt x="1" y="598"/>
                  </a:cubicBezTo>
                  <a:cubicBezTo>
                    <a:pt x="572" y="598"/>
                    <a:pt x="581" y="1187"/>
                    <a:pt x="581" y="1187"/>
                  </a:cubicBezTo>
                  <a:cubicBezTo>
                    <a:pt x="581" y="1187"/>
                    <a:pt x="598" y="598"/>
                    <a:pt x="1160" y="598"/>
                  </a:cubicBezTo>
                  <a:cubicBezTo>
                    <a:pt x="598" y="598"/>
                    <a:pt x="581" y="0"/>
                    <a:pt x="581" y="0"/>
                  </a:cubicBezTo>
                  <a:close/>
                </a:path>
              </a:pathLst>
            </a:custGeom>
            <a:solidFill>
              <a:srgbClr val="736AA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4"/>
            <p:cNvSpPr/>
            <p:nvPr/>
          </p:nvSpPr>
          <p:spPr>
            <a:xfrm>
              <a:off x="965724" y="4249195"/>
              <a:ext cx="77985" cy="79616"/>
            </a:xfrm>
            <a:custGeom>
              <a:rect b="b" l="l" r="r" t="t"/>
              <a:pathLst>
                <a:path extrusionOk="0" h="830" w="813">
                  <a:moveTo>
                    <a:pt x="402" y="0"/>
                  </a:moveTo>
                  <a:cubicBezTo>
                    <a:pt x="402" y="0"/>
                    <a:pt x="393" y="420"/>
                    <a:pt x="0" y="420"/>
                  </a:cubicBezTo>
                  <a:cubicBezTo>
                    <a:pt x="393" y="420"/>
                    <a:pt x="402" y="830"/>
                    <a:pt x="402" y="830"/>
                  </a:cubicBezTo>
                  <a:cubicBezTo>
                    <a:pt x="402" y="830"/>
                    <a:pt x="420" y="420"/>
                    <a:pt x="812" y="420"/>
                  </a:cubicBezTo>
                  <a:cubicBezTo>
                    <a:pt x="420" y="420"/>
                    <a:pt x="402" y="0"/>
                    <a:pt x="402" y="0"/>
                  </a:cubicBezTo>
                  <a:close/>
                </a:path>
              </a:pathLst>
            </a:custGeom>
            <a:solidFill>
              <a:srgbClr val="00CC7E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4"/>
            <p:cNvSpPr/>
            <p:nvPr/>
          </p:nvSpPr>
          <p:spPr>
            <a:xfrm>
              <a:off x="5189637" y="2968996"/>
              <a:ext cx="77122" cy="80575"/>
            </a:xfrm>
            <a:custGeom>
              <a:rect b="b" l="l" r="r" t="t"/>
              <a:pathLst>
                <a:path extrusionOk="0" h="840" w="804">
                  <a:moveTo>
                    <a:pt x="402" y="0"/>
                  </a:moveTo>
                  <a:cubicBezTo>
                    <a:pt x="402" y="0"/>
                    <a:pt x="393" y="429"/>
                    <a:pt x="1" y="429"/>
                  </a:cubicBezTo>
                  <a:cubicBezTo>
                    <a:pt x="393" y="429"/>
                    <a:pt x="402" y="839"/>
                    <a:pt x="402" y="839"/>
                  </a:cubicBezTo>
                  <a:cubicBezTo>
                    <a:pt x="402" y="839"/>
                    <a:pt x="411" y="429"/>
                    <a:pt x="803" y="429"/>
                  </a:cubicBezTo>
                  <a:cubicBezTo>
                    <a:pt x="411" y="429"/>
                    <a:pt x="402" y="0"/>
                    <a:pt x="402" y="0"/>
                  </a:cubicBezTo>
                  <a:close/>
                </a:path>
              </a:pathLst>
            </a:custGeom>
            <a:solidFill>
              <a:srgbClr val="00CC7E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4"/>
            <p:cNvSpPr/>
            <p:nvPr/>
          </p:nvSpPr>
          <p:spPr>
            <a:xfrm>
              <a:off x="6913965" y="2970722"/>
              <a:ext cx="75395" cy="77122"/>
            </a:xfrm>
            <a:custGeom>
              <a:rect b="b" l="l" r="r" t="t"/>
              <a:pathLst>
                <a:path extrusionOk="0" h="804" w="786">
                  <a:moveTo>
                    <a:pt x="393" y="0"/>
                  </a:moveTo>
                  <a:cubicBezTo>
                    <a:pt x="393" y="0"/>
                    <a:pt x="384" y="411"/>
                    <a:pt x="0" y="411"/>
                  </a:cubicBezTo>
                  <a:cubicBezTo>
                    <a:pt x="384" y="411"/>
                    <a:pt x="393" y="803"/>
                    <a:pt x="393" y="803"/>
                  </a:cubicBezTo>
                  <a:cubicBezTo>
                    <a:pt x="393" y="803"/>
                    <a:pt x="402" y="411"/>
                    <a:pt x="786" y="411"/>
                  </a:cubicBezTo>
                  <a:cubicBezTo>
                    <a:pt x="402" y="411"/>
                    <a:pt x="393" y="0"/>
                    <a:pt x="393" y="0"/>
                  </a:cubicBezTo>
                  <a:close/>
                </a:path>
              </a:pathLst>
            </a:custGeom>
            <a:solidFill>
              <a:srgbClr val="736AA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4"/>
            <p:cNvSpPr/>
            <p:nvPr/>
          </p:nvSpPr>
          <p:spPr>
            <a:xfrm>
              <a:off x="4472510" y="5232606"/>
              <a:ext cx="252564" cy="466279"/>
            </a:xfrm>
            <a:custGeom>
              <a:rect b="b" l="l" r="r" t="t"/>
              <a:pathLst>
                <a:path extrusionOk="0" h="4861" w="2633">
                  <a:moveTo>
                    <a:pt x="84" y="0"/>
                  </a:moveTo>
                  <a:cubicBezTo>
                    <a:pt x="57" y="0"/>
                    <a:pt x="29" y="3"/>
                    <a:pt x="1" y="7"/>
                  </a:cubicBezTo>
                  <a:lnTo>
                    <a:pt x="2258" y="4852"/>
                  </a:lnTo>
                  <a:cubicBezTo>
                    <a:pt x="2312" y="4836"/>
                    <a:pt x="2369" y="4829"/>
                    <a:pt x="2425" y="4829"/>
                  </a:cubicBezTo>
                  <a:cubicBezTo>
                    <a:pt x="2497" y="4829"/>
                    <a:pt x="2567" y="4840"/>
                    <a:pt x="2632" y="4860"/>
                  </a:cubicBezTo>
                  <a:lnTo>
                    <a:pt x="491" y="257"/>
                  </a:lnTo>
                  <a:cubicBezTo>
                    <a:pt x="422" y="95"/>
                    <a:pt x="260" y="0"/>
                    <a:pt x="84" y="0"/>
                  </a:cubicBezTo>
                  <a:close/>
                </a:path>
              </a:pathLst>
            </a:custGeom>
            <a:solidFill>
              <a:srgbClr val="CC9E1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4"/>
            <p:cNvSpPr/>
            <p:nvPr/>
          </p:nvSpPr>
          <p:spPr>
            <a:xfrm>
              <a:off x="4303972" y="5716829"/>
              <a:ext cx="451891" cy="261868"/>
            </a:xfrm>
            <a:custGeom>
              <a:rect b="b" l="l" r="r" t="t"/>
              <a:pathLst>
                <a:path extrusionOk="0" h="2730" w="4711">
                  <a:moveTo>
                    <a:pt x="4196" y="1"/>
                  </a:moveTo>
                  <a:cubicBezTo>
                    <a:pt x="4132" y="1"/>
                    <a:pt x="4067" y="15"/>
                    <a:pt x="4006" y="44"/>
                  </a:cubicBezTo>
                  <a:lnTo>
                    <a:pt x="0" y="1909"/>
                  </a:lnTo>
                  <a:cubicBezTo>
                    <a:pt x="152" y="1971"/>
                    <a:pt x="277" y="2087"/>
                    <a:pt x="348" y="2239"/>
                  </a:cubicBezTo>
                  <a:cubicBezTo>
                    <a:pt x="420" y="2400"/>
                    <a:pt x="428" y="2569"/>
                    <a:pt x="384" y="2730"/>
                  </a:cubicBezTo>
                  <a:lnTo>
                    <a:pt x="4380" y="865"/>
                  </a:lnTo>
                  <a:cubicBezTo>
                    <a:pt x="4612" y="758"/>
                    <a:pt x="4711" y="490"/>
                    <a:pt x="4604" y="258"/>
                  </a:cubicBezTo>
                  <a:cubicBezTo>
                    <a:pt x="4526" y="97"/>
                    <a:pt x="4364" y="1"/>
                    <a:pt x="4196" y="1"/>
                  </a:cubicBezTo>
                  <a:close/>
                </a:path>
              </a:pathLst>
            </a:custGeom>
            <a:solidFill>
              <a:srgbClr val="99761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4"/>
            <p:cNvSpPr/>
            <p:nvPr/>
          </p:nvSpPr>
          <p:spPr>
            <a:xfrm>
              <a:off x="4044690" y="5240951"/>
              <a:ext cx="624743" cy="655630"/>
            </a:xfrm>
            <a:custGeom>
              <a:rect b="b" l="l" r="r" t="t"/>
              <a:pathLst>
                <a:path extrusionOk="0" h="6835" w="6513">
                  <a:moveTo>
                    <a:pt x="4256" y="1"/>
                  </a:moveTo>
                  <a:lnTo>
                    <a:pt x="0" y="1981"/>
                  </a:lnTo>
                  <a:lnTo>
                    <a:pt x="2257" y="6834"/>
                  </a:lnTo>
                  <a:lnTo>
                    <a:pt x="6513" y="4854"/>
                  </a:lnTo>
                  <a:lnTo>
                    <a:pt x="4256" y="1"/>
                  </a:ln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4"/>
            <p:cNvSpPr/>
            <p:nvPr/>
          </p:nvSpPr>
          <p:spPr>
            <a:xfrm>
              <a:off x="2808135" y="5675582"/>
              <a:ext cx="1450540" cy="441723"/>
            </a:xfrm>
            <a:custGeom>
              <a:rect b="b" l="l" r="r" t="t"/>
              <a:pathLst>
                <a:path extrusionOk="0" h="4605" w="15122">
                  <a:moveTo>
                    <a:pt x="1627" y="0"/>
                  </a:moveTo>
                  <a:cubicBezTo>
                    <a:pt x="1011" y="0"/>
                    <a:pt x="437" y="394"/>
                    <a:pt x="241" y="1019"/>
                  </a:cubicBezTo>
                  <a:cubicBezTo>
                    <a:pt x="0" y="1777"/>
                    <a:pt x="428" y="2589"/>
                    <a:pt x="1187" y="2830"/>
                  </a:cubicBezTo>
                  <a:lnTo>
                    <a:pt x="6673" y="4542"/>
                  </a:lnTo>
                  <a:cubicBezTo>
                    <a:pt x="6807" y="4587"/>
                    <a:pt x="6959" y="4605"/>
                    <a:pt x="7101" y="4605"/>
                  </a:cubicBezTo>
                  <a:cubicBezTo>
                    <a:pt x="7217" y="4605"/>
                    <a:pt x="7333" y="4596"/>
                    <a:pt x="7449" y="4560"/>
                  </a:cubicBezTo>
                  <a:lnTo>
                    <a:pt x="13872" y="2981"/>
                  </a:lnTo>
                  <a:cubicBezTo>
                    <a:pt x="14649" y="2794"/>
                    <a:pt x="15121" y="2009"/>
                    <a:pt x="14934" y="1233"/>
                  </a:cubicBezTo>
                  <a:cubicBezTo>
                    <a:pt x="14775" y="575"/>
                    <a:pt x="14188" y="136"/>
                    <a:pt x="13540" y="136"/>
                  </a:cubicBezTo>
                  <a:cubicBezTo>
                    <a:pt x="13423" y="136"/>
                    <a:pt x="13304" y="150"/>
                    <a:pt x="13186" y="180"/>
                  </a:cubicBezTo>
                  <a:lnTo>
                    <a:pt x="7146" y="1661"/>
                  </a:lnTo>
                  <a:lnTo>
                    <a:pt x="2052" y="64"/>
                  </a:lnTo>
                  <a:cubicBezTo>
                    <a:pt x="1911" y="21"/>
                    <a:pt x="1768" y="0"/>
                    <a:pt x="1627" y="0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4"/>
            <p:cNvSpPr/>
            <p:nvPr/>
          </p:nvSpPr>
          <p:spPr>
            <a:xfrm>
              <a:off x="2302328" y="6231652"/>
              <a:ext cx="2471443" cy="1294186"/>
            </a:xfrm>
            <a:custGeom>
              <a:rect b="b" l="l" r="r" t="t"/>
              <a:pathLst>
                <a:path extrusionOk="0" h="13492" w="25765">
                  <a:moveTo>
                    <a:pt x="14073" y="1"/>
                  </a:moveTo>
                  <a:cubicBezTo>
                    <a:pt x="13971" y="1"/>
                    <a:pt x="13868" y="7"/>
                    <a:pt x="13766" y="21"/>
                  </a:cubicBezTo>
                  <a:lnTo>
                    <a:pt x="2071" y="1618"/>
                  </a:lnTo>
                  <a:cubicBezTo>
                    <a:pt x="875" y="1787"/>
                    <a:pt x="1" y="2849"/>
                    <a:pt x="81" y="4062"/>
                  </a:cubicBezTo>
                  <a:cubicBezTo>
                    <a:pt x="170" y="5276"/>
                    <a:pt x="1170" y="6212"/>
                    <a:pt x="2383" y="6212"/>
                  </a:cubicBezTo>
                  <a:lnTo>
                    <a:pt x="4863" y="6212"/>
                  </a:lnTo>
                  <a:lnTo>
                    <a:pt x="11322" y="6203"/>
                  </a:lnTo>
                  <a:lnTo>
                    <a:pt x="18450" y="10137"/>
                  </a:lnTo>
                  <a:lnTo>
                    <a:pt x="21019" y="12796"/>
                  </a:lnTo>
                  <a:cubicBezTo>
                    <a:pt x="21474" y="13260"/>
                    <a:pt x="22072" y="13492"/>
                    <a:pt x="22678" y="13492"/>
                  </a:cubicBezTo>
                  <a:cubicBezTo>
                    <a:pt x="23249" y="13492"/>
                    <a:pt x="23829" y="13278"/>
                    <a:pt x="24275" y="12849"/>
                  </a:cubicBezTo>
                  <a:cubicBezTo>
                    <a:pt x="24668" y="12475"/>
                    <a:pt x="24891" y="11993"/>
                    <a:pt x="24962" y="11502"/>
                  </a:cubicBezTo>
                  <a:cubicBezTo>
                    <a:pt x="25033" y="11413"/>
                    <a:pt x="25096" y="11315"/>
                    <a:pt x="25149" y="11208"/>
                  </a:cubicBezTo>
                  <a:cubicBezTo>
                    <a:pt x="25765" y="10093"/>
                    <a:pt x="25363" y="8692"/>
                    <a:pt x="24248" y="8077"/>
                  </a:cubicBezTo>
                  <a:lnTo>
                    <a:pt x="21287" y="6435"/>
                  </a:lnTo>
                  <a:lnTo>
                    <a:pt x="15738" y="708"/>
                  </a:lnTo>
                  <a:cubicBezTo>
                    <a:pt x="15300" y="255"/>
                    <a:pt x="14698" y="1"/>
                    <a:pt x="14073" y="1"/>
                  </a:cubicBezTo>
                  <a:close/>
                </a:path>
              </a:pathLst>
            </a:custGeom>
            <a:solidFill>
              <a:srgbClr val="FFD148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4"/>
            <p:cNvSpPr/>
            <p:nvPr/>
          </p:nvSpPr>
          <p:spPr>
            <a:xfrm>
              <a:off x="2348563" y="5674814"/>
              <a:ext cx="636734" cy="629060"/>
            </a:xfrm>
            <a:custGeom>
              <a:rect b="b" l="l" r="r" t="t"/>
              <a:pathLst>
                <a:path extrusionOk="0" h="6558" w="6638">
                  <a:moveTo>
                    <a:pt x="2383" y="1"/>
                  </a:moveTo>
                  <a:cubicBezTo>
                    <a:pt x="1589" y="1"/>
                    <a:pt x="911" y="563"/>
                    <a:pt x="768" y="1339"/>
                  </a:cubicBezTo>
                  <a:lnTo>
                    <a:pt x="1" y="5523"/>
                  </a:lnTo>
                  <a:cubicBezTo>
                    <a:pt x="1" y="6094"/>
                    <a:pt x="465" y="6558"/>
                    <a:pt x="1036" y="6558"/>
                  </a:cubicBezTo>
                  <a:lnTo>
                    <a:pt x="4586" y="6558"/>
                  </a:lnTo>
                  <a:cubicBezTo>
                    <a:pt x="5157" y="6558"/>
                    <a:pt x="5532" y="6138"/>
                    <a:pt x="5621" y="5523"/>
                  </a:cubicBezTo>
                  <a:lnTo>
                    <a:pt x="6638" y="1"/>
                  </a:ln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4"/>
            <p:cNvSpPr/>
            <p:nvPr/>
          </p:nvSpPr>
          <p:spPr>
            <a:xfrm>
              <a:off x="4424644" y="6936213"/>
              <a:ext cx="825029" cy="677788"/>
            </a:xfrm>
            <a:custGeom>
              <a:rect b="b" l="l" r="r" t="t"/>
              <a:pathLst>
                <a:path extrusionOk="0" h="7066" w="8601">
                  <a:moveTo>
                    <a:pt x="8600" y="0"/>
                  </a:moveTo>
                  <a:cubicBezTo>
                    <a:pt x="8600" y="0"/>
                    <a:pt x="6894" y="983"/>
                    <a:pt x="4619" y="983"/>
                  </a:cubicBezTo>
                  <a:cubicBezTo>
                    <a:pt x="3600" y="983"/>
                    <a:pt x="2466" y="786"/>
                    <a:pt x="1320" y="214"/>
                  </a:cubicBezTo>
                  <a:lnTo>
                    <a:pt x="0" y="4764"/>
                  </a:lnTo>
                  <a:lnTo>
                    <a:pt x="4621" y="7066"/>
                  </a:lnTo>
                  <a:lnTo>
                    <a:pt x="8600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4"/>
            <p:cNvSpPr/>
            <p:nvPr/>
          </p:nvSpPr>
          <p:spPr>
            <a:xfrm>
              <a:off x="4416874" y="6918179"/>
              <a:ext cx="850737" cy="705222"/>
            </a:xfrm>
            <a:custGeom>
              <a:rect b="b" l="l" r="r" t="t"/>
              <a:pathLst>
                <a:path extrusionOk="0" h="7352" w="8869">
                  <a:moveTo>
                    <a:pt x="8512" y="358"/>
                  </a:moveTo>
                  <a:lnTo>
                    <a:pt x="4675" y="7164"/>
                  </a:lnTo>
                  <a:lnTo>
                    <a:pt x="161" y="4916"/>
                  </a:lnTo>
                  <a:lnTo>
                    <a:pt x="1437" y="500"/>
                  </a:lnTo>
                  <a:cubicBezTo>
                    <a:pt x="2562" y="1045"/>
                    <a:pt x="3678" y="1235"/>
                    <a:pt x="4686" y="1235"/>
                  </a:cubicBezTo>
                  <a:cubicBezTo>
                    <a:pt x="6515" y="1235"/>
                    <a:pt x="7988" y="611"/>
                    <a:pt x="8512" y="358"/>
                  </a:cubicBezTo>
                  <a:close/>
                  <a:moveTo>
                    <a:pt x="8868" y="1"/>
                  </a:moveTo>
                  <a:lnTo>
                    <a:pt x="8645" y="126"/>
                  </a:lnTo>
                  <a:cubicBezTo>
                    <a:pt x="8621" y="144"/>
                    <a:pt x="6928" y="1098"/>
                    <a:pt x="4691" y="1098"/>
                  </a:cubicBezTo>
                  <a:cubicBezTo>
                    <a:pt x="3680" y="1098"/>
                    <a:pt x="2558" y="903"/>
                    <a:pt x="1428" y="340"/>
                  </a:cubicBezTo>
                  <a:lnTo>
                    <a:pt x="1357" y="304"/>
                  </a:lnTo>
                  <a:lnTo>
                    <a:pt x="1" y="4997"/>
                  </a:lnTo>
                  <a:lnTo>
                    <a:pt x="4729" y="7352"/>
                  </a:lnTo>
                  <a:lnTo>
                    <a:pt x="8868" y="1"/>
                  </a:lnTo>
                  <a:close/>
                </a:path>
              </a:pathLst>
            </a:custGeom>
            <a:solidFill>
              <a:srgbClr val="16161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4"/>
            <p:cNvSpPr/>
            <p:nvPr/>
          </p:nvSpPr>
          <p:spPr>
            <a:xfrm>
              <a:off x="2666935" y="6443260"/>
              <a:ext cx="1546367" cy="914046"/>
            </a:xfrm>
            <a:custGeom>
              <a:rect b="b" l="l" r="r" t="t"/>
              <a:pathLst>
                <a:path extrusionOk="0" h="9529" w="16121">
                  <a:moveTo>
                    <a:pt x="0" y="1"/>
                  </a:moveTo>
                  <a:lnTo>
                    <a:pt x="0" y="206"/>
                  </a:lnTo>
                  <a:lnTo>
                    <a:pt x="7467" y="206"/>
                  </a:lnTo>
                  <a:lnTo>
                    <a:pt x="15969" y="9528"/>
                  </a:lnTo>
                  <a:lnTo>
                    <a:pt x="16121" y="9386"/>
                  </a:lnTo>
                  <a:lnTo>
                    <a:pt x="7556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4"/>
            <p:cNvSpPr/>
            <p:nvPr/>
          </p:nvSpPr>
          <p:spPr>
            <a:xfrm>
              <a:off x="2405062" y="5845943"/>
              <a:ext cx="172085" cy="464745"/>
            </a:xfrm>
            <a:custGeom>
              <a:rect b="b" l="l" r="r" t="t"/>
              <a:pathLst>
                <a:path extrusionOk="0" h="4845" w="1794">
                  <a:moveTo>
                    <a:pt x="188" y="1"/>
                  </a:moveTo>
                  <a:lnTo>
                    <a:pt x="0" y="63"/>
                  </a:lnTo>
                  <a:lnTo>
                    <a:pt x="1597" y="4845"/>
                  </a:lnTo>
                  <a:lnTo>
                    <a:pt x="1794" y="4783"/>
                  </a:lnTo>
                  <a:lnTo>
                    <a:pt x="188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4"/>
            <p:cNvSpPr/>
            <p:nvPr/>
          </p:nvSpPr>
          <p:spPr>
            <a:xfrm>
              <a:off x="2429907" y="5710402"/>
              <a:ext cx="1216010" cy="881816"/>
            </a:xfrm>
            <a:custGeom>
              <a:rect b="b" l="l" r="r" t="t"/>
              <a:pathLst>
                <a:path extrusionOk="0" h="9193" w="12677">
                  <a:moveTo>
                    <a:pt x="1625" y="0"/>
                  </a:moveTo>
                  <a:cubicBezTo>
                    <a:pt x="1483" y="0"/>
                    <a:pt x="1339" y="22"/>
                    <a:pt x="1196" y="67"/>
                  </a:cubicBezTo>
                  <a:cubicBezTo>
                    <a:pt x="428" y="299"/>
                    <a:pt x="0" y="1102"/>
                    <a:pt x="232" y="1869"/>
                  </a:cubicBezTo>
                  <a:lnTo>
                    <a:pt x="2159" y="8167"/>
                  </a:lnTo>
                  <a:cubicBezTo>
                    <a:pt x="2275" y="8551"/>
                    <a:pt x="2543" y="8863"/>
                    <a:pt x="2900" y="9041"/>
                  </a:cubicBezTo>
                  <a:cubicBezTo>
                    <a:pt x="3105" y="9139"/>
                    <a:pt x="3319" y="9193"/>
                    <a:pt x="3542" y="9193"/>
                  </a:cubicBezTo>
                  <a:cubicBezTo>
                    <a:pt x="3711" y="9193"/>
                    <a:pt x="3881" y="9157"/>
                    <a:pt x="4050" y="9104"/>
                  </a:cubicBezTo>
                  <a:lnTo>
                    <a:pt x="11544" y="6311"/>
                  </a:lnTo>
                  <a:cubicBezTo>
                    <a:pt x="12293" y="6035"/>
                    <a:pt x="12677" y="5205"/>
                    <a:pt x="12400" y="4456"/>
                  </a:cubicBezTo>
                  <a:cubicBezTo>
                    <a:pt x="12185" y="3872"/>
                    <a:pt x="11627" y="3510"/>
                    <a:pt x="11037" y="3510"/>
                  </a:cubicBezTo>
                  <a:cubicBezTo>
                    <a:pt x="10870" y="3510"/>
                    <a:pt x="10701" y="3539"/>
                    <a:pt x="10536" y="3600"/>
                  </a:cubicBezTo>
                  <a:lnTo>
                    <a:pt x="4479" y="5857"/>
                  </a:lnTo>
                  <a:lnTo>
                    <a:pt x="2998" y="1021"/>
                  </a:lnTo>
                  <a:cubicBezTo>
                    <a:pt x="2809" y="405"/>
                    <a:pt x="2243" y="0"/>
                    <a:pt x="1625" y="0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4"/>
            <p:cNvSpPr/>
            <p:nvPr/>
          </p:nvSpPr>
          <p:spPr>
            <a:xfrm>
              <a:off x="3422527" y="6006327"/>
              <a:ext cx="764310" cy="325753"/>
            </a:xfrm>
            <a:custGeom>
              <a:rect b="b" l="l" r="r" t="t"/>
              <a:pathLst>
                <a:path extrusionOk="0" h="3396" w="7968">
                  <a:moveTo>
                    <a:pt x="2628" y="1"/>
                  </a:moveTo>
                  <a:cubicBezTo>
                    <a:pt x="1096" y="1"/>
                    <a:pt x="1" y="568"/>
                    <a:pt x="1" y="568"/>
                  </a:cubicBezTo>
                  <a:lnTo>
                    <a:pt x="768" y="3396"/>
                  </a:lnTo>
                  <a:cubicBezTo>
                    <a:pt x="3061" y="2406"/>
                    <a:pt x="7967" y="1906"/>
                    <a:pt x="5228" y="595"/>
                  </a:cubicBezTo>
                  <a:cubicBezTo>
                    <a:pt x="4306" y="149"/>
                    <a:pt x="3410" y="1"/>
                    <a:pt x="2628" y="1"/>
                  </a:cubicBezTo>
                  <a:close/>
                </a:path>
              </a:pathLst>
            </a:custGeom>
            <a:solidFill>
              <a:srgbClr val="C95B47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4"/>
            <p:cNvSpPr/>
            <p:nvPr/>
          </p:nvSpPr>
          <p:spPr>
            <a:xfrm>
              <a:off x="3645071" y="5960188"/>
              <a:ext cx="368246" cy="110982"/>
            </a:xfrm>
            <a:custGeom>
              <a:rect b="b" l="l" r="r" t="t"/>
              <a:pathLst>
                <a:path extrusionOk="0" h="1157" w="3839">
                  <a:moveTo>
                    <a:pt x="3200" y="0"/>
                  </a:moveTo>
                  <a:cubicBezTo>
                    <a:pt x="3131" y="0"/>
                    <a:pt x="3048" y="13"/>
                    <a:pt x="2953" y="41"/>
                  </a:cubicBezTo>
                  <a:cubicBezTo>
                    <a:pt x="2141" y="282"/>
                    <a:pt x="0" y="496"/>
                    <a:pt x="0" y="496"/>
                  </a:cubicBezTo>
                  <a:lnTo>
                    <a:pt x="964" y="1156"/>
                  </a:lnTo>
                  <a:cubicBezTo>
                    <a:pt x="3376" y="1068"/>
                    <a:pt x="3839" y="0"/>
                    <a:pt x="3200" y="0"/>
                  </a:cubicBezTo>
                  <a:close/>
                </a:path>
              </a:pathLst>
            </a:custGeom>
            <a:solidFill>
              <a:srgbClr val="C95B47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4"/>
            <p:cNvSpPr/>
            <p:nvPr/>
          </p:nvSpPr>
          <p:spPr>
            <a:xfrm>
              <a:off x="3714328" y="6094673"/>
              <a:ext cx="302156" cy="39808"/>
            </a:xfrm>
            <a:custGeom>
              <a:rect b="b" l="l" r="r" t="t"/>
              <a:pathLst>
                <a:path extrusionOk="0" h="415" w="3150">
                  <a:moveTo>
                    <a:pt x="970" y="0"/>
                  </a:moveTo>
                  <a:cubicBezTo>
                    <a:pt x="660" y="0"/>
                    <a:pt x="332" y="14"/>
                    <a:pt x="1" y="48"/>
                  </a:cubicBezTo>
                  <a:lnTo>
                    <a:pt x="27" y="254"/>
                  </a:lnTo>
                  <a:cubicBezTo>
                    <a:pt x="343" y="222"/>
                    <a:pt x="655" y="209"/>
                    <a:pt x="953" y="209"/>
                  </a:cubicBezTo>
                  <a:cubicBezTo>
                    <a:pt x="2143" y="209"/>
                    <a:pt x="3098" y="414"/>
                    <a:pt x="3105" y="414"/>
                  </a:cubicBezTo>
                  <a:lnTo>
                    <a:pt x="3150" y="209"/>
                  </a:lnTo>
                  <a:cubicBezTo>
                    <a:pt x="3143" y="209"/>
                    <a:pt x="2181" y="0"/>
                    <a:pt x="970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4"/>
            <p:cNvSpPr/>
            <p:nvPr/>
          </p:nvSpPr>
          <p:spPr>
            <a:xfrm>
              <a:off x="3715191" y="6024745"/>
              <a:ext cx="237120" cy="40383"/>
            </a:xfrm>
            <a:custGeom>
              <a:rect b="b" l="l" r="r" t="t"/>
              <a:pathLst>
                <a:path extrusionOk="0" h="421" w="2472">
                  <a:moveTo>
                    <a:pt x="136" y="0"/>
                  </a:moveTo>
                  <a:cubicBezTo>
                    <a:pt x="91" y="0"/>
                    <a:pt x="46" y="1"/>
                    <a:pt x="1" y="1"/>
                  </a:cubicBezTo>
                  <a:lnTo>
                    <a:pt x="10" y="207"/>
                  </a:lnTo>
                  <a:cubicBezTo>
                    <a:pt x="54" y="206"/>
                    <a:pt x="98" y="206"/>
                    <a:pt x="142" y="206"/>
                  </a:cubicBezTo>
                  <a:cubicBezTo>
                    <a:pt x="1293" y="206"/>
                    <a:pt x="2419" y="421"/>
                    <a:pt x="2436" y="421"/>
                  </a:cubicBezTo>
                  <a:lnTo>
                    <a:pt x="2472" y="224"/>
                  </a:lnTo>
                  <a:cubicBezTo>
                    <a:pt x="2463" y="216"/>
                    <a:pt x="1313" y="0"/>
                    <a:pt x="136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4"/>
            <p:cNvSpPr/>
            <p:nvPr/>
          </p:nvSpPr>
          <p:spPr>
            <a:xfrm>
              <a:off x="2637774" y="5668004"/>
              <a:ext cx="707812" cy="604216"/>
            </a:xfrm>
            <a:custGeom>
              <a:rect b="b" l="l" r="r" t="t"/>
              <a:pathLst>
                <a:path extrusionOk="0" h="6299" w="7379">
                  <a:moveTo>
                    <a:pt x="197" y="0"/>
                  </a:moveTo>
                  <a:lnTo>
                    <a:pt x="1" y="63"/>
                  </a:lnTo>
                  <a:lnTo>
                    <a:pt x="2204" y="6299"/>
                  </a:lnTo>
                  <a:lnTo>
                    <a:pt x="7379" y="4523"/>
                  </a:lnTo>
                  <a:lnTo>
                    <a:pt x="7316" y="4327"/>
                  </a:lnTo>
                  <a:lnTo>
                    <a:pt x="2329" y="6040"/>
                  </a:lnTo>
                  <a:lnTo>
                    <a:pt x="197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4"/>
            <p:cNvSpPr/>
            <p:nvPr/>
          </p:nvSpPr>
          <p:spPr>
            <a:xfrm>
              <a:off x="4205554" y="6991848"/>
              <a:ext cx="862631" cy="623017"/>
            </a:xfrm>
            <a:custGeom>
              <a:rect b="b" l="l" r="r" t="t"/>
              <a:pathLst>
                <a:path extrusionOk="0" h="6495" w="8993">
                  <a:moveTo>
                    <a:pt x="2846" y="0"/>
                  </a:moveTo>
                  <a:lnTo>
                    <a:pt x="0" y="3738"/>
                  </a:lnTo>
                  <a:lnTo>
                    <a:pt x="2543" y="6495"/>
                  </a:lnTo>
                  <a:lnTo>
                    <a:pt x="8993" y="1731"/>
                  </a:lnTo>
                  <a:lnTo>
                    <a:pt x="8993" y="1731"/>
                  </a:lnTo>
                  <a:cubicBezTo>
                    <a:pt x="8993" y="1731"/>
                    <a:pt x="8666" y="1764"/>
                    <a:pt x="8152" y="1764"/>
                  </a:cubicBezTo>
                  <a:cubicBezTo>
                    <a:pt x="6834" y="1764"/>
                    <a:pt x="4284" y="1547"/>
                    <a:pt x="2846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4"/>
            <p:cNvSpPr/>
            <p:nvPr/>
          </p:nvSpPr>
          <p:spPr>
            <a:xfrm>
              <a:off x="4197017" y="6981584"/>
              <a:ext cx="894285" cy="641817"/>
            </a:xfrm>
            <a:custGeom>
              <a:rect b="b" l="l" r="r" t="t"/>
              <a:pathLst>
                <a:path extrusionOk="0" h="6691" w="9323">
                  <a:moveTo>
                    <a:pt x="2944" y="214"/>
                  </a:moveTo>
                  <a:cubicBezTo>
                    <a:pt x="4394" y="1716"/>
                    <a:pt x="6920" y="1935"/>
                    <a:pt x="8237" y="1935"/>
                  </a:cubicBezTo>
                  <a:cubicBezTo>
                    <a:pt x="8492" y="1935"/>
                    <a:pt x="8702" y="1927"/>
                    <a:pt x="8850" y="1918"/>
                  </a:cubicBezTo>
                  <a:lnTo>
                    <a:pt x="8850" y="1918"/>
                  </a:lnTo>
                  <a:lnTo>
                    <a:pt x="2641" y="6512"/>
                  </a:lnTo>
                  <a:lnTo>
                    <a:pt x="179" y="3845"/>
                  </a:lnTo>
                  <a:lnTo>
                    <a:pt x="2944" y="214"/>
                  </a:lnTo>
                  <a:close/>
                  <a:moveTo>
                    <a:pt x="2935" y="0"/>
                  </a:moveTo>
                  <a:lnTo>
                    <a:pt x="0" y="3854"/>
                  </a:lnTo>
                  <a:lnTo>
                    <a:pt x="2623" y="6691"/>
                  </a:lnTo>
                  <a:lnTo>
                    <a:pt x="9323" y="1740"/>
                  </a:lnTo>
                  <a:lnTo>
                    <a:pt x="9073" y="1766"/>
                  </a:lnTo>
                  <a:cubicBezTo>
                    <a:pt x="9061" y="1766"/>
                    <a:pt x="8748" y="1796"/>
                    <a:pt x="8260" y="1796"/>
                  </a:cubicBezTo>
                  <a:cubicBezTo>
                    <a:pt x="6957" y="1796"/>
                    <a:pt x="4404" y="1588"/>
                    <a:pt x="2989" y="62"/>
                  </a:cubicBezTo>
                  <a:lnTo>
                    <a:pt x="2935" y="0"/>
                  </a:lnTo>
                  <a:close/>
                </a:path>
              </a:pathLst>
            </a:custGeom>
            <a:solidFill>
              <a:srgbClr val="16161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4"/>
            <p:cNvSpPr/>
            <p:nvPr/>
          </p:nvSpPr>
          <p:spPr>
            <a:xfrm>
              <a:off x="2874898" y="5847669"/>
              <a:ext cx="88153" cy="402299"/>
            </a:xfrm>
            <a:custGeom>
              <a:rect b="b" l="l" r="r" t="t"/>
              <a:pathLst>
                <a:path extrusionOk="0" h="4194" w="919">
                  <a:moveTo>
                    <a:pt x="714" y="1"/>
                  </a:moveTo>
                  <a:lnTo>
                    <a:pt x="0" y="4158"/>
                  </a:lnTo>
                  <a:lnTo>
                    <a:pt x="205" y="4194"/>
                  </a:lnTo>
                  <a:lnTo>
                    <a:pt x="919" y="36"/>
                  </a:lnTo>
                  <a:lnTo>
                    <a:pt x="714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4"/>
            <p:cNvSpPr/>
            <p:nvPr/>
          </p:nvSpPr>
          <p:spPr>
            <a:xfrm>
              <a:off x="4045553" y="5631169"/>
              <a:ext cx="213140" cy="339853"/>
            </a:xfrm>
            <a:custGeom>
              <a:rect b="b" l="l" r="r" t="t"/>
              <a:pathLst>
                <a:path extrusionOk="0" h="3543" w="2222">
                  <a:moveTo>
                    <a:pt x="892" y="1"/>
                  </a:moveTo>
                  <a:lnTo>
                    <a:pt x="0" y="598"/>
                  </a:lnTo>
                  <a:lnTo>
                    <a:pt x="812" y="3542"/>
                  </a:lnTo>
                  <a:cubicBezTo>
                    <a:pt x="812" y="3542"/>
                    <a:pt x="1463" y="3328"/>
                    <a:pt x="1668" y="3212"/>
                  </a:cubicBezTo>
                  <a:cubicBezTo>
                    <a:pt x="2088" y="2980"/>
                    <a:pt x="2221" y="2579"/>
                    <a:pt x="2221" y="2579"/>
                  </a:cubicBezTo>
                  <a:lnTo>
                    <a:pt x="892" y="1"/>
                  </a:lnTo>
                  <a:close/>
                </a:path>
              </a:pathLst>
            </a:custGeom>
            <a:solidFill>
              <a:srgbClr val="96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4"/>
            <p:cNvSpPr/>
            <p:nvPr/>
          </p:nvSpPr>
          <p:spPr>
            <a:xfrm>
              <a:off x="4209775" y="5603831"/>
              <a:ext cx="48920" cy="75395"/>
            </a:xfrm>
            <a:custGeom>
              <a:rect b="b" l="l" r="r" t="t"/>
              <a:pathLst>
                <a:path extrusionOk="0" h="786" w="510">
                  <a:moveTo>
                    <a:pt x="509" y="0"/>
                  </a:moveTo>
                  <a:lnTo>
                    <a:pt x="509" y="0"/>
                  </a:lnTo>
                  <a:cubicBezTo>
                    <a:pt x="465" y="9"/>
                    <a:pt x="420" y="27"/>
                    <a:pt x="376" y="45"/>
                  </a:cubicBezTo>
                  <a:cubicBezTo>
                    <a:pt x="304" y="321"/>
                    <a:pt x="170" y="580"/>
                    <a:pt x="1" y="785"/>
                  </a:cubicBezTo>
                  <a:cubicBezTo>
                    <a:pt x="19" y="767"/>
                    <a:pt x="37" y="750"/>
                    <a:pt x="54" y="732"/>
                  </a:cubicBezTo>
                  <a:cubicBezTo>
                    <a:pt x="260" y="527"/>
                    <a:pt x="420" y="277"/>
                    <a:pt x="509" y="0"/>
                  </a:cubicBezTo>
                  <a:close/>
                </a:path>
              </a:pathLst>
            </a:custGeom>
            <a:solidFill>
              <a:srgbClr val="96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4"/>
            <p:cNvSpPr/>
            <p:nvPr/>
          </p:nvSpPr>
          <p:spPr>
            <a:xfrm>
              <a:off x="4077208" y="5608052"/>
              <a:ext cx="168632" cy="117313"/>
            </a:xfrm>
            <a:custGeom>
              <a:rect b="b" l="l" r="r" t="t"/>
              <a:pathLst>
                <a:path extrusionOk="0" h="1223" w="1758">
                  <a:moveTo>
                    <a:pt x="1758" y="1"/>
                  </a:moveTo>
                  <a:lnTo>
                    <a:pt x="1758" y="1"/>
                  </a:lnTo>
                  <a:cubicBezTo>
                    <a:pt x="1205" y="242"/>
                    <a:pt x="607" y="438"/>
                    <a:pt x="0" y="590"/>
                  </a:cubicBezTo>
                  <a:cubicBezTo>
                    <a:pt x="196" y="804"/>
                    <a:pt x="384" y="1009"/>
                    <a:pt x="580" y="1223"/>
                  </a:cubicBezTo>
                  <a:cubicBezTo>
                    <a:pt x="874" y="1116"/>
                    <a:pt x="1151" y="955"/>
                    <a:pt x="1383" y="741"/>
                  </a:cubicBezTo>
                  <a:cubicBezTo>
                    <a:pt x="1552" y="536"/>
                    <a:pt x="1686" y="277"/>
                    <a:pt x="1758" y="1"/>
                  </a:cubicBezTo>
                  <a:close/>
                </a:path>
              </a:pathLst>
            </a:custGeom>
            <a:solidFill>
              <a:srgbClr val="96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4"/>
            <p:cNvSpPr/>
            <p:nvPr/>
          </p:nvSpPr>
          <p:spPr>
            <a:xfrm>
              <a:off x="4245746" y="5539658"/>
              <a:ext cx="22350" cy="68489"/>
            </a:xfrm>
            <a:custGeom>
              <a:rect b="b" l="l" r="r" t="t"/>
              <a:pathLst>
                <a:path extrusionOk="0" h="714" w="233">
                  <a:moveTo>
                    <a:pt x="197" y="0"/>
                  </a:moveTo>
                  <a:cubicBezTo>
                    <a:pt x="152" y="0"/>
                    <a:pt x="117" y="27"/>
                    <a:pt x="90" y="45"/>
                  </a:cubicBezTo>
                  <a:cubicBezTo>
                    <a:pt x="108" y="277"/>
                    <a:pt x="72" y="500"/>
                    <a:pt x="1" y="714"/>
                  </a:cubicBezTo>
                  <a:cubicBezTo>
                    <a:pt x="45" y="696"/>
                    <a:pt x="90" y="678"/>
                    <a:pt x="134" y="669"/>
                  </a:cubicBezTo>
                  <a:cubicBezTo>
                    <a:pt x="206" y="455"/>
                    <a:pt x="233" y="223"/>
                    <a:pt x="197" y="0"/>
                  </a:cubicBezTo>
                  <a:close/>
                </a:path>
              </a:pathLst>
            </a:custGeom>
            <a:solidFill>
              <a:srgbClr val="96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4"/>
            <p:cNvSpPr/>
            <p:nvPr/>
          </p:nvSpPr>
          <p:spPr>
            <a:xfrm>
              <a:off x="4077208" y="5543879"/>
              <a:ext cx="178895" cy="120766"/>
            </a:xfrm>
            <a:custGeom>
              <a:rect b="b" l="l" r="r" t="t"/>
              <a:pathLst>
                <a:path extrusionOk="0" h="1259" w="1865">
                  <a:moveTo>
                    <a:pt x="1847" y="1"/>
                  </a:moveTo>
                  <a:cubicBezTo>
                    <a:pt x="1436" y="322"/>
                    <a:pt x="1008" y="607"/>
                    <a:pt x="562" y="875"/>
                  </a:cubicBezTo>
                  <a:cubicBezTo>
                    <a:pt x="384" y="1009"/>
                    <a:pt x="196" y="1134"/>
                    <a:pt x="0" y="1259"/>
                  </a:cubicBezTo>
                  <a:cubicBezTo>
                    <a:pt x="607" y="1107"/>
                    <a:pt x="1205" y="911"/>
                    <a:pt x="1758" y="670"/>
                  </a:cubicBezTo>
                  <a:cubicBezTo>
                    <a:pt x="1829" y="456"/>
                    <a:pt x="1865" y="233"/>
                    <a:pt x="1847" y="1"/>
                  </a:cubicBezTo>
                  <a:close/>
                </a:path>
              </a:pathLst>
            </a:custGeom>
            <a:solidFill>
              <a:srgbClr val="96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4"/>
            <p:cNvSpPr/>
            <p:nvPr/>
          </p:nvSpPr>
          <p:spPr>
            <a:xfrm>
              <a:off x="4246609" y="5527476"/>
              <a:ext cx="18033" cy="16499"/>
            </a:xfrm>
            <a:custGeom>
              <a:rect b="b" l="l" r="r" t="t"/>
              <a:pathLst>
                <a:path extrusionOk="0" h="172" w="188">
                  <a:moveTo>
                    <a:pt x="76" y="1"/>
                  </a:moveTo>
                  <a:cubicBezTo>
                    <a:pt x="47" y="1"/>
                    <a:pt x="24" y="24"/>
                    <a:pt x="1" y="47"/>
                  </a:cubicBezTo>
                  <a:cubicBezTo>
                    <a:pt x="45" y="56"/>
                    <a:pt x="72" y="118"/>
                    <a:pt x="81" y="172"/>
                  </a:cubicBezTo>
                  <a:cubicBezTo>
                    <a:pt x="108" y="154"/>
                    <a:pt x="143" y="127"/>
                    <a:pt x="188" y="127"/>
                  </a:cubicBezTo>
                  <a:cubicBezTo>
                    <a:pt x="170" y="65"/>
                    <a:pt x="143" y="2"/>
                    <a:pt x="90" y="2"/>
                  </a:cubicBezTo>
                  <a:cubicBezTo>
                    <a:pt x="85" y="1"/>
                    <a:pt x="80" y="1"/>
                    <a:pt x="76" y="1"/>
                  </a:cubicBezTo>
                  <a:close/>
                </a:path>
              </a:pathLst>
            </a:custGeom>
            <a:solidFill>
              <a:srgbClr val="96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4"/>
            <p:cNvSpPr/>
            <p:nvPr/>
          </p:nvSpPr>
          <p:spPr>
            <a:xfrm>
              <a:off x="4131117" y="5531888"/>
              <a:ext cx="123260" cy="95922"/>
            </a:xfrm>
            <a:custGeom>
              <a:rect b="b" l="l" r="r" t="t"/>
              <a:pathLst>
                <a:path extrusionOk="0" h="1000" w="1285">
                  <a:moveTo>
                    <a:pt x="1205" y="1"/>
                  </a:moveTo>
                  <a:cubicBezTo>
                    <a:pt x="874" y="322"/>
                    <a:pt x="518" y="616"/>
                    <a:pt x="143" y="893"/>
                  </a:cubicBezTo>
                  <a:cubicBezTo>
                    <a:pt x="98" y="929"/>
                    <a:pt x="54" y="964"/>
                    <a:pt x="0" y="1000"/>
                  </a:cubicBezTo>
                  <a:cubicBezTo>
                    <a:pt x="446" y="732"/>
                    <a:pt x="874" y="447"/>
                    <a:pt x="1285" y="126"/>
                  </a:cubicBezTo>
                  <a:cubicBezTo>
                    <a:pt x="1276" y="72"/>
                    <a:pt x="1249" y="10"/>
                    <a:pt x="1205" y="1"/>
                  </a:cubicBezTo>
                  <a:close/>
                </a:path>
              </a:pathLst>
            </a:custGeom>
            <a:solidFill>
              <a:srgbClr val="96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4"/>
            <p:cNvSpPr/>
            <p:nvPr/>
          </p:nvSpPr>
          <p:spPr>
            <a:xfrm>
              <a:off x="2590771" y="5290640"/>
              <a:ext cx="340621" cy="340621"/>
            </a:xfrm>
            <a:custGeom>
              <a:rect b="b" l="l" r="r" t="t"/>
              <a:pathLst>
                <a:path extrusionOk="0" h="3551" w="3551">
                  <a:moveTo>
                    <a:pt x="1776" y="0"/>
                  </a:moveTo>
                  <a:cubicBezTo>
                    <a:pt x="794" y="0"/>
                    <a:pt x="0" y="794"/>
                    <a:pt x="0" y="1775"/>
                  </a:cubicBezTo>
                  <a:cubicBezTo>
                    <a:pt x="0" y="2757"/>
                    <a:pt x="794" y="3551"/>
                    <a:pt x="1776" y="3551"/>
                  </a:cubicBezTo>
                  <a:cubicBezTo>
                    <a:pt x="2757" y="3551"/>
                    <a:pt x="3551" y="2757"/>
                    <a:pt x="3551" y="1775"/>
                  </a:cubicBezTo>
                  <a:cubicBezTo>
                    <a:pt x="3551" y="794"/>
                    <a:pt x="2757" y="0"/>
                    <a:pt x="1776" y="0"/>
                  </a:cubicBezTo>
                  <a:close/>
                </a:path>
              </a:pathLst>
            </a:custGeom>
            <a:solidFill>
              <a:srgbClr val="C95B47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4"/>
            <p:cNvSpPr/>
            <p:nvPr/>
          </p:nvSpPr>
          <p:spPr>
            <a:xfrm>
              <a:off x="2808998" y="5490737"/>
              <a:ext cx="77985" cy="42110"/>
            </a:xfrm>
            <a:custGeom>
              <a:rect b="b" l="l" r="r" t="t"/>
              <a:pathLst>
                <a:path extrusionOk="0" h="439" w="813">
                  <a:moveTo>
                    <a:pt x="135" y="1"/>
                  </a:moveTo>
                  <a:cubicBezTo>
                    <a:pt x="97" y="1"/>
                    <a:pt x="59" y="21"/>
                    <a:pt x="36" y="55"/>
                  </a:cubicBezTo>
                  <a:cubicBezTo>
                    <a:pt x="0" y="109"/>
                    <a:pt x="18" y="180"/>
                    <a:pt x="80" y="216"/>
                  </a:cubicBezTo>
                  <a:cubicBezTo>
                    <a:pt x="89" y="225"/>
                    <a:pt x="375" y="394"/>
                    <a:pt x="669" y="439"/>
                  </a:cubicBezTo>
                  <a:lnTo>
                    <a:pt x="687" y="439"/>
                  </a:lnTo>
                  <a:cubicBezTo>
                    <a:pt x="750" y="439"/>
                    <a:pt x="794" y="394"/>
                    <a:pt x="803" y="332"/>
                  </a:cubicBezTo>
                  <a:cubicBezTo>
                    <a:pt x="812" y="269"/>
                    <a:pt x="767" y="216"/>
                    <a:pt x="705" y="207"/>
                  </a:cubicBezTo>
                  <a:cubicBezTo>
                    <a:pt x="455" y="171"/>
                    <a:pt x="196" y="19"/>
                    <a:pt x="196" y="19"/>
                  </a:cubicBezTo>
                  <a:cubicBezTo>
                    <a:pt x="177" y="7"/>
                    <a:pt x="156" y="1"/>
                    <a:pt x="135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4"/>
            <p:cNvSpPr/>
            <p:nvPr/>
          </p:nvSpPr>
          <p:spPr>
            <a:xfrm>
              <a:off x="2760173" y="5421384"/>
              <a:ext cx="76258" cy="32805"/>
            </a:xfrm>
            <a:custGeom>
              <a:rect b="b" l="l" r="r" t="t"/>
              <a:pathLst>
                <a:path extrusionOk="0" h="342" w="795">
                  <a:moveTo>
                    <a:pt x="419" y="0"/>
                  </a:moveTo>
                  <a:cubicBezTo>
                    <a:pt x="268" y="0"/>
                    <a:pt x="132" y="70"/>
                    <a:pt x="54" y="127"/>
                  </a:cubicBezTo>
                  <a:cubicBezTo>
                    <a:pt x="10" y="172"/>
                    <a:pt x="1" y="243"/>
                    <a:pt x="36" y="296"/>
                  </a:cubicBezTo>
                  <a:cubicBezTo>
                    <a:pt x="63" y="323"/>
                    <a:pt x="90" y="341"/>
                    <a:pt x="126" y="341"/>
                  </a:cubicBezTo>
                  <a:cubicBezTo>
                    <a:pt x="152" y="341"/>
                    <a:pt x="179" y="332"/>
                    <a:pt x="197" y="314"/>
                  </a:cubicBezTo>
                  <a:cubicBezTo>
                    <a:pt x="203" y="308"/>
                    <a:pt x="301" y="234"/>
                    <a:pt x="416" y="234"/>
                  </a:cubicBezTo>
                  <a:cubicBezTo>
                    <a:pt x="473" y="234"/>
                    <a:pt x="533" y="252"/>
                    <a:pt x="589" y="305"/>
                  </a:cubicBezTo>
                  <a:cubicBezTo>
                    <a:pt x="611" y="327"/>
                    <a:pt x="638" y="338"/>
                    <a:pt x="666" y="338"/>
                  </a:cubicBezTo>
                  <a:cubicBezTo>
                    <a:pt x="696" y="338"/>
                    <a:pt x="727" y="324"/>
                    <a:pt x="750" y="296"/>
                  </a:cubicBezTo>
                  <a:cubicBezTo>
                    <a:pt x="795" y="252"/>
                    <a:pt x="795" y="180"/>
                    <a:pt x="750" y="136"/>
                  </a:cubicBezTo>
                  <a:cubicBezTo>
                    <a:pt x="642" y="36"/>
                    <a:pt x="527" y="0"/>
                    <a:pt x="419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4"/>
            <p:cNvSpPr/>
            <p:nvPr/>
          </p:nvSpPr>
          <p:spPr>
            <a:xfrm>
              <a:off x="2873171" y="5420904"/>
              <a:ext cx="70215" cy="32422"/>
            </a:xfrm>
            <a:custGeom>
              <a:rect b="b" l="l" r="r" t="t"/>
              <a:pathLst>
                <a:path extrusionOk="0" h="338" w="732">
                  <a:moveTo>
                    <a:pt x="382" y="1"/>
                  </a:moveTo>
                  <a:cubicBezTo>
                    <a:pt x="251" y="1"/>
                    <a:pt x="129" y="62"/>
                    <a:pt x="54" y="132"/>
                  </a:cubicBezTo>
                  <a:cubicBezTo>
                    <a:pt x="9" y="177"/>
                    <a:pt x="0" y="248"/>
                    <a:pt x="45" y="293"/>
                  </a:cubicBezTo>
                  <a:cubicBezTo>
                    <a:pt x="68" y="321"/>
                    <a:pt x="99" y="334"/>
                    <a:pt x="129" y="334"/>
                  </a:cubicBezTo>
                  <a:cubicBezTo>
                    <a:pt x="157" y="334"/>
                    <a:pt x="184" y="323"/>
                    <a:pt x="205" y="301"/>
                  </a:cubicBezTo>
                  <a:cubicBezTo>
                    <a:pt x="228" y="290"/>
                    <a:pt x="300" y="234"/>
                    <a:pt x="381" y="234"/>
                  </a:cubicBezTo>
                  <a:cubicBezTo>
                    <a:pt x="426" y="234"/>
                    <a:pt x="473" y="251"/>
                    <a:pt x="518" y="301"/>
                  </a:cubicBezTo>
                  <a:cubicBezTo>
                    <a:pt x="544" y="319"/>
                    <a:pt x="571" y="337"/>
                    <a:pt x="607" y="337"/>
                  </a:cubicBezTo>
                  <a:cubicBezTo>
                    <a:pt x="634" y="337"/>
                    <a:pt x="660" y="328"/>
                    <a:pt x="687" y="301"/>
                  </a:cubicBezTo>
                  <a:cubicBezTo>
                    <a:pt x="732" y="257"/>
                    <a:pt x="732" y="185"/>
                    <a:pt x="687" y="141"/>
                  </a:cubicBezTo>
                  <a:cubicBezTo>
                    <a:pt x="593" y="39"/>
                    <a:pt x="485" y="1"/>
                    <a:pt x="382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4"/>
            <p:cNvSpPr/>
            <p:nvPr/>
          </p:nvSpPr>
          <p:spPr>
            <a:xfrm>
              <a:off x="2541083" y="5139368"/>
              <a:ext cx="413426" cy="344745"/>
            </a:xfrm>
            <a:custGeom>
              <a:rect b="b" l="l" r="r" t="t"/>
              <a:pathLst>
                <a:path extrusionOk="0" h="3594" w="4310">
                  <a:moveTo>
                    <a:pt x="3498" y="0"/>
                  </a:moveTo>
                  <a:cubicBezTo>
                    <a:pt x="3442" y="0"/>
                    <a:pt x="3385" y="8"/>
                    <a:pt x="3328" y="25"/>
                  </a:cubicBezTo>
                  <a:cubicBezTo>
                    <a:pt x="3123" y="78"/>
                    <a:pt x="2954" y="230"/>
                    <a:pt x="2775" y="355"/>
                  </a:cubicBezTo>
                  <a:cubicBezTo>
                    <a:pt x="2187" y="739"/>
                    <a:pt x="1437" y="712"/>
                    <a:pt x="875" y="1140"/>
                  </a:cubicBezTo>
                  <a:cubicBezTo>
                    <a:pt x="536" y="1381"/>
                    <a:pt x="304" y="1764"/>
                    <a:pt x="179" y="2166"/>
                  </a:cubicBezTo>
                  <a:cubicBezTo>
                    <a:pt x="81" y="2460"/>
                    <a:pt x="1" y="2781"/>
                    <a:pt x="28" y="3085"/>
                  </a:cubicBezTo>
                  <a:cubicBezTo>
                    <a:pt x="46" y="3343"/>
                    <a:pt x="188" y="3593"/>
                    <a:pt x="456" y="3593"/>
                  </a:cubicBezTo>
                  <a:cubicBezTo>
                    <a:pt x="634" y="3593"/>
                    <a:pt x="813" y="3477"/>
                    <a:pt x="929" y="3335"/>
                  </a:cubicBezTo>
                  <a:cubicBezTo>
                    <a:pt x="1045" y="3192"/>
                    <a:pt x="1125" y="3013"/>
                    <a:pt x="1196" y="2835"/>
                  </a:cubicBezTo>
                  <a:cubicBezTo>
                    <a:pt x="1259" y="2683"/>
                    <a:pt x="1312" y="2523"/>
                    <a:pt x="1419" y="2407"/>
                  </a:cubicBezTo>
                  <a:cubicBezTo>
                    <a:pt x="1535" y="2264"/>
                    <a:pt x="1714" y="2184"/>
                    <a:pt x="1883" y="2139"/>
                  </a:cubicBezTo>
                  <a:cubicBezTo>
                    <a:pt x="2052" y="2101"/>
                    <a:pt x="2225" y="2091"/>
                    <a:pt x="2400" y="2091"/>
                  </a:cubicBezTo>
                  <a:cubicBezTo>
                    <a:pt x="2593" y="2091"/>
                    <a:pt x="2788" y="2103"/>
                    <a:pt x="2981" y="2103"/>
                  </a:cubicBezTo>
                  <a:cubicBezTo>
                    <a:pt x="3346" y="2095"/>
                    <a:pt x="3739" y="2023"/>
                    <a:pt x="4006" y="1756"/>
                  </a:cubicBezTo>
                  <a:cubicBezTo>
                    <a:pt x="4212" y="1541"/>
                    <a:pt x="4310" y="1229"/>
                    <a:pt x="4292" y="926"/>
                  </a:cubicBezTo>
                  <a:cubicBezTo>
                    <a:pt x="4283" y="667"/>
                    <a:pt x="4185" y="408"/>
                    <a:pt x="4006" y="230"/>
                  </a:cubicBezTo>
                  <a:cubicBezTo>
                    <a:pt x="3870" y="86"/>
                    <a:pt x="3685" y="0"/>
                    <a:pt x="3498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4"/>
            <p:cNvSpPr/>
            <p:nvPr/>
          </p:nvSpPr>
          <p:spPr>
            <a:xfrm>
              <a:off x="2547989" y="5409585"/>
              <a:ext cx="85659" cy="85659"/>
            </a:xfrm>
            <a:custGeom>
              <a:rect b="b" l="l" r="r" t="t"/>
              <a:pathLst>
                <a:path extrusionOk="0" h="893" w="893">
                  <a:moveTo>
                    <a:pt x="446" y="0"/>
                  </a:moveTo>
                  <a:cubicBezTo>
                    <a:pt x="205" y="0"/>
                    <a:pt x="0" y="196"/>
                    <a:pt x="0" y="446"/>
                  </a:cubicBezTo>
                  <a:cubicBezTo>
                    <a:pt x="0" y="687"/>
                    <a:pt x="205" y="892"/>
                    <a:pt x="446" y="892"/>
                  </a:cubicBezTo>
                  <a:cubicBezTo>
                    <a:pt x="696" y="892"/>
                    <a:pt x="892" y="687"/>
                    <a:pt x="892" y="446"/>
                  </a:cubicBezTo>
                  <a:cubicBezTo>
                    <a:pt x="892" y="196"/>
                    <a:pt x="696" y="0"/>
                    <a:pt x="446" y="0"/>
                  </a:cubicBezTo>
                  <a:close/>
                </a:path>
              </a:pathLst>
            </a:custGeom>
            <a:solidFill>
              <a:srgbClr val="C95B47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4"/>
            <p:cNvSpPr/>
            <p:nvPr/>
          </p:nvSpPr>
          <p:spPr>
            <a:xfrm>
              <a:off x="1350763" y="5493423"/>
              <a:ext cx="86522" cy="86522"/>
            </a:xfrm>
            <a:custGeom>
              <a:rect b="b" l="l" r="r" t="t"/>
              <a:pathLst>
                <a:path extrusionOk="0" h="902" w="902">
                  <a:moveTo>
                    <a:pt x="456" y="0"/>
                  </a:moveTo>
                  <a:cubicBezTo>
                    <a:pt x="206" y="0"/>
                    <a:pt x="1" y="206"/>
                    <a:pt x="1" y="455"/>
                  </a:cubicBezTo>
                  <a:cubicBezTo>
                    <a:pt x="1" y="705"/>
                    <a:pt x="206" y="901"/>
                    <a:pt x="456" y="901"/>
                  </a:cubicBezTo>
                  <a:cubicBezTo>
                    <a:pt x="705" y="901"/>
                    <a:pt x="902" y="705"/>
                    <a:pt x="902" y="455"/>
                  </a:cubicBezTo>
                  <a:cubicBezTo>
                    <a:pt x="902" y="206"/>
                    <a:pt x="705" y="0"/>
                    <a:pt x="456" y="0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4"/>
            <p:cNvSpPr/>
            <p:nvPr/>
          </p:nvSpPr>
          <p:spPr>
            <a:xfrm>
              <a:off x="7999056" y="3723724"/>
              <a:ext cx="61678" cy="61774"/>
            </a:xfrm>
            <a:custGeom>
              <a:rect b="b" l="l" r="r" t="t"/>
              <a:pathLst>
                <a:path extrusionOk="0" h="644" w="643">
                  <a:moveTo>
                    <a:pt x="321" y="1"/>
                  </a:moveTo>
                  <a:cubicBezTo>
                    <a:pt x="143" y="1"/>
                    <a:pt x="0" y="144"/>
                    <a:pt x="0" y="322"/>
                  </a:cubicBezTo>
                  <a:cubicBezTo>
                    <a:pt x="0" y="500"/>
                    <a:pt x="143" y="643"/>
                    <a:pt x="321" y="643"/>
                  </a:cubicBezTo>
                  <a:cubicBezTo>
                    <a:pt x="500" y="643"/>
                    <a:pt x="643" y="500"/>
                    <a:pt x="643" y="322"/>
                  </a:cubicBezTo>
                  <a:cubicBezTo>
                    <a:pt x="643" y="144"/>
                    <a:pt x="500" y="1"/>
                    <a:pt x="321" y="1"/>
                  </a:cubicBezTo>
                  <a:close/>
                </a:path>
              </a:pathLst>
            </a:custGeom>
            <a:solidFill>
              <a:srgbClr val="00CC7E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4"/>
            <p:cNvSpPr/>
            <p:nvPr/>
          </p:nvSpPr>
          <p:spPr>
            <a:xfrm>
              <a:off x="961408" y="2704534"/>
              <a:ext cx="42877" cy="43741"/>
            </a:xfrm>
            <a:custGeom>
              <a:rect b="b" l="l" r="r" t="t"/>
              <a:pathLst>
                <a:path extrusionOk="0" h="456" w="447">
                  <a:moveTo>
                    <a:pt x="224" y="1"/>
                  </a:moveTo>
                  <a:cubicBezTo>
                    <a:pt x="99" y="1"/>
                    <a:pt x="1" y="108"/>
                    <a:pt x="1" y="233"/>
                  </a:cubicBezTo>
                  <a:cubicBezTo>
                    <a:pt x="1" y="358"/>
                    <a:pt x="99" y="456"/>
                    <a:pt x="224" y="456"/>
                  </a:cubicBezTo>
                  <a:cubicBezTo>
                    <a:pt x="349" y="456"/>
                    <a:pt x="447" y="358"/>
                    <a:pt x="447" y="233"/>
                  </a:cubicBezTo>
                  <a:cubicBezTo>
                    <a:pt x="447" y="108"/>
                    <a:pt x="349" y="1"/>
                    <a:pt x="224" y="1"/>
                  </a:cubicBezTo>
                  <a:close/>
                </a:path>
              </a:pathLst>
            </a:custGeom>
            <a:solidFill>
              <a:srgbClr val="8585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4"/>
            <p:cNvSpPr/>
            <p:nvPr/>
          </p:nvSpPr>
          <p:spPr>
            <a:xfrm>
              <a:off x="2613025" y="3084488"/>
              <a:ext cx="92469" cy="92565"/>
            </a:xfrm>
            <a:custGeom>
              <a:rect b="b" l="l" r="r" t="t"/>
              <a:pathLst>
                <a:path extrusionOk="0" h="965" w="964">
                  <a:moveTo>
                    <a:pt x="482" y="1"/>
                  </a:moveTo>
                  <a:cubicBezTo>
                    <a:pt x="214" y="1"/>
                    <a:pt x="0" y="215"/>
                    <a:pt x="0" y="483"/>
                  </a:cubicBezTo>
                  <a:cubicBezTo>
                    <a:pt x="0" y="750"/>
                    <a:pt x="214" y="964"/>
                    <a:pt x="482" y="964"/>
                  </a:cubicBezTo>
                  <a:cubicBezTo>
                    <a:pt x="750" y="964"/>
                    <a:pt x="964" y="750"/>
                    <a:pt x="964" y="483"/>
                  </a:cubicBezTo>
                  <a:cubicBezTo>
                    <a:pt x="964" y="215"/>
                    <a:pt x="750" y="1"/>
                    <a:pt x="482" y="1"/>
                  </a:cubicBezTo>
                  <a:close/>
                </a:path>
              </a:pathLst>
            </a:custGeom>
            <a:solidFill>
              <a:srgbClr val="FFA99B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4"/>
            <p:cNvSpPr/>
            <p:nvPr/>
          </p:nvSpPr>
          <p:spPr>
            <a:xfrm>
              <a:off x="4734382" y="4038642"/>
              <a:ext cx="61678" cy="61774"/>
            </a:xfrm>
            <a:custGeom>
              <a:rect b="b" l="l" r="r" t="t"/>
              <a:pathLst>
                <a:path extrusionOk="0" h="644" w="643">
                  <a:moveTo>
                    <a:pt x="322" y="1"/>
                  </a:moveTo>
                  <a:cubicBezTo>
                    <a:pt x="143" y="1"/>
                    <a:pt x="1" y="143"/>
                    <a:pt x="1" y="322"/>
                  </a:cubicBezTo>
                  <a:cubicBezTo>
                    <a:pt x="1" y="500"/>
                    <a:pt x="143" y="643"/>
                    <a:pt x="322" y="643"/>
                  </a:cubicBezTo>
                  <a:cubicBezTo>
                    <a:pt x="500" y="643"/>
                    <a:pt x="643" y="500"/>
                    <a:pt x="643" y="322"/>
                  </a:cubicBezTo>
                  <a:cubicBezTo>
                    <a:pt x="643" y="143"/>
                    <a:pt x="500" y="1"/>
                    <a:pt x="322" y="1"/>
                  </a:cubicBezTo>
                  <a:close/>
                </a:path>
              </a:pathLst>
            </a:custGeom>
            <a:solidFill>
              <a:srgbClr val="FFADEE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4"/>
            <p:cNvSpPr/>
            <p:nvPr/>
          </p:nvSpPr>
          <p:spPr>
            <a:xfrm>
              <a:off x="5584172" y="6204506"/>
              <a:ext cx="88249" cy="87385"/>
            </a:xfrm>
            <a:custGeom>
              <a:rect b="b" l="l" r="r" t="t"/>
              <a:pathLst>
                <a:path extrusionOk="0" h="911" w="920">
                  <a:moveTo>
                    <a:pt x="464" y="1"/>
                  </a:moveTo>
                  <a:cubicBezTo>
                    <a:pt x="205" y="1"/>
                    <a:pt x="0" y="206"/>
                    <a:pt x="0" y="456"/>
                  </a:cubicBezTo>
                  <a:cubicBezTo>
                    <a:pt x="0" y="706"/>
                    <a:pt x="205" y="911"/>
                    <a:pt x="464" y="911"/>
                  </a:cubicBezTo>
                  <a:cubicBezTo>
                    <a:pt x="714" y="911"/>
                    <a:pt x="919" y="706"/>
                    <a:pt x="919" y="456"/>
                  </a:cubicBezTo>
                  <a:cubicBezTo>
                    <a:pt x="919" y="206"/>
                    <a:pt x="714" y="1"/>
                    <a:pt x="464" y="1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4"/>
            <p:cNvSpPr/>
            <p:nvPr/>
          </p:nvSpPr>
          <p:spPr>
            <a:xfrm>
              <a:off x="1835179" y="7208348"/>
              <a:ext cx="1646510" cy="404793"/>
            </a:xfrm>
            <a:custGeom>
              <a:rect b="b" l="l" r="r" t="t"/>
              <a:pathLst>
                <a:path extrusionOk="0" h="4220" w="17165">
                  <a:moveTo>
                    <a:pt x="2034" y="0"/>
                  </a:moveTo>
                  <a:cubicBezTo>
                    <a:pt x="910" y="0"/>
                    <a:pt x="0" y="910"/>
                    <a:pt x="0" y="2034"/>
                  </a:cubicBezTo>
                  <a:cubicBezTo>
                    <a:pt x="0" y="3238"/>
                    <a:pt x="981" y="4220"/>
                    <a:pt x="2195" y="4220"/>
                  </a:cubicBezTo>
                  <a:lnTo>
                    <a:pt x="17164" y="4220"/>
                  </a:lnTo>
                  <a:lnTo>
                    <a:pt x="17164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4"/>
            <p:cNvSpPr/>
            <p:nvPr/>
          </p:nvSpPr>
          <p:spPr>
            <a:xfrm>
              <a:off x="1878824" y="6834341"/>
              <a:ext cx="1646510" cy="367191"/>
            </a:xfrm>
            <a:custGeom>
              <a:rect b="b" l="l" r="r" t="t"/>
              <a:pathLst>
                <a:path extrusionOk="0" h="3828" w="17165">
                  <a:moveTo>
                    <a:pt x="0" y="1"/>
                  </a:moveTo>
                  <a:lnTo>
                    <a:pt x="0" y="3828"/>
                  </a:lnTo>
                  <a:lnTo>
                    <a:pt x="15326" y="3828"/>
                  </a:lnTo>
                  <a:cubicBezTo>
                    <a:pt x="16343" y="3828"/>
                    <a:pt x="17164" y="2998"/>
                    <a:pt x="17164" y="1981"/>
                  </a:cubicBezTo>
                  <a:cubicBezTo>
                    <a:pt x="17164" y="884"/>
                    <a:pt x="16281" y="1"/>
                    <a:pt x="15184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4"/>
            <p:cNvSpPr/>
            <p:nvPr/>
          </p:nvSpPr>
          <p:spPr>
            <a:xfrm>
              <a:off x="1871917" y="6827531"/>
              <a:ext cx="1660227" cy="380908"/>
            </a:xfrm>
            <a:custGeom>
              <a:rect b="b" l="l" r="r" t="t"/>
              <a:pathLst>
                <a:path extrusionOk="0" h="3971" w="17308">
                  <a:moveTo>
                    <a:pt x="15256" y="134"/>
                  </a:moveTo>
                  <a:cubicBezTo>
                    <a:pt x="16308" y="134"/>
                    <a:pt x="17165" y="999"/>
                    <a:pt x="17165" y="2052"/>
                  </a:cubicBezTo>
                  <a:cubicBezTo>
                    <a:pt x="17165" y="3033"/>
                    <a:pt x="16371" y="3827"/>
                    <a:pt x="15398" y="3827"/>
                  </a:cubicBezTo>
                  <a:lnTo>
                    <a:pt x="143" y="3827"/>
                  </a:lnTo>
                  <a:lnTo>
                    <a:pt x="143" y="134"/>
                  </a:lnTo>
                  <a:close/>
                  <a:moveTo>
                    <a:pt x="1" y="0"/>
                  </a:moveTo>
                  <a:lnTo>
                    <a:pt x="1" y="3970"/>
                  </a:lnTo>
                  <a:lnTo>
                    <a:pt x="15398" y="3970"/>
                  </a:lnTo>
                  <a:cubicBezTo>
                    <a:pt x="16451" y="3970"/>
                    <a:pt x="17307" y="3114"/>
                    <a:pt x="17307" y="2052"/>
                  </a:cubicBezTo>
                  <a:cubicBezTo>
                    <a:pt x="17307" y="919"/>
                    <a:pt x="16389" y="0"/>
                    <a:pt x="15256" y="0"/>
                  </a:cubicBezTo>
                  <a:close/>
                </a:path>
              </a:pathLst>
            </a:custGeom>
            <a:solidFill>
              <a:srgbClr val="16161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4"/>
            <p:cNvSpPr/>
            <p:nvPr/>
          </p:nvSpPr>
          <p:spPr>
            <a:xfrm>
              <a:off x="1869328" y="6901968"/>
              <a:ext cx="1552410" cy="225993"/>
            </a:xfrm>
            <a:custGeom>
              <a:rect b="b" l="l" r="r" t="t"/>
              <a:pathLst>
                <a:path extrusionOk="0" h="2356" w="16184">
                  <a:moveTo>
                    <a:pt x="1" y="0"/>
                  </a:moveTo>
                  <a:lnTo>
                    <a:pt x="1" y="2356"/>
                  </a:lnTo>
                  <a:lnTo>
                    <a:pt x="15051" y="2356"/>
                  </a:lnTo>
                  <a:cubicBezTo>
                    <a:pt x="15675" y="2356"/>
                    <a:pt x="16184" y="1847"/>
                    <a:pt x="16184" y="1223"/>
                  </a:cubicBezTo>
                  <a:cubicBezTo>
                    <a:pt x="16184" y="545"/>
                    <a:pt x="15639" y="0"/>
                    <a:pt x="14961" y="0"/>
                  </a:cubicBezTo>
                  <a:close/>
                </a:path>
              </a:pathLst>
            </a:custGeom>
            <a:solidFill>
              <a:srgbClr val="FFC51A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4"/>
            <p:cNvSpPr/>
            <p:nvPr/>
          </p:nvSpPr>
          <p:spPr>
            <a:xfrm>
              <a:off x="1929280" y="7298133"/>
              <a:ext cx="1552410" cy="225226"/>
            </a:xfrm>
            <a:custGeom>
              <a:rect b="b" l="l" r="r" t="t"/>
              <a:pathLst>
                <a:path extrusionOk="0" h="2348" w="16184">
                  <a:moveTo>
                    <a:pt x="1133" y="1"/>
                  </a:moveTo>
                  <a:cubicBezTo>
                    <a:pt x="500" y="1"/>
                    <a:pt x="0" y="500"/>
                    <a:pt x="0" y="1134"/>
                  </a:cubicBezTo>
                  <a:cubicBezTo>
                    <a:pt x="0" y="1803"/>
                    <a:pt x="545" y="2347"/>
                    <a:pt x="1214" y="2347"/>
                  </a:cubicBezTo>
                  <a:lnTo>
                    <a:pt x="16183" y="2347"/>
                  </a:lnTo>
                  <a:lnTo>
                    <a:pt x="16183" y="1"/>
                  </a:lnTo>
                  <a:close/>
                </a:path>
              </a:pathLst>
            </a:custGeom>
            <a:solidFill>
              <a:srgbClr val="FFC51A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4"/>
            <p:cNvSpPr/>
            <p:nvPr/>
          </p:nvSpPr>
          <p:spPr>
            <a:xfrm>
              <a:off x="1924100" y="7293049"/>
              <a:ext cx="1562673" cy="235394"/>
            </a:xfrm>
            <a:custGeom>
              <a:rect b="b" l="l" r="r" t="t"/>
              <a:pathLst>
                <a:path extrusionOk="0" h="2454" w="16291">
                  <a:moveTo>
                    <a:pt x="16184" y="98"/>
                  </a:moveTo>
                  <a:lnTo>
                    <a:pt x="16184" y="2355"/>
                  </a:lnTo>
                  <a:lnTo>
                    <a:pt x="1268" y="2355"/>
                  </a:lnTo>
                  <a:cubicBezTo>
                    <a:pt x="625" y="2355"/>
                    <a:pt x="99" y="1829"/>
                    <a:pt x="99" y="1187"/>
                  </a:cubicBezTo>
                  <a:cubicBezTo>
                    <a:pt x="99" y="589"/>
                    <a:pt x="590" y="98"/>
                    <a:pt x="1187" y="98"/>
                  </a:cubicBezTo>
                  <a:close/>
                  <a:moveTo>
                    <a:pt x="1187" y="0"/>
                  </a:moveTo>
                  <a:cubicBezTo>
                    <a:pt x="527" y="0"/>
                    <a:pt x="1" y="527"/>
                    <a:pt x="1" y="1187"/>
                  </a:cubicBezTo>
                  <a:cubicBezTo>
                    <a:pt x="1" y="1883"/>
                    <a:pt x="572" y="2454"/>
                    <a:pt x="1268" y="2454"/>
                  </a:cubicBezTo>
                  <a:lnTo>
                    <a:pt x="16291" y="2454"/>
                  </a:lnTo>
                  <a:lnTo>
                    <a:pt x="16291" y="0"/>
                  </a:lnTo>
                  <a:close/>
                </a:path>
              </a:pathLst>
            </a:custGeom>
            <a:solidFill>
              <a:srgbClr val="B9A7F7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4"/>
            <p:cNvSpPr/>
            <p:nvPr/>
          </p:nvSpPr>
          <p:spPr>
            <a:xfrm>
              <a:off x="1329372" y="6290070"/>
              <a:ext cx="624839" cy="1339366"/>
            </a:xfrm>
            <a:custGeom>
              <a:rect b="b" l="l" r="r" t="t"/>
              <a:pathLst>
                <a:path extrusionOk="0" h="13963" w="6514">
                  <a:moveTo>
                    <a:pt x="2668" y="1"/>
                  </a:moveTo>
                  <a:lnTo>
                    <a:pt x="1" y="13186"/>
                  </a:lnTo>
                  <a:lnTo>
                    <a:pt x="3846" y="13962"/>
                  </a:lnTo>
                  <a:lnTo>
                    <a:pt x="6513" y="777"/>
                  </a:lnTo>
                  <a:lnTo>
                    <a:pt x="2668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4"/>
            <p:cNvSpPr/>
            <p:nvPr/>
          </p:nvSpPr>
          <p:spPr>
            <a:xfrm>
              <a:off x="1320835" y="6282396"/>
              <a:ext cx="641050" cy="1354713"/>
            </a:xfrm>
            <a:custGeom>
              <a:rect b="b" l="l" r="r" t="t"/>
              <a:pathLst>
                <a:path extrusionOk="0" h="14123" w="6683">
                  <a:moveTo>
                    <a:pt x="2811" y="161"/>
                  </a:moveTo>
                  <a:lnTo>
                    <a:pt x="6522" y="911"/>
                  </a:lnTo>
                  <a:lnTo>
                    <a:pt x="3881" y="13962"/>
                  </a:lnTo>
                  <a:lnTo>
                    <a:pt x="170" y="13213"/>
                  </a:lnTo>
                  <a:lnTo>
                    <a:pt x="2811" y="161"/>
                  </a:lnTo>
                  <a:close/>
                  <a:moveTo>
                    <a:pt x="2704" y="1"/>
                  </a:moveTo>
                  <a:lnTo>
                    <a:pt x="0" y="13320"/>
                  </a:lnTo>
                  <a:lnTo>
                    <a:pt x="3988" y="14123"/>
                  </a:lnTo>
                  <a:lnTo>
                    <a:pt x="6682" y="803"/>
                  </a:lnTo>
                  <a:lnTo>
                    <a:pt x="2704" y="1"/>
                  </a:lnTo>
                  <a:close/>
                </a:path>
              </a:pathLst>
            </a:custGeom>
            <a:solidFill>
              <a:srgbClr val="16161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4"/>
            <p:cNvSpPr/>
            <p:nvPr/>
          </p:nvSpPr>
          <p:spPr>
            <a:xfrm>
              <a:off x="1572443" y="6547721"/>
              <a:ext cx="294482" cy="144651"/>
            </a:xfrm>
            <a:custGeom>
              <a:rect b="b" l="l" r="r" t="t"/>
              <a:pathLst>
                <a:path extrusionOk="0" h="1508" w="3070">
                  <a:moveTo>
                    <a:pt x="188" y="0"/>
                  </a:moveTo>
                  <a:lnTo>
                    <a:pt x="0" y="919"/>
                  </a:lnTo>
                  <a:lnTo>
                    <a:pt x="2891" y="1508"/>
                  </a:lnTo>
                  <a:lnTo>
                    <a:pt x="3069" y="589"/>
                  </a:lnTo>
                  <a:lnTo>
                    <a:pt x="188" y="0"/>
                  </a:lnTo>
                  <a:close/>
                </a:path>
              </a:pathLst>
            </a:custGeom>
            <a:solidFill>
              <a:srgbClr val="99761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4"/>
            <p:cNvSpPr/>
            <p:nvPr/>
          </p:nvSpPr>
          <p:spPr>
            <a:xfrm>
              <a:off x="6172857" y="5966423"/>
              <a:ext cx="2253220" cy="382827"/>
            </a:xfrm>
            <a:custGeom>
              <a:rect b="b" l="l" r="r" t="t"/>
              <a:pathLst>
                <a:path extrusionOk="0" h="3991" w="23490">
                  <a:moveTo>
                    <a:pt x="21618" y="0"/>
                  </a:moveTo>
                  <a:cubicBezTo>
                    <a:pt x="21585" y="0"/>
                    <a:pt x="21552" y="1"/>
                    <a:pt x="21518" y="3"/>
                  </a:cubicBezTo>
                  <a:lnTo>
                    <a:pt x="15042" y="351"/>
                  </a:lnTo>
                  <a:lnTo>
                    <a:pt x="9778" y="351"/>
                  </a:lnTo>
                  <a:lnTo>
                    <a:pt x="1892" y="145"/>
                  </a:lnTo>
                  <a:cubicBezTo>
                    <a:pt x="1876" y="145"/>
                    <a:pt x="1859" y="145"/>
                    <a:pt x="1843" y="145"/>
                  </a:cubicBezTo>
                  <a:cubicBezTo>
                    <a:pt x="866" y="145"/>
                    <a:pt x="54" y="929"/>
                    <a:pt x="28" y="1912"/>
                  </a:cubicBezTo>
                  <a:cubicBezTo>
                    <a:pt x="1" y="2920"/>
                    <a:pt x="795" y="3750"/>
                    <a:pt x="1794" y="3776"/>
                  </a:cubicBezTo>
                  <a:lnTo>
                    <a:pt x="9707" y="3990"/>
                  </a:lnTo>
                  <a:lnTo>
                    <a:pt x="15193" y="3990"/>
                  </a:lnTo>
                  <a:lnTo>
                    <a:pt x="21724" y="3625"/>
                  </a:lnTo>
                  <a:cubicBezTo>
                    <a:pt x="22723" y="3571"/>
                    <a:pt x="23490" y="2715"/>
                    <a:pt x="23436" y="1716"/>
                  </a:cubicBezTo>
                  <a:cubicBezTo>
                    <a:pt x="23385" y="749"/>
                    <a:pt x="22582" y="0"/>
                    <a:pt x="21618" y="0"/>
                  </a:cubicBezTo>
                  <a:close/>
                </a:path>
              </a:pathLst>
            </a:custGeom>
            <a:solidFill>
              <a:srgbClr val="FFC51A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4"/>
            <p:cNvSpPr/>
            <p:nvPr/>
          </p:nvSpPr>
          <p:spPr>
            <a:xfrm>
              <a:off x="6457847" y="5120471"/>
              <a:ext cx="757404" cy="1145794"/>
            </a:xfrm>
            <a:custGeom>
              <a:rect b="b" l="l" r="r" t="t"/>
              <a:pathLst>
                <a:path extrusionOk="0" h="11945" w="7896">
                  <a:moveTo>
                    <a:pt x="4593" y="1"/>
                  </a:moveTo>
                  <a:cubicBezTo>
                    <a:pt x="4069" y="1"/>
                    <a:pt x="3565" y="295"/>
                    <a:pt x="3328" y="802"/>
                  </a:cubicBezTo>
                  <a:lnTo>
                    <a:pt x="313" y="7073"/>
                  </a:lnTo>
                  <a:cubicBezTo>
                    <a:pt x="1" y="7724"/>
                    <a:pt x="232" y="8509"/>
                    <a:pt x="848" y="8893"/>
                  </a:cubicBezTo>
                  <a:lnTo>
                    <a:pt x="5558" y="11739"/>
                  </a:lnTo>
                  <a:cubicBezTo>
                    <a:pt x="5790" y="11882"/>
                    <a:pt x="6040" y="11944"/>
                    <a:pt x="6290" y="11944"/>
                  </a:cubicBezTo>
                  <a:cubicBezTo>
                    <a:pt x="6763" y="11944"/>
                    <a:pt x="7227" y="11703"/>
                    <a:pt x="7494" y="11266"/>
                  </a:cubicBezTo>
                  <a:cubicBezTo>
                    <a:pt x="7896" y="10606"/>
                    <a:pt x="7682" y="9732"/>
                    <a:pt x="7021" y="9330"/>
                  </a:cubicBezTo>
                  <a:lnTo>
                    <a:pt x="3408" y="7145"/>
                  </a:lnTo>
                  <a:lnTo>
                    <a:pt x="5862" y="2024"/>
                  </a:lnTo>
                  <a:cubicBezTo>
                    <a:pt x="6201" y="1319"/>
                    <a:pt x="5906" y="481"/>
                    <a:pt x="5202" y="142"/>
                  </a:cubicBezTo>
                  <a:cubicBezTo>
                    <a:pt x="5006" y="46"/>
                    <a:pt x="4798" y="1"/>
                    <a:pt x="4593" y="1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4"/>
            <p:cNvSpPr/>
            <p:nvPr/>
          </p:nvSpPr>
          <p:spPr>
            <a:xfrm>
              <a:off x="7508693" y="5124883"/>
              <a:ext cx="671841" cy="1072893"/>
            </a:xfrm>
            <a:custGeom>
              <a:rect b="b" l="l" r="r" t="t"/>
              <a:pathLst>
                <a:path extrusionOk="0" h="11185" w="7004">
                  <a:moveTo>
                    <a:pt x="2082" y="1"/>
                  </a:moveTo>
                  <a:cubicBezTo>
                    <a:pt x="1858" y="1"/>
                    <a:pt x="1630" y="54"/>
                    <a:pt x="1419" y="167"/>
                  </a:cubicBezTo>
                  <a:cubicBezTo>
                    <a:pt x="732" y="533"/>
                    <a:pt x="473" y="1389"/>
                    <a:pt x="839" y="2076"/>
                  </a:cubicBezTo>
                  <a:lnTo>
                    <a:pt x="3515" y="7081"/>
                  </a:lnTo>
                  <a:lnTo>
                    <a:pt x="919" y="8544"/>
                  </a:lnTo>
                  <a:cubicBezTo>
                    <a:pt x="241" y="8927"/>
                    <a:pt x="1" y="9784"/>
                    <a:pt x="375" y="10462"/>
                  </a:cubicBezTo>
                  <a:cubicBezTo>
                    <a:pt x="634" y="10926"/>
                    <a:pt x="1116" y="11184"/>
                    <a:pt x="1606" y="11184"/>
                  </a:cubicBezTo>
                  <a:cubicBezTo>
                    <a:pt x="1838" y="11184"/>
                    <a:pt x="2079" y="11122"/>
                    <a:pt x="2293" y="10997"/>
                  </a:cubicBezTo>
                  <a:lnTo>
                    <a:pt x="6094" y="8865"/>
                  </a:lnTo>
                  <a:cubicBezTo>
                    <a:pt x="6763" y="8490"/>
                    <a:pt x="7004" y="7652"/>
                    <a:pt x="6647" y="6974"/>
                  </a:cubicBezTo>
                  <a:lnTo>
                    <a:pt x="3328" y="747"/>
                  </a:lnTo>
                  <a:cubicBezTo>
                    <a:pt x="3075" y="271"/>
                    <a:pt x="2587" y="1"/>
                    <a:pt x="2082" y="1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4"/>
            <p:cNvSpPr/>
            <p:nvPr/>
          </p:nvSpPr>
          <p:spPr>
            <a:xfrm>
              <a:off x="6918282" y="5151166"/>
              <a:ext cx="789058" cy="691505"/>
            </a:xfrm>
            <a:custGeom>
              <a:rect b="b" l="l" r="r" t="t"/>
              <a:pathLst>
                <a:path extrusionOk="0" h="7209" w="8226">
                  <a:moveTo>
                    <a:pt x="0" y="0"/>
                  </a:moveTo>
                  <a:lnTo>
                    <a:pt x="0" y="6191"/>
                  </a:lnTo>
                  <a:cubicBezTo>
                    <a:pt x="0" y="6753"/>
                    <a:pt x="455" y="7208"/>
                    <a:pt x="1017" y="7208"/>
                  </a:cubicBezTo>
                  <a:lnTo>
                    <a:pt x="7208" y="7208"/>
                  </a:lnTo>
                  <a:cubicBezTo>
                    <a:pt x="7770" y="7208"/>
                    <a:pt x="8225" y="6753"/>
                    <a:pt x="8225" y="6191"/>
                  </a:cubicBezTo>
                  <a:lnTo>
                    <a:pt x="8225" y="0"/>
                  </a:ln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4"/>
            <p:cNvSpPr/>
            <p:nvPr/>
          </p:nvSpPr>
          <p:spPr>
            <a:xfrm>
              <a:off x="7363177" y="5347043"/>
              <a:ext cx="220910" cy="196066"/>
            </a:xfrm>
            <a:custGeom>
              <a:rect b="b" l="l" r="r" t="t"/>
              <a:pathLst>
                <a:path extrusionOk="0" h="2044" w="2303">
                  <a:moveTo>
                    <a:pt x="2169" y="135"/>
                  </a:moveTo>
                  <a:lnTo>
                    <a:pt x="2169" y="1517"/>
                  </a:lnTo>
                  <a:cubicBezTo>
                    <a:pt x="2169" y="1741"/>
                    <a:pt x="1999" y="1910"/>
                    <a:pt x="1776" y="1910"/>
                  </a:cubicBezTo>
                  <a:lnTo>
                    <a:pt x="527" y="1910"/>
                  </a:lnTo>
                  <a:cubicBezTo>
                    <a:pt x="313" y="1910"/>
                    <a:pt x="135" y="1741"/>
                    <a:pt x="135" y="1517"/>
                  </a:cubicBezTo>
                  <a:lnTo>
                    <a:pt x="135" y="135"/>
                  </a:lnTo>
                  <a:close/>
                  <a:moveTo>
                    <a:pt x="1" y="1"/>
                  </a:moveTo>
                  <a:lnTo>
                    <a:pt x="1" y="1517"/>
                  </a:lnTo>
                  <a:cubicBezTo>
                    <a:pt x="1" y="1812"/>
                    <a:pt x="233" y="2044"/>
                    <a:pt x="527" y="2044"/>
                  </a:cubicBezTo>
                  <a:lnTo>
                    <a:pt x="1776" y="2044"/>
                  </a:lnTo>
                  <a:cubicBezTo>
                    <a:pt x="2071" y="2044"/>
                    <a:pt x="2303" y="1812"/>
                    <a:pt x="2303" y="1517"/>
                  </a:cubicBezTo>
                  <a:lnTo>
                    <a:pt x="2303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4"/>
            <p:cNvSpPr/>
            <p:nvPr/>
          </p:nvSpPr>
          <p:spPr>
            <a:xfrm>
              <a:off x="7697855" y="5324789"/>
              <a:ext cx="19760" cy="279998"/>
            </a:xfrm>
            <a:custGeom>
              <a:rect b="b" l="l" r="r" t="t"/>
              <a:pathLst>
                <a:path extrusionOk="0" h="2919" w="206">
                  <a:moveTo>
                    <a:pt x="0" y="1"/>
                  </a:moveTo>
                  <a:lnTo>
                    <a:pt x="0" y="2918"/>
                  </a:lnTo>
                  <a:lnTo>
                    <a:pt x="205" y="2918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4"/>
            <p:cNvSpPr/>
            <p:nvPr/>
          </p:nvSpPr>
          <p:spPr>
            <a:xfrm>
              <a:off x="6908018" y="5324789"/>
              <a:ext cx="19760" cy="279998"/>
            </a:xfrm>
            <a:custGeom>
              <a:rect b="b" l="l" r="r" t="t"/>
              <a:pathLst>
                <a:path extrusionOk="0" h="2919" w="206">
                  <a:moveTo>
                    <a:pt x="0" y="1"/>
                  </a:moveTo>
                  <a:lnTo>
                    <a:pt x="0" y="2918"/>
                  </a:lnTo>
                  <a:lnTo>
                    <a:pt x="205" y="2918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4"/>
            <p:cNvSpPr/>
            <p:nvPr/>
          </p:nvSpPr>
          <p:spPr>
            <a:xfrm>
              <a:off x="7126149" y="4712987"/>
              <a:ext cx="374098" cy="369781"/>
            </a:xfrm>
            <a:custGeom>
              <a:rect b="b" l="l" r="r" t="t"/>
              <a:pathLst>
                <a:path extrusionOk="0" h="3855" w="3900">
                  <a:moveTo>
                    <a:pt x="1955" y="0"/>
                  </a:moveTo>
                  <a:cubicBezTo>
                    <a:pt x="875" y="0"/>
                    <a:pt x="1" y="866"/>
                    <a:pt x="1" y="1927"/>
                  </a:cubicBezTo>
                  <a:cubicBezTo>
                    <a:pt x="1" y="2570"/>
                    <a:pt x="322" y="3141"/>
                    <a:pt x="813" y="3489"/>
                  </a:cubicBezTo>
                  <a:cubicBezTo>
                    <a:pt x="1134" y="3721"/>
                    <a:pt x="1526" y="3854"/>
                    <a:pt x="1955" y="3854"/>
                  </a:cubicBezTo>
                  <a:cubicBezTo>
                    <a:pt x="2383" y="3854"/>
                    <a:pt x="2775" y="3721"/>
                    <a:pt x="3096" y="3480"/>
                  </a:cubicBezTo>
                  <a:cubicBezTo>
                    <a:pt x="3587" y="3132"/>
                    <a:pt x="3899" y="2570"/>
                    <a:pt x="3899" y="1927"/>
                  </a:cubicBezTo>
                  <a:cubicBezTo>
                    <a:pt x="3899" y="866"/>
                    <a:pt x="3025" y="0"/>
                    <a:pt x="1955" y="0"/>
                  </a:cubicBezTo>
                  <a:close/>
                </a:path>
              </a:pathLst>
            </a:custGeom>
            <a:solidFill>
              <a:srgbClr val="FBD77B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4"/>
            <p:cNvSpPr/>
            <p:nvPr/>
          </p:nvSpPr>
          <p:spPr>
            <a:xfrm>
              <a:off x="7191185" y="4708478"/>
              <a:ext cx="245753" cy="49976"/>
            </a:xfrm>
            <a:custGeom>
              <a:rect b="b" l="l" r="r" t="t"/>
              <a:pathLst>
                <a:path extrusionOk="0" h="521" w="2562">
                  <a:moveTo>
                    <a:pt x="1271" y="1"/>
                  </a:moveTo>
                  <a:cubicBezTo>
                    <a:pt x="892" y="1"/>
                    <a:pt x="456" y="131"/>
                    <a:pt x="1" y="520"/>
                  </a:cubicBezTo>
                  <a:lnTo>
                    <a:pt x="2561" y="520"/>
                  </a:lnTo>
                  <a:cubicBezTo>
                    <a:pt x="2561" y="520"/>
                    <a:pt x="2030" y="1"/>
                    <a:pt x="1271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4"/>
            <p:cNvSpPr/>
            <p:nvPr/>
          </p:nvSpPr>
          <p:spPr>
            <a:xfrm>
              <a:off x="7293056" y="4863587"/>
              <a:ext cx="53141" cy="22350"/>
            </a:xfrm>
            <a:custGeom>
              <a:rect b="b" l="l" r="r" t="t"/>
              <a:pathLst>
                <a:path extrusionOk="0" h="233" w="554">
                  <a:moveTo>
                    <a:pt x="116" y="1"/>
                  </a:moveTo>
                  <a:cubicBezTo>
                    <a:pt x="54" y="1"/>
                    <a:pt x="0" y="54"/>
                    <a:pt x="0" y="117"/>
                  </a:cubicBezTo>
                  <a:cubicBezTo>
                    <a:pt x="0" y="188"/>
                    <a:pt x="54" y="233"/>
                    <a:pt x="116" y="233"/>
                  </a:cubicBezTo>
                  <a:lnTo>
                    <a:pt x="438" y="233"/>
                  </a:lnTo>
                  <a:cubicBezTo>
                    <a:pt x="500" y="233"/>
                    <a:pt x="554" y="188"/>
                    <a:pt x="554" y="117"/>
                  </a:cubicBezTo>
                  <a:cubicBezTo>
                    <a:pt x="554" y="54"/>
                    <a:pt x="500" y="1"/>
                    <a:pt x="438" y="1"/>
                  </a:cubicBezTo>
                  <a:close/>
                </a:path>
              </a:pathLst>
            </a:custGeom>
            <a:solidFill>
              <a:srgbClr val="1D1D1B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4"/>
            <p:cNvSpPr/>
            <p:nvPr/>
          </p:nvSpPr>
          <p:spPr>
            <a:xfrm>
              <a:off x="7150130" y="4863587"/>
              <a:ext cx="54004" cy="22350"/>
            </a:xfrm>
            <a:custGeom>
              <a:rect b="b" l="l" r="r" t="t"/>
              <a:pathLst>
                <a:path extrusionOk="0" h="233" w="563">
                  <a:moveTo>
                    <a:pt x="117" y="1"/>
                  </a:moveTo>
                  <a:cubicBezTo>
                    <a:pt x="54" y="1"/>
                    <a:pt x="1" y="54"/>
                    <a:pt x="1" y="117"/>
                  </a:cubicBezTo>
                  <a:cubicBezTo>
                    <a:pt x="1" y="188"/>
                    <a:pt x="54" y="233"/>
                    <a:pt x="117" y="233"/>
                  </a:cubicBezTo>
                  <a:lnTo>
                    <a:pt x="447" y="233"/>
                  </a:lnTo>
                  <a:cubicBezTo>
                    <a:pt x="509" y="233"/>
                    <a:pt x="563" y="188"/>
                    <a:pt x="563" y="117"/>
                  </a:cubicBezTo>
                  <a:cubicBezTo>
                    <a:pt x="563" y="54"/>
                    <a:pt x="509" y="1"/>
                    <a:pt x="447" y="1"/>
                  </a:cubicBezTo>
                  <a:close/>
                </a:path>
              </a:pathLst>
            </a:custGeom>
            <a:solidFill>
              <a:srgbClr val="1D1D1B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4"/>
            <p:cNvSpPr/>
            <p:nvPr/>
          </p:nvSpPr>
          <p:spPr>
            <a:xfrm>
              <a:off x="7477038" y="4848143"/>
              <a:ext cx="85659" cy="84891"/>
            </a:xfrm>
            <a:custGeom>
              <a:rect b="b" l="l" r="r" t="t"/>
              <a:pathLst>
                <a:path extrusionOk="0" h="885" w="893">
                  <a:moveTo>
                    <a:pt x="447" y="1"/>
                  </a:moveTo>
                  <a:cubicBezTo>
                    <a:pt x="197" y="1"/>
                    <a:pt x="0" y="197"/>
                    <a:pt x="0" y="438"/>
                  </a:cubicBezTo>
                  <a:cubicBezTo>
                    <a:pt x="0" y="688"/>
                    <a:pt x="197" y="884"/>
                    <a:pt x="447" y="884"/>
                  </a:cubicBezTo>
                  <a:cubicBezTo>
                    <a:pt x="696" y="884"/>
                    <a:pt x="893" y="688"/>
                    <a:pt x="893" y="438"/>
                  </a:cubicBezTo>
                  <a:cubicBezTo>
                    <a:pt x="893" y="197"/>
                    <a:pt x="696" y="1"/>
                    <a:pt x="447" y="1"/>
                  </a:cubicBezTo>
                  <a:close/>
                </a:path>
              </a:pathLst>
            </a:custGeom>
            <a:solidFill>
              <a:srgbClr val="FBD77B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4"/>
            <p:cNvSpPr/>
            <p:nvPr/>
          </p:nvSpPr>
          <p:spPr>
            <a:xfrm>
              <a:off x="7222073" y="5004307"/>
              <a:ext cx="80479" cy="26283"/>
            </a:xfrm>
            <a:custGeom>
              <a:rect b="b" l="l" r="r" t="t"/>
              <a:pathLst>
                <a:path extrusionOk="0" h="274" w="839">
                  <a:moveTo>
                    <a:pt x="710" y="1"/>
                  </a:moveTo>
                  <a:cubicBezTo>
                    <a:pt x="700" y="1"/>
                    <a:pt x="689" y="2"/>
                    <a:pt x="678" y="6"/>
                  </a:cubicBezTo>
                  <a:cubicBezTo>
                    <a:pt x="579" y="31"/>
                    <a:pt x="471" y="39"/>
                    <a:pt x="378" y="39"/>
                  </a:cubicBezTo>
                  <a:cubicBezTo>
                    <a:pt x="245" y="39"/>
                    <a:pt x="143" y="23"/>
                    <a:pt x="143" y="23"/>
                  </a:cubicBezTo>
                  <a:cubicBezTo>
                    <a:pt x="137" y="23"/>
                    <a:pt x="132" y="22"/>
                    <a:pt x="127" y="22"/>
                  </a:cubicBezTo>
                  <a:cubicBezTo>
                    <a:pt x="70" y="22"/>
                    <a:pt x="17" y="64"/>
                    <a:pt x="9" y="121"/>
                  </a:cubicBezTo>
                  <a:cubicBezTo>
                    <a:pt x="0" y="184"/>
                    <a:pt x="45" y="246"/>
                    <a:pt x="107" y="255"/>
                  </a:cubicBezTo>
                  <a:cubicBezTo>
                    <a:pt x="116" y="255"/>
                    <a:pt x="223" y="273"/>
                    <a:pt x="375" y="273"/>
                  </a:cubicBezTo>
                  <a:cubicBezTo>
                    <a:pt x="482" y="273"/>
                    <a:pt x="616" y="264"/>
                    <a:pt x="740" y="229"/>
                  </a:cubicBezTo>
                  <a:cubicBezTo>
                    <a:pt x="803" y="211"/>
                    <a:pt x="839" y="148"/>
                    <a:pt x="821" y="86"/>
                  </a:cubicBezTo>
                  <a:cubicBezTo>
                    <a:pt x="806" y="34"/>
                    <a:pt x="761" y="1"/>
                    <a:pt x="710" y="1"/>
                  </a:cubicBezTo>
                  <a:close/>
                </a:path>
              </a:pathLst>
            </a:custGeom>
            <a:solidFill>
              <a:srgbClr val="1D1D1B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4"/>
            <p:cNvSpPr/>
            <p:nvPr/>
          </p:nvSpPr>
          <p:spPr>
            <a:xfrm>
              <a:off x="6150603" y="5980140"/>
              <a:ext cx="1174187" cy="722488"/>
            </a:xfrm>
            <a:custGeom>
              <a:rect b="b" l="l" r="r" t="t"/>
              <a:pathLst>
                <a:path extrusionOk="0" h="7532" w="12241">
                  <a:moveTo>
                    <a:pt x="2080" y="0"/>
                  </a:moveTo>
                  <a:cubicBezTo>
                    <a:pt x="1403" y="0"/>
                    <a:pt x="752" y="380"/>
                    <a:pt x="438" y="1028"/>
                  </a:cubicBezTo>
                  <a:cubicBezTo>
                    <a:pt x="1" y="1938"/>
                    <a:pt x="384" y="3027"/>
                    <a:pt x="1294" y="3455"/>
                  </a:cubicBezTo>
                  <a:lnTo>
                    <a:pt x="9386" y="7353"/>
                  </a:lnTo>
                  <a:cubicBezTo>
                    <a:pt x="9636" y="7469"/>
                    <a:pt x="9903" y="7532"/>
                    <a:pt x="10171" y="7532"/>
                  </a:cubicBezTo>
                  <a:cubicBezTo>
                    <a:pt x="10849" y="7532"/>
                    <a:pt x="11500" y="7148"/>
                    <a:pt x="11812" y="6497"/>
                  </a:cubicBezTo>
                  <a:cubicBezTo>
                    <a:pt x="12241" y="5596"/>
                    <a:pt x="11866" y="4508"/>
                    <a:pt x="10956" y="4070"/>
                  </a:cubicBezTo>
                  <a:lnTo>
                    <a:pt x="2865" y="181"/>
                  </a:lnTo>
                  <a:cubicBezTo>
                    <a:pt x="2611" y="58"/>
                    <a:pt x="2344" y="0"/>
                    <a:pt x="2080" y="0"/>
                  </a:cubicBezTo>
                  <a:close/>
                </a:path>
              </a:pathLst>
            </a:custGeom>
            <a:solidFill>
              <a:srgbClr val="FFC51A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4"/>
            <p:cNvSpPr/>
            <p:nvPr/>
          </p:nvSpPr>
          <p:spPr>
            <a:xfrm>
              <a:off x="7147540" y="6363739"/>
              <a:ext cx="744646" cy="562298"/>
            </a:xfrm>
            <a:custGeom>
              <a:rect b="b" l="l" r="r" t="t"/>
              <a:pathLst>
                <a:path extrusionOk="0" h="5862" w="7763">
                  <a:moveTo>
                    <a:pt x="2026" y="0"/>
                  </a:moveTo>
                  <a:lnTo>
                    <a:pt x="1" y="3791"/>
                  </a:lnTo>
                  <a:lnTo>
                    <a:pt x="2668" y="5861"/>
                  </a:lnTo>
                  <a:lnTo>
                    <a:pt x="7762" y="589"/>
                  </a:lnTo>
                  <a:lnTo>
                    <a:pt x="7762" y="589"/>
                  </a:lnTo>
                  <a:cubicBezTo>
                    <a:pt x="7762" y="589"/>
                    <a:pt x="6617" y="910"/>
                    <a:pt x="5244" y="910"/>
                  </a:cubicBezTo>
                  <a:cubicBezTo>
                    <a:pt x="4163" y="910"/>
                    <a:pt x="2941" y="711"/>
                    <a:pt x="2026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4"/>
            <p:cNvSpPr/>
            <p:nvPr/>
          </p:nvSpPr>
          <p:spPr>
            <a:xfrm>
              <a:off x="7140729" y="6357312"/>
              <a:ext cx="758267" cy="575535"/>
            </a:xfrm>
            <a:custGeom>
              <a:rect b="b" l="l" r="r" t="t"/>
              <a:pathLst>
                <a:path extrusionOk="0" h="6000" w="7905">
                  <a:moveTo>
                    <a:pt x="2115" y="174"/>
                  </a:moveTo>
                  <a:cubicBezTo>
                    <a:pt x="3033" y="846"/>
                    <a:pt x="4239" y="1035"/>
                    <a:pt x="5308" y="1035"/>
                  </a:cubicBezTo>
                  <a:cubicBezTo>
                    <a:pt x="6326" y="1035"/>
                    <a:pt x="7219" y="863"/>
                    <a:pt x="7619" y="772"/>
                  </a:cubicBezTo>
                  <a:lnTo>
                    <a:pt x="7619" y="772"/>
                  </a:lnTo>
                  <a:lnTo>
                    <a:pt x="2730" y="5839"/>
                  </a:lnTo>
                  <a:lnTo>
                    <a:pt x="161" y="3841"/>
                  </a:lnTo>
                  <a:lnTo>
                    <a:pt x="2115" y="174"/>
                  </a:lnTo>
                  <a:close/>
                  <a:moveTo>
                    <a:pt x="2096" y="1"/>
                  </a:moveTo>
                  <a:cubicBezTo>
                    <a:pt x="2090" y="1"/>
                    <a:pt x="2084" y="2"/>
                    <a:pt x="2079" y="5"/>
                  </a:cubicBezTo>
                  <a:cubicBezTo>
                    <a:pt x="2061" y="5"/>
                    <a:pt x="2043" y="22"/>
                    <a:pt x="2035" y="40"/>
                  </a:cubicBezTo>
                  <a:lnTo>
                    <a:pt x="18" y="3832"/>
                  </a:lnTo>
                  <a:cubicBezTo>
                    <a:pt x="1" y="3858"/>
                    <a:pt x="9" y="3894"/>
                    <a:pt x="36" y="3912"/>
                  </a:cubicBezTo>
                  <a:lnTo>
                    <a:pt x="2695" y="5982"/>
                  </a:lnTo>
                  <a:cubicBezTo>
                    <a:pt x="2704" y="5991"/>
                    <a:pt x="2721" y="6000"/>
                    <a:pt x="2739" y="6000"/>
                  </a:cubicBezTo>
                  <a:cubicBezTo>
                    <a:pt x="2757" y="6000"/>
                    <a:pt x="2775" y="5991"/>
                    <a:pt x="2784" y="5973"/>
                  </a:cubicBezTo>
                  <a:lnTo>
                    <a:pt x="7878" y="700"/>
                  </a:lnTo>
                  <a:cubicBezTo>
                    <a:pt x="7896" y="674"/>
                    <a:pt x="7905" y="647"/>
                    <a:pt x="7887" y="620"/>
                  </a:cubicBezTo>
                  <a:cubicBezTo>
                    <a:pt x="7872" y="598"/>
                    <a:pt x="7851" y="582"/>
                    <a:pt x="7830" y="582"/>
                  </a:cubicBezTo>
                  <a:cubicBezTo>
                    <a:pt x="7825" y="582"/>
                    <a:pt x="7820" y="583"/>
                    <a:pt x="7815" y="584"/>
                  </a:cubicBezTo>
                  <a:cubicBezTo>
                    <a:pt x="7795" y="594"/>
                    <a:pt x="6664" y="904"/>
                    <a:pt x="5315" y="904"/>
                  </a:cubicBezTo>
                  <a:cubicBezTo>
                    <a:pt x="4243" y="904"/>
                    <a:pt x="3033" y="709"/>
                    <a:pt x="2133" y="14"/>
                  </a:cubicBezTo>
                  <a:cubicBezTo>
                    <a:pt x="2126" y="7"/>
                    <a:pt x="2111" y="1"/>
                    <a:pt x="2096" y="1"/>
                  </a:cubicBezTo>
                  <a:close/>
                </a:path>
              </a:pathLst>
            </a:custGeom>
            <a:solidFill>
              <a:srgbClr val="99761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4"/>
            <p:cNvSpPr/>
            <p:nvPr/>
          </p:nvSpPr>
          <p:spPr>
            <a:xfrm>
              <a:off x="7170657" y="5961914"/>
              <a:ext cx="1281141" cy="793759"/>
            </a:xfrm>
            <a:custGeom>
              <a:rect b="b" l="l" r="r" t="t"/>
              <a:pathLst>
                <a:path extrusionOk="0" h="8275" w="13356">
                  <a:moveTo>
                    <a:pt x="11276" y="0"/>
                  </a:moveTo>
                  <a:cubicBezTo>
                    <a:pt x="11003" y="0"/>
                    <a:pt x="10726" y="62"/>
                    <a:pt x="10465" y="192"/>
                  </a:cubicBezTo>
                  <a:lnTo>
                    <a:pt x="1259" y="4840"/>
                  </a:lnTo>
                  <a:cubicBezTo>
                    <a:pt x="358" y="5286"/>
                    <a:pt x="1" y="6384"/>
                    <a:pt x="456" y="7276"/>
                  </a:cubicBezTo>
                  <a:cubicBezTo>
                    <a:pt x="777" y="7909"/>
                    <a:pt x="1410" y="8275"/>
                    <a:pt x="2079" y="8275"/>
                  </a:cubicBezTo>
                  <a:cubicBezTo>
                    <a:pt x="2356" y="8275"/>
                    <a:pt x="2632" y="8212"/>
                    <a:pt x="2891" y="8079"/>
                  </a:cubicBezTo>
                  <a:lnTo>
                    <a:pt x="12098" y="3440"/>
                  </a:lnTo>
                  <a:cubicBezTo>
                    <a:pt x="12990" y="2985"/>
                    <a:pt x="13356" y="1896"/>
                    <a:pt x="12901" y="995"/>
                  </a:cubicBezTo>
                  <a:cubicBezTo>
                    <a:pt x="12578" y="364"/>
                    <a:pt x="11939" y="0"/>
                    <a:pt x="11276" y="0"/>
                  </a:cubicBezTo>
                  <a:close/>
                </a:path>
              </a:pathLst>
            </a:custGeom>
            <a:solidFill>
              <a:srgbClr val="FFC51A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4"/>
            <p:cNvSpPr/>
            <p:nvPr/>
          </p:nvSpPr>
          <p:spPr>
            <a:xfrm>
              <a:off x="6700055" y="6292660"/>
              <a:ext cx="916539" cy="692369"/>
            </a:xfrm>
            <a:custGeom>
              <a:rect b="b" l="l" r="r" t="t"/>
              <a:pathLst>
                <a:path extrusionOk="0" h="7218" w="9555">
                  <a:moveTo>
                    <a:pt x="7083" y="1"/>
                  </a:moveTo>
                  <a:cubicBezTo>
                    <a:pt x="5933" y="892"/>
                    <a:pt x="4399" y="1139"/>
                    <a:pt x="3053" y="1139"/>
                  </a:cubicBezTo>
                  <a:cubicBezTo>
                    <a:pt x="1382" y="1139"/>
                    <a:pt x="0" y="759"/>
                    <a:pt x="0" y="759"/>
                  </a:cubicBezTo>
                  <a:lnTo>
                    <a:pt x="0" y="759"/>
                  </a:lnTo>
                  <a:lnTo>
                    <a:pt x="6254" y="7218"/>
                  </a:lnTo>
                  <a:lnTo>
                    <a:pt x="9555" y="4657"/>
                  </a:lnTo>
                  <a:lnTo>
                    <a:pt x="708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4"/>
            <p:cNvSpPr/>
            <p:nvPr/>
          </p:nvSpPr>
          <p:spPr>
            <a:xfrm>
              <a:off x="6692285" y="6284986"/>
              <a:ext cx="932846" cy="707716"/>
            </a:xfrm>
            <a:custGeom>
              <a:rect b="b" l="l" r="r" t="t"/>
              <a:pathLst>
                <a:path extrusionOk="0" h="7378" w="9725">
                  <a:moveTo>
                    <a:pt x="7138" y="206"/>
                  </a:moveTo>
                  <a:lnTo>
                    <a:pt x="9529" y="4711"/>
                  </a:lnTo>
                  <a:lnTo>
                    <a:pt x="6344" y="7191"/>
                  </a:lnTo>
                  <a:lnTo>
                    <a:pt x="340" y="982"/>
                  </a:lnTo>
                  <a:lnTo>
                    <a:pt x="340" y="982"/>
                  </a:lnTo>
                  <a:cubicBezTo>
                    <a:pt x="825" y="1089"/>
                    <a:pt x="1905" y="1294"/>
                    <a:pt x="3141" y="1294"/>
                  </a:cubicBezTo>
                  <a:cubicBezTo>
                    <a:pt x="4472" y="1294"/>
                    <a:pt x="5986" y="1057"/>
                    <a:pt x="7138" y="206"/>
                  </a:cubicBezTo>
                  <a:close/>
                  <a:moveTo>
                    <a:pt x="7182" y="0"/>
                  </a:moveTo>
                  <a:cubicBezTo>
                    <a:pt x="7156" y="0"/>
                    <a:pt x="7129" y="0"/>
                    <a:pt x="7111" y="18"/>
                  </a:cubicBezTo>
                  <a:cubicBezTo>
                    <a:pt x="5984" y="889"/>
                    <a:pt x="4471" y="1130"/>
                    <a:pt x="3140" y="1130"/>
                  </a:cubicBezTo>
                  <a:cubicBezTo>
                    <a:pt x="1498" y="1130"/>
                    <a:pt x="133" y="764"/>
                    <a:pt x="108" y="759"/>
                  </a:cubicBezTo>
                  <a:cubicBezTo>
                    <a:pt x="102" y="757"/>
                    <a:pt x="95" y="756"/>
                    <a:pt x="89" y="756"/>
                  </a:cubicBezTo>
                  <a:cubicBezTo>
                    <a:pt x="60" y="756"/>
                    <a:pt x="33" y="772"/>
                    <a:pt x="19" y="794"/>
                  </a:cubicBezTo>
                  <a:cubicBezTo>
                    <a:pt x="1" y="830"/>
                    <a:pt x="1" y="866"/>
                    <a:pt x="28" y="892"/>
                  </a:cubicBezTo>
                  <a:lnTo>
                    <a:pt x="6281" y="7351"/>
                  </a:lnTo>
                  <a:cubicBezTo>
                    <a:pt x="6290" y="7369"/>
                    <a:pt x="6317" y="7378"/>
                    <a:pt x="6335" y="7378"/>
                  </a:cubicBezTo>
                  <a:cubicBezTo>
                    <a:pt x="6353" y="7378"/>
                    <a:pt x="6371" y="7378"/>
                    <a:pt x="6388" y="7360"/>
                  </a:cubicBezTo>
                  <a:lnTo>
                    <a:pt x="9680" y="4800"/>
                  </a:lnTo>
                  <a:cubicBezTo>
                    <a:pt x="9716" y="4773"/>
                    <a:pt x="9725" y="4728"/>
                    <a:pt x="9707" y="4702"/>
                  </a:cubicBezTo>
                  <a:lnTo>
                    <a:pt x="7236" y="45"/>
                  </a:lnTo>
                  <a:cubicBezTo>
                    <a:pt x="7227" y="27"/>
                    <a:pt x="7200" y="9"/>
                    <a:pt x="7182" y="0"/>
                  </a:cubicBezTo>
                  <a:close/>
                </a:path>
              </a:pathLst>
            </a:custGeom>
            <a:solidFill>
              <a:srgbClr val="99761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4"/>
            <p:cNvSpPr/>
            <p:nvPr/>
          </p:nvSpPr>
          <p:spPr>
            <a:xfrm>
              <a:off x="7075693" y="5596061"/>
              <a:ext cx="232900" cy="256017"/>
            </a:xfrm>
            <a:custGeom>
              <a:rect b="b" l="l" r="r" t="t"/>
              <a:pathLst>
                <a:path extrusionOk="0" h="2669" w="2428">
                  <a:moveTo>
                    <a:pt x="1" y="1"/>
                  </a:moveTo>
                  <a:lnTo>
                    <a:pt x="1" y="2668"/>
                  </a:lnTo>
                  <a:lnTo>
                    <a:pt x="2427" y="2668"/>
                  </a:lnTo>
                  <a:cubicBezTo>
                    <a:pt x="2427" y="2668"/>
                    <a:pt x="2222" y="866"/>
                    <a:pt x="1" y="1"/>
                  </a:cubicBezTo>
                  <a:close/>
                </a:path>
              </a:pathLst>
            </a:custGeom>
            <a:solidFill>
              <a:srgbClr val="F2F2F2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4"/>
            <p:cNvSpPr/>
            <p:nvPr/>
          </p:nvSpPr>
          <p:spPr>
            <a:xfrm>
              <a:off x="7308500" y="5596061"/>
              <a:ext cx="232804" cy="256017"/>
            </a:xfrm>
            <a:custGeom>
              <a:rect b="b" l="l" r="r" t="t"/>
              <a:pathLst>
                <a:path extrusionOk="0" h="2669" w="2427">
                  <a:moveTo>
                    <a:pt x="2427" y="1"/>
                  </a:moveTo>
                  <a:cubicBezTo>
                    <a:pt x="214" y="866"/>
                    <a:pt x="0" y="2668"/>
                    <a:pt x="0" y="2668"/>
                  </a:cubicBezTo>
                  <a:lnTo>
                    <a:pt x="2427" y="2668"/>
                  </a:lnTo>
                  <a:lnTo>
                    <a:pt x="2427" y="1"/>
                  </a:lnTo>
                  <a:close/>
                </a:path>
              </a:pathLst>
            </a:custGeom>
            <a:solidFill>
              <a:srgbClr val="F2F2F2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4"/>
            <p:cNvSpPr/>
            <p:nvPr/>
          </p:nvSpPr>
          <p:spPr>
            <a:xfrm>
              <a:off x="6951567" y="5635486"/>
              <a:ext cx="359518" cy="248247"/>
            </a:xfrm>
            <a:custGeom>
              <a:rect b="b" l="l" r="r" t="t"/>
              <a:pathLst>
                <a:path extrusionOk="0" h="2588" w="3748">
                  <a:moveTo>
                    <a:pt x="465" y="0"/>
                  </a:moveTo>
                  <a:lnTo>
                    <a:pt x="1" y="464"/>
                  </a:lnTo>
                  <a:lnTo>
                    <a:pt x="3195" y="2587"/>
                  </a:lnTo>
                  <a:lnTo>
                    <a:pt x="3748" y="2257"/>
                  </a:lnTo>
                  <a:cubicBezTo>
                    <a:pt x="2784" y="527"/>
                    <a:pt x="465" y="0"/>
                    <a:pt x="465" y="0"/>
                  </a:cubicBezTo>
                  <a:close/>
                </a:path>
              </a:pathLst>
            </a:custGeom>
            <a:solidFill>
              <a:srgbClr val="E5E5E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4"/>
            <p:cNvSpPr/>
            <p:nvPr/>
          </p:nvSpPr>
          <p:spPr>
            <a:xfrm>
              <a:off x="7305910" y="5635486"/>
              <a:ext cx="360381" cy="248247"/>
            </a:xfrm>
            <a:custGeom>
              <a:rect b="b" l="l" r="r" t="t"/>
              <a:pathLst>
                <a:path extrusionOk="0" h="2588" w="3757">
                  <a:moveTo>
                    <a:pt x="3292" y="0"/>
                  </a:moveTo>
                  <a:cubicBezTo>
                    <a:pt x="3292" y="0"/>
                    <a:pt x="973" y="527"/>
                    <a:pt x="0" y="2257"/>
                  </a:cubicBezTo>
                  <a:lnTo>
                    <a:pt x="562" y="2587"/>
                  </a:lnTo>
                  <a:lnTo>
                    <a:pt x="3756" y="464"/>
                  </a:lnTo>
                  <a:lnTo>
                    <a:pt x="3292" y="0"/>
                  </a:lnTo>
                  <a:close/>
                </a:path>
              </a:pathLst>
            </a:custGeom>
            <a:solidFill>
              <a:srgbClr val="E5E5E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4"/>
            <p:cNvSpPr/>
            <p:nvPr/>
          </p:nvSpPr>
          <p:spPr>
            <a:xfrm>
              <a:off x="7346966" y="5670210"/>
              <a:ext cx="360381" cy="716157"/>
            </a:xfrm>
            <a:custGeom>
              <a:rect b="b" l="l" r="r" t="t"/>
              <a:pathLst>
                <a:path extrusionOk="0" h="7466" w="3757">
                  <a:moveTo>
                    <a:pt x="3587" y="0"/>
                  </a:moveTo>
                  <a:cubicBezTo>
                    <a:pt x="3560" y="0"/>
                    <a:pt x="3532" y="7"/>
                    <a:pt x="3506" y="22"/>
                  </a:cubicBezTo>
                  <a:lnTo>
                    <a:pt x="250" y="1851"/>
                  </a:lnTo>
                  <a:cubicBezTo>
                    <a:pt x="206" y="1877"/>
                    <a:pt x="170" y="1931"/>
                    <a:pt x="170" y="1993"/>
                  </a:cubicBezTo>
                  <a:lnTo>
                    <a:pt x="0" y="4625"/>
                  </a:lnTo>
                  <a:lnTo>
                    <a:pt x="170" y="7293"/>
                  </a:lnTo>
                  <a:cubicBezTo>
                    <a:pt x="170" y="7395"/>
                    <a:pt x="248" y="7466"/>
                    <a:pt x="337" y="7466"/>
                  </a:cubicBezTo>
                  <a:cubicBezTo>
                    <a:pt x="364" y="7466"/>
                    <a:pt x="392" y="7459"/>
                    <a:pt x="420" y="7444"/>
                  </a:cubicBezTo>
                  <a:lnTo>
                    <a:pt x="3667" y="5615"/>
                  </a:lnTo>
                  <a:cubicBezTo>
                    <a:pt x="3721" y="5589"/>
                    <a:pt x="3756" y="5526"/>
                    <a:pt x="3756" y="5464"/>
                  </a:cubicBezTo>
                  <a:lnTo>
                    <a:pt x="3756" y="165"/>
                  </a:lnTo>
                  <a:cubicBezTo>
                    <a:pt x="3756" y="69"/>
                    <a:pt x="3673" y="0"/>
                    <a:pt x="3587" y="0"/>
                  </a:cubicBezTo>
                  <a:close/>
                </a:path>
              </a:pathLst>
            </a:custGeom>
            <a:solidFill>
              <a:srgbClr val="99761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4"/>
            <p:cNvSpPr/>
            <p:nvPr/>
          </p:nvSpPr>
          <p:spPr>
            <a:xfrm>
              <a:off x="7363177" y="5670210"/>
              <a:ext cx="344170" cy="716157"/>
            </a:xfrm>
            <a:custGeom>
              <a:rect b="b" l="l" r="r" t="t"/>
              <a:pathLst>
                <a:path extrusionOk="0" h="7466" w="3588">
                  <a:moveTo>
                    <a:pt x="3418" y="0"/>
                  </a:moveTo>
                  <a:cubicBezTo>
                    <a:pt x="3391" y="0"/>
                    <a:pt x="3363" y="7"/>
                    <a:pt x="3337" y="22"/>
                  </a:cubicBezTo>
                  <a:lnTo>
                    <a:pt x="2918" y="254"/>
                  </a:lnTo>
                  <a:lnTo>
                    <a:pt x="2918" y="5464"/>
                  </a:lnTo>
                  <a:cubicBezTo>
                    <a:pt x="2918" y="5526"/>
                    <a:pt x="2882" y="5589"/>
                    <a:pt x="2829" y="5615"/>
                  </a:cubicBezTo>
                  <a:lnTo>
                    <a:pt x="1" y="7203"/>
                  </a:lnTo>
                  <a:lnTo>
                    <a:pt x="1" y="7293"/>
                  </a:lnTo>
                  <a:cubicBezTo>
                    <a:pt x="1" y="7395"/>
                    <a:pt x="79" y="7466"/>
                    <a:pt x="168" y="7466"/>
                  </a:cubicBezTo>
                  <a:cubicBezTo>
                    <a:pt x="195" y="7466"/>
                    <a:pt x="223" y="7459"/>
                    <a:pt x="251" y="7444"/>
                  </a:cubicBezTo>
                  <a:lnTo>
                    <a:pt x="3498" y="5615"/>
                  </a:lnTo>
                  <a:cubicBezTo>
                    <a:pt x="3552" y="5589"/>
                    <a:pt x="3587" y="5526"/>
                    <a:pt x="3587" y="5464"/>
                  </a:cubicBezTo>
                  <a:lnTo>
                    <a:pt x="3587" y="165"/>
                  </a:lnTo>
                  <a:cubicBezTo>
                    <a:pt x="3587" y="69"/>
                    <a:pt x="3504" y="0"/>
                    <a:pt x="3418" y="0"/>
                  </a:cubicBezTo>
                  <a:close/>
                </a:path>
              </a:pathLst>
            </a:custGeom>
            <a:solidFill>
              <a:srgbClr val="99761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203" name="Google Shape;203;p14"/>
            <p:cNvSpPr/>
            <p:nvPr/>
          </p:nvSpPr>
          <p:spPr>
            <a:xfrm>
              <a:off x="6910512" y="5670210"/>
              <a:ext cx="344170" cy="716157"/>
            </a:xfrm>
            <a:custGeom>
              <a:rect b="b" l="l" r="r" t="t"/>
              <a:pathLst>
                <a:path extrusionOk="0" h="7466" w="3588">
                  <a:moveTo>
                    <a:pt x="167" y="0"/>
                  </a:moveTo>
                  <a:cubicBezTo>
                    <a:pt x="78" y="0"/>
                    <a:pt x="1" y="69"/>
                    <a:pt x="1" y="165"/>
                  </a:cubicBezTo>
                  <a:lnTo>
                    <a:pt x="1" y="5464"/>
                  </a:lnTo>
                  <a:cubicBezTo>
                    <a:pt x="1" y="5526"/>
                    <a:pt x="28" y="5589"/>
                    <a:pt x="81" y="5615"/>
                  </a:cubicBezTo>
                  <a:lnTo>
                    <a:pt x="3337" y="7444"/>
                  </a:lnTo>
                  <a:cubicBezTo>
                    <a:pt x="3363" y="7459"/>
                    <a:pt x="3390" y="7466"/>
                    <a:pt x="3417" y="7466"/>
                  </a:cubicBezTo>
                  <a:cubicBezTo>
                    <a:pt x="3504" y="7466"/>
                    <a:pt x="3587" y="7395"/>
                    <a:pt x="3587" y="7293"/>
                  </a:cubicBezTo>
                  <a:lnTo>
                    <a:pt x="3587" y="1993"/>
                  </a:lnTo>
                  <a:cubicBezTo>
                    <a:pt x="3587" y="1931"/>
                    <a:pt x="3551" y="1877"/>
                    <a:pt x="3498" y="1851"/>
                  </a:cubicBezTo>
                  <a:lnTo>
                    <a:pt x="251" y="22"/>
                  </a:lnTo>
                  <a:cubicBezTo>
                    <a:pt x="223" y="7"/>
                    <a:pt x="194" y="0"/>
                    <a:pt x="167" y="0"/>
                  </a:cubicBezTo>
                  <a:close/>
                </a:path>
              </a:pathLst>
            </a:custGeom>
            <a:solidFill>
              <a:srgbClr val="99761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4"/>
            <p:cNvSpPr/>
            <p:nvPr/>
          </p:nvSpPr>
          <p:spPr>
            <a:xfrm>
              <a:off x="6910512" y="5670210"/>
              <a:ext cx="360381" cy="716157"/>
            </a:xfrm>
            <a:custGeom>
              <a:rect b="b" l="l" r="r" t="t"/>
              <a:pathLst>
                <a:path extrusionOk="0" h="7466" w="3757">
                  <a:moveTo>
                    <a:pt x="167" y="0"/>
                  </a:moveTo>
                  <a:cubicBezTo>
                    <a:pt x="78" y="0"/>
                    <a:pt x="1" y="69"/>
                    <a:pt x="1" y="165"/>
                  </a:cubicBezTo>
                  <a:lnTo>
                    <a:pt x="1" y="254"/>
                  </a:lnTo>
                  <a:lnTo>
                    <a:pt x="2829" y="1851"/>
                  </a:lnTo>
                  <a:cubicBezTo>
                    <a:pt x="2882" y="1877"/>
                    <a:pt x="2909" y="1931"/>
                    <a:pt x="2909" y="1993"/>
                  </a:cubicBezTo>
                  <a:lnTo>
                    <a:pt x="2909" y="7203"/>
                  </a:lnTo>
                  <a:lnTo>
                    <a:pt x="3337" y="7444"/>
                  </a:lnTo>
                  <a:cubicBezTo>
                    <a:pt x="3363" y="7459"/>
                    <a:pt x="3390" y="7466"/>
                    <a:pt x="3417" y="7466"/>
                  </a:cubicBezTo>
                  <a:cubicBezTo>
                    <a:pt x="3504" y="7466"/>
                    <a:pt x="3587" y="7395"/>
                    <a:pt x="3587" y="7293"/>
                  </a:cubicBezTo>
                  <a:lnTo>
                    <a:pt x="3757" y="4634"/>
                  </a:lnTo>
                  <a:lnTo>
                    <a:pt x="3587" y="1993"/>
                  </a:lnTo>
                  <a:cubicBezTo>
                    <a:pt x="3587" y="1931"/>
                    <a:pt x="3551" y="1877"/>
                    <a:pt x="3498" y="1851"/>
                  </a:cubicBezTo>
                  <a:lnTo>
                    <a:pt x="251" y="22"/>
                  </a:lnTo>
                  <a:cubicBezTo>
                    <a:pt x="223" y="7"/>
                    <a:pt x="194" y="0"/>
                    <a:pt x="167" y="0"/>
                  </a:cubicBezTo>
                  <a:close/>
                </a:path>
              </a:pathLst>
            </a:custGeom>
            <a:solidFill>
              <a:srgbClr val="99761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4"/>
            <p:cNvSpPr/>
            <p:nvPr/>
          </p:nvSpPr>
          <p:spPr>
            <a:xfrm>
              <a:off x="7254591" y="5851986"/>
              <a:ext cx="108680" cy="545991"/>
            </a:xfrm>
            <a:custGeom>
              <a:rect b="b" l="l" r="r" t="t"/>
              <a:pathLst>
                <a:path extrusionOk="0" h="5692" w="1133">
                  <a:moveTo>
                    <a:pt x="170" y="0"/>
                  </a:moveTo>
                  <a:cubicBezTo>
                    <a:pt x="71" y="0"/>
                    <a:pt x="0" y="81"/>
                    <a:pt x="0" y="170"/>
                  </a:cubicBezTo>
                  <a:lnTo>
                    <a:pt x="0" y="5522"/>
                  </a:lnTo>
                  <a:cubicBezTo>
                    <a:pt x="0" y="5612"/>
                    <a:pt x="71" y="5692"/>
                    <a:pt x="170" y="5692"/>
                  </a:cubicBezTo>
                  <a:lnTo>
                    <a:pt x="963" y="5692"/>
                  </a:lnTo>
                  <a:cubicBezTo>
                    <a:pt x="1053" y="5692"/>
                    <a:pt x="1133" y="5612"/>
                    <a:pt x="1133" y="5522"/>
                  </a:cubicBezTo>
                  <a:lnTo>
                    <a:pt x="1133" y="170"/>
                  </a:lnTo>
                  <a:cubicBezTo>
                    <a:pt x="1133" y="81"/>
                    <a:pt x="1053" y="0"/>
                    <a:pt x="963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4"/>
            <p:cNvSpPr/>
            <p:nvPr/>
          </p:nvSpPr>
          <p:spPr>
            <a:xfrm>
              <a:off x="7292193" y="5851986"/>
              <a:ext cx="71079" cy="545991"/>
            </a:xfrm>
            <a:custGeom>
              <a:rect b="b" l="l" r="r" t="t"/>
              <a:pathLst>
                <a:path extrusionOk="0" h="5692" w="741">
                  <a:moveTo>
                    <a:pt x="1" y="0"/>
                  </a:moveTo>
                  <a:cubicBezTo>
                    <a:pt x="90" y="0"/>
                    <a:pt x="170" y="81"/>
                    <a:pt x="170" y="170"/>
                  </a:cubicBezTo>
                  <a:lnTo>
                    <a:pt x="170" y="5522"/>
                  </a:lnTo>
                  <a:cubicBezTo>
                    <a:pt x="170" y="5612"/>
                    <a:pt x="90" y="5692"/>
                    <a:pt x="1" y="5692"/>
                  </a:cubicBezTo>
                  <a:lnTo>
                    <a:pt x="571" y="5692"/>
                  </a:lnTo>
                  <a:cubicBezTo>
                    <a:pt x="661" y="5692"/>
                    <a:pt x="741" y="5612"/>
                    <a:pt x="741" y="5522"/>
                  </a:cubicBezTo>
                  <a:lnTo>
                    <a:pt x="741" y="170"/>
                  </a:lnTo>
                  <a:cubicBezTo>
                    <a:pt x="741" y="81"/>
                    <a:pt x="661" y="0"/>
                    <a:pt x="571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4"/>
            <p:cNvSpPr/>
            <p:nvPr/>
          </p:nvSpPr>
          <p:spPr>
            <a:xfrm>
              <a:off x="7296510" y="6040188"/>
              <a:ext cx="23981" cy="169591"/>
            </a:xfrm>
            <a:custGeom>
              <a:rect b="b" l="l" r="r" t="t"/>
              <a:pathLst>
                <a:path extrusionOk="0" h="1768" w="250">
                  <a:moveTo>
                    <a:pt x="125" y="1"/>
                  </a:moveTo>
                  <a:cubicBezTo>
                    <a:pt x="63" y="1"/>
                    <a:pt x="0" y="54"/>
                    <a:pt x="0" y="126"/>
                  </a:cubicBezTo>
                  <a:lnTo>
                    <a:pt x="0" y="1642"/>
                  </a:lnTo>
                  <a:cubicBezTo>
                    <a:pt x="0" y="1714"/>
                    <a:pt x="63" y="1767"/>
                    <a:pt x="125" y="1767"/>
                  </a:cubicBezTo>
                  <a:cubicBezTo>
                    <a:pt x="196" y="1767"/>
                    <a:pt x="250" y="1714"/>
                    <a:pt x="250" y="1642"/>
                  </a:cubicBezTo>
                  <a:lnTo>
                    <a:pt x="250" y="126"/>
                  </a:lnTo>
                  <a:cubicBezTo>
                    <a:pt x="250" y="54"/>
                    <a:pt x="196" y="1"/>
                    <a:pt x="125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4"/>
            <p:cNvSpPr/>
            <p:nvPr/>
          </p:nvSpPr>
          <p:spPr>
            <a:xfrm>
              <a:off x="833925" y="7623315"/>
              <a:ext cx="7717061" cy="19760"/>
            </a:xfrm>
            <a:custGeom>
              <a:rect b="b" l="l" r="r" t="t"/>
              <a:pathLst>
                <a:path extrusionOk="0" h="206" w="80451">
                  <a:moveTo>
                    <a:pt x="0" y="1"/>
                  </a:moveTo>
                  <a:lnTo>
                    <a:pt x="0" y="206"/>
                  </a:lnTo>
                  <a:lnTo>
                    <a:pt x="80450" y="206"/>
                  </a:lnTo>
                  <a:lnTo>
                    <a:pt x="80450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</p:grpSp>
      <p:grpSp>
        <p:nvGrpSpPr>
          <p:cNvPr id="209" name="Google Shape;209;p14"/>
          <p:cNvGrpSpPr/>
          <p:nvPr/>
        </p:nvGrpSpPr>
        <p:grpSpPr>
          <a:xfrm>
            <a:off x="8746619" y="4870261"/>
            <a:ext cx="214804" cy="89161"/>
            <a:chOff x="1207700" y="4333950"/>
            <a:chExt cx="334325" cy="138750"/>
          </a:xfrm>
        </p:grpSpPr>
        <p:sp>
          <p:nvSpPr>
            <p:cNvPr id="210" name="Google Shape;210;p14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4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2" name="Google Shape;212;p14"/>
          <p:cNvSpPr/>
          <p:nvPr/>
        </p:nvSpPr>
        <p:spPr>
          <a:xfrm>
            <a:off x="4572000" y="0"/>
            <a:ext cx="45837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4"/>
          <p:cNvSpPr txBox="1"/>
          <p:nvPr/>
        </p:nvSpPr>
        <p:spPr>
          <a:xfrm>
            <a:off x="530550" y="1963225"/>
            <a:ext cx="35754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latin typeface="Montserrat"/>
                <a:ea typeface="Montserrat"/>
                <a:cs typeface="Montserrat"/>
                <a:sym typeface="Montserrat"/>
              </a:rPr>
              <a:t>¿Qué vamos a </a:t>
            </a:r>
            <a:r>
              <a:rPr b="1" lang="es-419" sz="2700">
                <a:latin typeface="Montserrat"/>
                <a:ea typeface="Montserrat"/>
                <a:cs typeface="Montserrat"/>
                <a:sym typeface="Montserrat"/>
              </a:rPr>
              <a:t>lograr </a:t>
            </a:r>
            <a:r>
              <a:rPr lang="es-419" sz="2700">
                <a:latin typeface="Montserrat"/>
                <a:ea typeface="Montserrat"/>
                <a:cs typeface="Montserrat"/>
                <a:sym typeface="Montserrat"/>
              </a:rPr>
              <a:t>hoy?</a:t>
            </a:r>
            <a:endParaRPr sz="2700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14" name="Google Shape;214;p14"/>
          <p:cNvSpPr/>
          <p:nvPr/>
        </p:nvSpPr>
        <p:spPr>
          <a:xfrm>
            <a:off x="3107049" y="2292669"/>
            <a:ext cx="998905" cy="89163"/>
          </a:xfrm>
          <a:custGeom>
            <a:rect b="b" l="l" r="r" t="t"/>
            <a:pathLst>
              <a:path extrusionOk="0" h="2075" w="57064">
                <a:moveTo>
                  <a:pt x="47748" y="327"/>
                </a:moveTo>
                <a:cubicBezTo>
                  <a:pt x="50238" y="327"/>
                  <a:pt x="52727" y="348"/>
                  <a:pt x="55216" y="390"/>
                </a:cubicBezTo>
                <a:lnTo>
                  <a:pt x="55216" y="390"/>
                </a:lnTo>
                <a:cubicBezTo>
                  <a:pt x="52141" y="904"/>
                  <a:pt x="49023" y="1114"/>
                  <a:pt x="45909" y="1204"/>
                </a:cubicBezTo>
                <a:cubicBezTo>
                  <a:pt x="42269" y="1310"/>
                  <a:pt x="38625" y="1293"/>
                  <a:pt x="34984" y="1313"/>
                </a:cubicBezTo>
                <a:cubicBezTo>
                  <a:pt x="31318" y="1332"/>
                  <a:pt x="27651" y="1347"/>
                  <a:pt x="23985" y="1347"/>
                </a:cubicBezTo>
                <a:cubicBezTo>
                  <a:pt x="22012" y="1347"/>
                  <a:pt x="20039" y="1343"/>
                  <a:pt x="18067" y="1333"/>
                </a:cubicBezTo>
                <a:lnTo>
                  <a:pt x="18067" y="1333"/>
                </a:lnTo>
                <a:cubicBezTo>
                  <a:pt x="21203" y="1121"/>
                  <a:pt x="24341" y="942"/>
                  <a:pt x="27480" y="797"/>
                </a:cubicBezTo>
                <a:cubicBezTo>
                  <a:pt x="33736" y="508"/>
                  <a:pt x="39999" y="352"/>
                  <a:pt x="46261" y="329"/>
                </a:cubicBezTo>
                <a:cubicBezTo>
                  <a:pt x="46757" y="328"/>
                  <a:pt x="47252" y="327"/>
                  <a:pt x="47748" y="327"/>
                </a:cubicBezTo>
                <a:close/>
                <a:moveTo>
                  <a:pt x="47799" y="0"/>
                </a:moveTo>
                <a:cubicBezTo>
                  <a:pt x="44511" y="0"/>
                  <a:pt x="41223" y="37"/>
                  <a:pt x="37936" y="111"/>
                </a:cubicBezTo>
                <a:cubicBezTo>
                  <a:pt x="31675" y="251"/>
                  <a:pt x="25417" y="525"/>
                  <a:pt x="19167" y="932"/>
                </a:cubicBezTo>
                <a:cubicBezTo>
                  <a:pt x="17429" y="1045"/>
                  <a:pt x="15690" y="1169"/>
                  <a:pt x="13953" y="1303"/>
                </a:cubicBezTo>
                <a:lnTo>
                  <a:pt x="13953" y="1303"/>
                </a:lnTo>
                <a:cubicBezTo>
                  <a:pt x="13549" y="1299"/>
                  <a:pt x="13145" y="1295"/>
                  <a:pt x="12741" y="1291"/>
                </a:cubicBezTo>
                <a:cubicBezTo>
                  <a:pt x="8564" y="1246"/>
                  <a:pt x="4387" y="1168"/>
                  <a:pt x="211" y="1043"/>
                </a:cubicBezTo>
                <a:cubicBezTo>
                  <a:pt x="209" y="1043"/>
                  <a:pt x="207" y="1043"/>
                  <a:pt x="205" y="1043"/>
                </a:cubicBezTo>
                <a:cubicBezTo>
                  <a:pt x="0" y="1043"/>
                  <a:pt x="4" y="1364"/>
                  <a:pt x="211" y="1371"/>
                </a:cubicBezTo>
                <a:cubicBezTo>
                  <a:pt x="3614" y="1472"/>
                  <a:pt x="7018" y="1542"/>
                  <a:pt x="10422" y="1590"/>
                </a:cubicBezTo>
                <a:lnTo>
                  <a:pt x="10422" y="1590"/>
                </a:lnTo>
                <a:cubicBezTo>
                  <a:pt x="9823" y="1641"/>
                  <a:pt x="9223" y="1693"/>
                  <a:pt x="8624" y="1746"/>
                </a:cubicBezTo>
                <a:cubicBezTo>
                  <a:pt x="8421" y="1764"/>
                  <a:pt x="8415" y="2074"/>
                  <a:pt x="8607" y="2074"/>
                </a:cubicBezTo>
                <a:cubicBezTo>
                  <a:pt x="8613" y="2074"/>
                  <a:pt x="8618" y="2074"/>
                  <a:pt x="8624" y="2074"/>
                </a:cubicBezTo>
                <a:cubicBezTo>
                  <a:pt x="10397" y="1915"/>
                  <a:pt x="12172" y="1768"/>
                  <a:pt x="13947" y="1631"/>
                </a:cubicBezTo>
                <a:lnTo>
                  <a:pt x="13947" y="1631"/>
                </a:lnTo>
                <a:cubicBezTo>
                  <a:pt x="16819" y="1658"/>
                  <a:pt x="19692" y="1671"/>
                  <a:pt x="22564" y="1674"/>
                </a:cubicBezTo>
                <a:cubicBezTo>
                  <a:pt x="22912" y="1675"/>
                  <a:pt x="23259" y="1675"/>
                  <a:pt x="23607" y="1675"/>
                </a:cubicBezTo>
                <a:cubicBezTo>
                  <a:pt x="26985" y="1675"/>
                  <a:pt x="30363" y="1663"/>
                  <a:pt x="33743" y="1647"/>
                </a:cubicBezTo>
                <a:cubicBezTo>
                  <a:pt x="37429" y="1627"/>
                  <a:pt x="41120" y="1636"/>
                  <a:pt x="44806" y="1559"/>
                </a:cubicBezTo>
                <a:cubicBezTo>
                  <a:pt x="48851" y="1474"/>
                  <a:pt x="52907" y="1223"/>
                  <a:pt x="56879" y="413"/>
                </a:cubicBezTo>
                <a:cubicBezTo>
                  <a:pt x="57064" y="375"/>
                  <a:pt x="57015" y="95"/>
                  <a:pt x="56836" y="92"/>
                </a:cubicBezTo>
                <a:cubicBezTo>
                  <a:pt x="53824" y="31"/>
                  <a:pt x="50811" y="0"/>
                  <a:pt x="47799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4"/>
          <p:cNvSpPr txBox="1"/>
          <p:nvPr/>
        </p:nvSpPr>
        <p:spPr>
          <a:xfrm>
            <a:off x="4959425" y="617625"/>
            <a:ext cx="4002000" cy="445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66700" lvl="0" marL="22860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rgbClr val="FDBF00"/>
              </a:buClr>
              <a:buSzPts val="2400"/>
              <a:buFont typeface="Archivo"/>
              <a:buChar char="■"/>
            </a:pPr>
            <a:r>
              <a:t/>
            </a:r>
            <a:endParaRPr sz="24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66700" lvl="0" marL="22860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rgbClr val="FDBF00"/>
              </a:buClr>
              <a:buSzPts val="2400"/>
              <a:buFont typeface="Archivo"/>
              <a:buChar char="■"/>
            </a:pPr>
            <a:r>
              <a:t/>
            </a:r>
            <a:endParaRPr sz="24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66700" lvl="0" marL="228600" rtl="0" algn="l">
              <a:lnSpc>
                <a:spcPct val="115000"/>
              </a:lnSpc>
              <a:spcBef>
                <a:spcPts val="1300"/>
              </a:spcBef>
              <a:spcAft>
                <a:spcPts val="1300"/>
              </a:spcAft>
              <a:buClr>
                <a:srgbClr val="FDBF00"/>
              </a:buClr>
              <a:buSzPts val="2400"/>
              <a:buFont typeface="Archivo"/>
              <a:buChar char="■"/>
            </a:pPr>
            <a:r>
              <a:t/>
            </a:r>
            <a:endParaRPr sz="24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216" name="Google Shape;216;p14"/>
          <p:cNvGrpSpPr/>
          <p:nvPr/>
        </p:nvGrpSpPr>
        <p:grpSpPr>
          <a:xfrm>
            <a:off x="182769" y="123212"/>
            <a:ext cx="2033948" cy="268074"/>
            <a:chOff x="365538" y="246425"/>
            <a:chExt cx="4067897" cy="536147"/>
          </a:xfrm>
        </p:grpSpPr>
        <p:sp>
          <p:nvSpPr>
            <p:cNvPr id="217" name="Google Shape;217;p14"/>
            <p:cNvSpPr/>
            <p:nvPr/>
          </p:nvSpPr>
          <p:spPr>
            <a:xfrm>
              <a:off x="2881875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218" name="Google Shape;218;p14"/>
            <p:cNvGrpSpPr/>
            <p:nvPr/>
          </p:nvGrpSpPr>
          <p:grpSpPr>
            <a:xfrm>
              <a:off x="365538" y="424500"/>
              <a:ext cx="2251983" cy="179993"/>
              <a:chOff x="4935498" y="1642212"/>
              <a:chExt cx="2734980" cy="217042"/>
            </a:xfrm>
          </p:grpSpPr>
          <p:sp>
            <p:nvSpPr>
              <p:cNvPr id="219" name="Google Shape;219;p14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0" name="Google Shape;220;p14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1" name="Google Shape;221;p14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2" name="Google Shape;222;p14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3" name="Google Shape;223;p14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4" name="Google Shape;224;p14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5" name="Google Shape;225;p14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6" name="Google Shape;226;p14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7" name="Google Shape;227;p14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8" name="Google Shape;228;p14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9" name="Google Shape;229;p14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30" name="Google Shape;230;p14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231" name="Google Shape;231;p14"/>
          <p:cNvSpPr/>
          <p:nvPr/>
        </p:nvSpPr>
        <p:spPr>
          <a:xfrm flipH="1" rot="10800000">
            <a:off x="0" y="1364125"/>
            <a:ext cx="64500" cy="19464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8A6DF1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Graphic 1/2">
  <p:cSld name="TITLE_4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5"/>
          <p:cNvSpPr/>
          <p:nvPr/>
        </p:nvSpPr>
        <p:spPr>
          <a:xfrm>
            <a:off x="-6050" y="0"/>
            <a:ext cx="4583700" cy="5147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5"/>
          <p:cNvSpPr txBox="1"/>
          <p:nvPr/>
        </p:nvSpPr>
        <p:spPr>
          <a:xfrm>
            <a:off x="381375" y="1611725"/>
            <a:ext cx="4002000" cy="25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-266700" lvl="0" marL="22860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rgbClr val="FDBF00"/>
              </a:buClr>
              <a:buSzPts val="2400"/>
              <a:buFont typeface="Archivo"/>
              <a:buChar char="■"/>
            </a:pPr>
            <a:r>
              <a:t/>
            </a:r>
            <a:endParaRPr sz="24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66700" lvl="0" marL="22860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rgbClr val="FDBF00"/>
              </a:buClr>
              <a:buSzPts val="2400"/>
              <a:buFont typeface="Archivo"/>
              <a:buChar char="■"/>
            </a:pPr>
            <a:r>
              <a:t/>
            </a:r>
            <a:endParaRPr sz="24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66700" lvl="0" marL="228600" rtl="0" algn="l">
              <a:lnSpc>
                <a:spcPct val="115000"/>
              </a:lnSpc>
              <a:spcBef>
                <a:spcPts val="1300"/>
              </a:spcBef>
              <a:spcAft>
                <a:spcPts val="1300"/>
              </a:spcAft>
              <a:buClr>
                <a:srgbClr val="FDBF00"/>
              </a:buClr>
              <a:buSzPts val="2400"/>
              <a:buFont typeface="Archivo"/>
              <a:buChar char="■"/>
            </a:pPr>
            <a:r>
              <a:t/>
            </a:r>
            <a:endParaRPr sz="24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35" name="Google Shape;235;p15"/>
          <p:cNvSpPr txBox="1"/>
          <p:nvPr/>
        </p:nvSpPr>
        <p:spPr>
          <a:xfrm>
            <a:off x="5309763" y="1963225"/>
            <a:ext cx="34932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latin typeface="Montserrat"/>
                <a:ea typeface="Montserrat"/>
                <a:cs typeface="Montserrat"/>
                <a:sym typeface="Montserrat"/>
              </a:rPr>
              <a:t>¿Qué vamos a </a:t>
            </a:r>
            <a:r>
              <a:rPr b="1" lang="es-419" sz="2700">
                <a:latin typeface="Montserrat"/>
                <a:ea typeface="Montserrat"/>
                <a:cs typeface="Montserrat"/>
                <a:sym typeface="Montserrat"/>
              </a:rPr>
              <a:t>aprender </a:t>
            </a:r>
            <a:r>
              <a:rPr lang="es-419" sz="2700">
                <a:latin typeface="Montserrat"/>
                <a:ea typeface="Montserrat"/>
                <a:cs typeface="Montserrat"/>
                <a:sym typeface="Montserrat"/>
              </a:rPr>
              <a:t>hoy?</a:t>
            </a:r>
            <a:endParaRPr sz="2700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36" name="Google Shape;236;p15"/>
          <p:cNvSpPr/>
          <p:nvPr/>
        </p:nvSpPr>
        <p:spPr>
          <a:xfrm>
            <a:off x="5704438" y="2699515"/>
            <a:ext cx="1527461" cy="89178"/>
          </a:xfrm>
          <a:custGeom>
            <a:rect b="b" l="l" r="r" t="t"/>
            <a:pathLst>
              <a:path extrusionOk="0" h="2075" w="57064">
                <a:moveTo>
                  <a:pt x="47748" y="327"/>
                </a:moveTo>
                <a:cubicBezTo>
                  <a:pt x="50238" y="327"/>
                  <a:pt x="52727" y="348"/>
                  <a:pt x="55216" y="390"/>
                </a:cubicBezTo>
                <a:lnTo>
                  <a:pt x="55216" y="390"/>
                </a:lnTo>
                <a:cubicBezTo>
                  <a:pt x="52141" y="904"/>
                  <a:pt x="49023" y="1114"/>
                  <a:pt x="45909" y="1204"/>
                </a:cubicBezTo>
                <a:cubicBezTo>
                  <a:pt x="42269" y="1310"/>
                  <a:pt x="38625" y="1293"/>
                  <a:pt x="34984" y="1313"/>
                </a:cubicBezTo>
                <a:cubicBezTo>
                  <a:pt x="31318" y="1332"/>
                  <a:pt x="27651" y="1347"/>
                  <a:pt x="23985" y="1347"/>
                </a:cubicBezTo>
                <a:cubicBezTo>
                  <a:pt x="22012" y="1347"/>
                  <a:pt x="20039" y="1343"/>
                  <a:pt x="18067" y="1333"/>
                </a:cubicBezTo>
                <a:lnTo>
                  <a:pt x="18067" y="1333"/>
                </a:lnTo>
                <a:cubicBezTo>
                  <a:pt x="21203" y="1121"/>
                  <a:pt x="24341" y="942"/>
                  <a:pt x="27480" y="797"/>
                </a:cubicBezTo>
                <a:cubicBezTo>
                  <a:pt x="33736" y="508"/>
                  <a:pt x="39999" y="352"/>
                  <a:pt x="46261" y="329"/>
                </a:cubicBezTo>
                <a:cubicBezTo>
                  <a:pt x="46757" y="328"/>
                  <a:pt x="47252" y="327"/>
                  <a:pt x="47748" y="327"/>
                </a:cubicBezTo>
                <a:close/>
                <a:moveTo>
                  <a:pt x="47799" y="0"/>
                </a:moveTo>
                <a:cubicBezTo>
                  <a:pt x="44511" y="0"/>
                  <a:pt x="41223" y="37"/>
                  <a:pt x="37936" y="111"/>
                </a:cubicBezTo>
                <a:cubicBezTo>
                  <a:pt x="31675" y="251"/>
                  <a:pt x="25417" y="525"/>
                  <a:pt x="19167" y="932"/>
                </a:cubicBezTo>
                <a:cubicBezTo>
                  <a:pt x="17429" y="1045"/>
                  <a:pt x="15690" y="1169"/>
                  <a:pt x="13953" y="1303"/>
                </a:cubicBezTo>
                <a:lnTo>
                  <a:pt x="13953" y="1303"/>
                </a:lnTo>
                <a:cubicBezTo>
                  <a:pt x="13549" y="1299"/>
                  <a:pt x="13145" y="1295"/>
                  <a:pt x="12741" y="1291"/>
                </a:cubicBezTo>
                <a:cubicBezTo>
                  <a:pt x="8564" y="1246"/>
                  <a:pt x="4387" y="1168"/>
                  <a:pt x="211" y="1043"/>
                </a:cubicBezTo>
                <a:cubicBezTo>
                  <a:pt x="209" y="1043"/>
                  <a:pt x="207" y="1043"/>
                  <a:pt x="205" y="1043"/>
                </a:cubicBezTo>
                <a:cubicBezTo>
                  <a:pt x="0" y="1043"/>
                  <a:pt x="4" y="1364"/>
                  <a:pt x="211" y="1371"/>
                </a:cubicBezTo>
                <a:cubicBezTo>
                  <a:pt x="3614" y="1472"/>
                  <a:pt x="7018" y="1542"/>
                  <a:pt x="10422" y="1590"/>
                </a:cubicBezTo>
                <a:lnTo>
                  <a:pt x="10422" y="1590"/>
                </a:lnTo>
                <a:cubicBezTo>
                  <a:pt x="9823" y="1641"/>
                  <a:pt x="9223" y="1693"/>
                  <a:pt x="8624" y="1746"/>
                </a:cubicBezTo>
                <a:cubicBezTo>
                  <a:pt x="8421" y="1764"/>
                  <a:pt x="8415" y="2074"/>
                  <a:pt x="8607" y="2074"/>
                </a:cubicBezTo>
                <a:cubicBezTo>
                  <a:pt x="8613" y="2074"/>
                  <a:pt x="8618" y="2074"/>
                  <a:pt x="8624" y="2074"/>
                </a:cubicBezTo>
                <a:cubicBezTo>
                  <a:pt x="10397" y="1915"/>
                  <a:pt x="12172" y="1768"/>
                  <a:pt x="13947" y="1631"/>
                </a:cubicBezTo>
                <a:lnTo>
                  <a:pt x="13947" y="1631"/>
                </a:lnTo>
                <a:cubicBezTo>
                  <a:pt x="16819" y="1658"/>
                  <a:pt x="19692" y="1671"/>
                  <a:pt x="22564" y="1674"/>
                </a:cubicBezTo>
                <a:cubicBezTo>
                  <a:pt x="22912" y="1675"/>
                  <a:pt x="23259" y="1675"/>
                  <a:pt x="23607" y="1675"/>
                </a:cubicBezTo>
                <a:cubicBezTo>
                  <a:pt x="26985" y="1675"/>
                  <a:pt x="30363" y="1663"/>
                  <a:pt x="33743" y="1647"/>
                </a:cubicBezTo>
                <a:cubicBezTo>
                  <a:pt x="37429" y="1627"/>
                  <a:pt x="41120" y="1636"/>
                  <a:pt x="44806" y="1559"/>
                </a:cubicBezTo>
                <a:cubicBezTo>
                  <a:pt x="48851" y="1474"/>
                  <a:pt x="52907" y="1223"/>
                  <a:pt x="56879" y="413"/>
                </a:cubicBezTo>
                <a:cubicBezTo>
                  <a:pt x="57064" y="375"/>
                  <a:pt x="57015" y="95"/>
                  <a:pt x="56836" y="92"/>
                </a:cubicBezTo>
                <a:cubicBezTo>
                  <a:pt x="53824" y="31"/>
                  <a:pt x="50811" y="0"/>
                  <a:pt x="47799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7" name="Google Shape;237;p15"/>
          <p:cNvGrpSpPr/>
          <p:nvPr/>
        </p:nvGrpSpPr>
        <p:grpSpPr>
          <a:xfrm>
            <a:off x="7057486" y="3311407"/>
            <a:ext cx="2082383" cy="2636076"/>
            <a:chOff x="6473425" y="1889175"/>
            <a:chExt cx="598077" cy="765100"/>
          </a:xfrm>
        </p:grpSpPr>
        <p:sp>
          <p:nvSpPr>
            <p:cNvPr id="238" name="Google Shape;238;p15"/>
            <p:cNvSpPr/>
            <p:nvPr/>
          </p:nvSpPr>
          <p:spPr>
            <a:xfrm>
              <a:off x="6659725" y="2015050"/>
              <a:ext cx="217275" cy="107625"/>
            </a:xfrm>
            <a:custGeom>
              <a:rect b="b" l="l" r="r" t="t"/>
              <a:pathLst>
                <a:path extrusionOk="0" h="4305" w="8691">
                  <a:moveTo>
                    <a:pt x="2425" y="1"/>
                  </a:moveTo>
                  <a:cubicBezTo>
                    <a:pt x="1995" y="70"/>
                    <a:pt x="1109" y="343"/>
                    <a:pt x="1109" y="343"/>
                  </a:cubicBezTo>
                  <a:cubicBezTo>
                    <a:pt x="1" y="1536"/>
                    <a:pt x="1707" y="3497"/>
                    <a:pt x="3767" y="4062"/>
                  </a:cubicBezTo>
                  <a:cubicBezTo>
                    <a:pt x="4392" y="4232"/>
                    <a:pt x="4946" y="4304"/>
                    <a:pt x="5429" y="4304"/>
                  </a:cubicBezTo>
                  <a:cubicBezTo>
                    <a:pt x="6539" y="4304"/>
                    <a:pt x="7266" y="3921"/>
                    <a:pt x="7584" y="3460"/>
                  </a:cubicBezTo>
                  <a:cubicBezTo>
                    <a:pt x="8691" y="1861"/>
                    <a:pt x="7888" y="373"/>
                    <a:pt x="5732" y="373"/>
                  </a:cubicBezTo>
                  <a:cubicBezTo>
                    <a:pt x="5573" y="373"/>
                    <a:pt x="5406" y="381"/>
                    <a:pt x="5232" y="398"/>
                  </a:cubicBezTo>
                  <a:cubicBezTo>
                    <a:pt x="5008" y="420"/>
                    <a:pt x="4794" y="429"/>
                    <a:pt x="4593" y="429"/>
                  </a:cubicBezTo>
                  <a:cubicBezTo>
                    <a:pt x="3235" y="429"/>
                    <a:pt x="2425" y="1"/>
                    <a:pt x="2425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239" name="Google Shape;239;p15"/>
            <p:cNvSpPr/>
            <p:nvPr/>
          </p:nvSpPr>
          <p:spPr>
            <a:xfrm>
              <a:off x="6543150" y="2075350"/>
              <a:ext cx="139850" cy="191750"/>
            </a:xfrm>
            <a:custGeom>
              <a:rect b="b" l="l" r="r" t="t"/>
              <a:pathLst>
                <a:path extrusionOk="0" h="7670" w="5594">
                  <a:moveTo>
                    <a:pt x="4624" y="1"/>
                  </a:moveTo>
                  <a:cubicBezTo>
                    <a:pt x="4301" y="1"/>
                    <a:pt x="3992" y="187"/>
                    <a:pt x="3851" y="502"/>
                  </a:cubicBezTo>
                  <a:lnTo>
                    <a:pt x="2064" y="4421"/>
                  </a:lnTo>
                  <a:lnTo>
                    <a:pt x="325" y="6229"/>
                  </a:lnTo>
                  <a:cubicBezTo>
                    <a:pt x="1" y="6568"/>
                    <a:pt x="12" y="7104"/>
                    <a:pt x="351" y="7432"/>
                  </a:cubicBezTo>
                  <a:cubicBezTo>
                    <a:pt x="515" y="7589"/>
                    <a:pt x="726" y="7669"/>
                    <a:pt x="941" y="7669"/>
                  </a:cubicBezTo>
                  <a:cubicBezTo>
                    <a:pt x="1164" y="7669"/>
                    <a:pt x="1386" y="7582"/>
                    <a:pt x="1554" y="7407"/>
                  </a:cubicBezTo>
                  <a:lnTo>
                    <a:pt x="3391" y="5496"/>
                  </a:lnTo>
                  <a:cubicBezTo>
                    <a:pt x="3461" y="5427"/>
                    <a:pt x="3515" y="5347"/>
                    <a:pt x="3555" y="5259"/>
                  </a:cubicBezTo>
                  <a:lnTo>
                    <a:pt x="5400" y="1205"/>
                  </a:lnTo>
                  <a:cubicBezTo>
                    <a:pt x="5593" y="779"/>
                    <a:pt x="5404" y="272"/>
                    <a:pt x="4977" y="79"/>
                  </a:cubicBezTo>
                  <a:cubicBezTo>
                    <a:pt x="4863" y="26"/>
                    <a:pt x="4743" y="1"/>
                    <a:pt x="4624" y="1"/>
                  </a:cubicBezTo>
                  <a:close/>
                </a:path>
              </a:pathLst>
            </a:custGeom>
            <a:solidFill>
              <a:srgbClr val="97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5"/>
            <p:cNvSpPr/>
            <p:nvPr/>
          </p:nvSpPr>
          <p:spPr>
            <a:xfrm>
              <a:off x="6473425" y="2227325"/>
              <a:ext cx="110400" cy="61500"/>
            </a:xfrm>
            <a:custGeom>
              <a:rect b="b" l="l" r="r" t="t"/>
              <a:pathLst>
                <a:path extrusionOk="0" h="2460" w="4416">
                  <a:moveTo>
                    <a:pt x="3216" y="1"/>
                  </a:moveTo>
                  <a:cubicBezTo>
                    <a:pt x="3216" y="1"/>
                    <a:pt x="1682" y="248"/>
                    <a:pt x="1357" y="252"/>
                  </a:cubicBezTo>
                  <a:cubicBezTo>
                    <a:pt x="1033" y="252"/>
                    <a:pt x="1499" y="763"/>
                    <a:pt x="2225" y="766"/>
                  </a:cubicBezTo>
                  <a:cubicBezTo>
                    <a:pt x="2225" y="766"/>
                    <a:pt x="1186" y="1441"/>
                    <a:pt x="591" y="1524"/>
                  </a:cubicBezTo>
                  <a:cubicBezTo>
                    <a:pt x="1" y="1608"/>
                    <a:pt x="602" y="2447"/>
                    <a:pt x="1656" y="2458"/>
                  </a:cubicBezTo>
                  <a:cubicBezTo>
                    <a:pt x="1735" y="2459"/>
                    <a:pt x="1812" y="2459"/>
                    <a:pt x="1888" y="2459"/>
                  </a:cubicBezTo>
                  <a:cubicBezTo>
                    <a:pt x="2824" y="2459"/>
                    <a:pt x="3519" y="2359"/>
                    <a:pt x="4416" y="1229"/>
                  </a:cubicBezTo>
                  <a:lnTo>
                    <a:pt x="3216" y="1"/>
                  </a:lnTo>
                  <a:close/>
                </a:path>
              </a:pathLst>
            </a:custGeom>
            <a:solidFill>
              <a:srgbClr val="97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5"/>
            <p:cNvSpPr/>
            <p:nvPr/>
          </p:nvSpPr>
          <p:spPr>
            <a:xfrm>
              <a:off x="6520000" y="2250200"/>
              <a:ext cx="26000" cy="28825"/>
            </a:xfrm>
            <a:custGeom>
              <a:rect b="b" l="l" r="r" t="t"/>
              <a:pathLst>
                <a:path extrusionOk="0" h="1153" w="1040">
                  <a:moveTo>
                    <a:pt x="117" y="1"/>
                  </a:moveTo>
                  <a:lnTo>
                    <a:pt x="1" y="70"/>
                  </a:lnTo>
                  <a:cubicBezTo>
                    <a:pt x="23" y="106"/>
                    <a:pt x="533" y="967"/>
                    <a:pt x="989" y="1153"/>
                  </a:cubicBezTo>
                  <a:lnTo>
                    <a:pt x="1040" y="1029"/>
                  </a:lnTo>
                  <a:cubicBezTo>
                    <a:pt x="628" y="857"/>
                    <a:pt x="125" y="12"/>
                    <a:pt x="117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5"/>
            <p:cNvSpPr/>
            <p:nvPr/>
          </p:nvSpPr>
          <p:spPr>
            <a:xfrm>
              <a:off x="6484725" y="2257500"/>
              <a:ext cx="41700" cy="19250"/>
            </a:xfrm>
            <a:custGeom>
              <a:rect b="b" l="l" r="r" t="t"/>
              <a:pathLst>
                <a:path extrusionOk="0" h="770" w="1668">
                  <a:moveTo>
                    <a:pt x="1594" y="0"/>
                  </a:moveTo>
                  <a:cubicBezTo>
                    <a:pt x="1587" y="8"/>
                    <a:pt x="785" y="511"/>
                    <a:pt x="1" y="635"/>
                  </a:cubicBezTo>
                  <a:lnTo>
                    <a:pt x="23" y="770"/>
                  </a:lnTo>
                  <a:cubicBezTo>
                    <a:pt x="832" y="642"/>
                    <a:pt x="1634" y="139"/>
                    <a:pt x="1667" y="117"/>
                  </a:cubicBezTo>
                  <a:lnTo>
                    <a:pt x="1594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5"/>
            <p:cNvSpPr/>
            <p:nvPr/>
          </p:nvSpPr>
          <p:spPr>
            <a:xfrm>
              <a:off x="6494300" y="2265525"/>
              <a:ext cx="37950" cy="20075"/>
            </a:xfrm>
            <a:custGeom>
              <a:rect b="b" l="l" r="r" t="t"/>
              <a:pathLst>
                <a:path extrusionOk="0" h="803" w="1518">
                  <a:moveTo>
                    <a:pt x="1452" y="0"/>
                  </a:moveTo>
                  <a:cubicBezTo>
                    <a:pt x="1448" y="4"/>
                    <a:pt x="1437" y="11"/>
                    <a:pt x="1419" y="22"/>
                  </a:cubicBezTo>
                  <a:cubicBezTo>
                    <a:pt x="795" y="405"/>
                    <a:pt x="289" y="634"/>
                    <a:pt x="1" y="667"/>
                  </a:cubicBezTo>
                  <a:lnTo>
                    <a:pt x="15" y="802"/>
                  </a:lnTo>
                  <a:cubicBezTo>
                    <a:pt x="435" y="755"/>
                    <a:pt x="1120" y="365"/>
                    <a:pt x="1492" y="135"/>
                  </a:cubicBezTo>
                  <a:cubicBezTo>
                    <a:pt x="1506" y="128"/>
                    <a:pt x="1514" y="124"/>
                    <a:pt x="1517" y="120"/>
                  </a:cubicBezTo>
                  <a:lnTo>
                    <a:pt x="1452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5"/>
            <p:cNvSpPr/>
            <p:nvPr/>
          </p:nvSpPr>
          <p:spPr>
            <a:xfrm>
              <a:off x="6510625" y="2272250"/>
              <a:ext cx="28275" cy="18000"/>
            </a:xfrm>
            <a:custGeom>
              <a:rect b="b" l="l" r="r" t="t"/>
              <a:pathLst>
                <a:path extrusionOk="0" h="720" w="1131">
                  <a:moveTo>
                    <a:pt x="1047" y="1"/>
                  </a:moveTo>
                  <a:cubicBezTo>
                    <a:pt x="1039" y="5"/>
                    <a:pt x="394" y="500"/>
                    <a:pt x="0" y="588"/>
                  </a:cubicBezTo>
                  <a:lnTo>
                    <a:pt x="29" y="719"/>
                  </a:lnTo>
                  <a:cubicBezTo>
                    <a:pt x="452" y="628"/>
                    <a:pt x="1101" y="128"/>
                    <a:pt x="1130" y="107"/>
                  </a:cubicBezTo>
                  <a:lnTo>
                    <a:pt x="1047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5"/>
            <p:cNvSpPr/>
            <p:nvPr/>
          </p:nvSpPr>
          <p:spPr>
            <a:xfrm>
              <a:off x="6527750" y="2245375"/>
              <a:ext cx="26550" cy="11425"/>
            </a:xfrm>
            <a:custGeom>
              <a:rect b="b" l="l" r="r" t="t"/>
              <a:pathLst>
                <a:path extrusionOk="0" h="457" w="1062">
                  <a:moveTo>
                    <a:pt x="106" y="0"/>
                  </a:moveTo>
                  <a:lnTo>
                    <a:pt x="1" y="84"/>
                  </a:lnTo>
                  <a:cubicBezTo>
                    <a:pt x="4" y="92"/>
                    <a:pt x="296" y="456"/>
                    <a:pt x="752" y="456"/>
                  </a:cubicBezTo>
                  <a:cubicBezTo>
                    <a:pt x="850" y="456"/>
                    <a:pt x="952" y="438"/>
                    <a:pt x="1062" y="401"/>
                  </a:cubicBezTo>
                  <a:lnTo>
                    <a:pt x="1014" y="274"/>
                  </a:lnTo>
                  <a:cubicBezTo>
                    <a:pt x="921" y="306"/>
                    <a:pt x="833" y="320"/>
                    <a:pt x="751" y="320"/>
                  </a:cubicBezTo>
                  <a:cubicBezTo>
                    <a:pt x="365" y="320"/>
                    <a:pt x="121" y="18"/>
                    <a:pt x="106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5"/>
            <p:cNvSpPr/>
            <p:nvPr/>
          </p:nvSpPr>
          <p:spPr>
            <a:xfrm>
              <a:off x="6620625" y="2073350"/>
              <a:ext cx="60000" cy="68425"/>
            </a:xfrm>
            <a:custGeom>
              <a:rect b="b" l="l" r="r" t="t"/>
              <a:pathLst>
                <a:path extrusionOk="0" h="2737" w="2400">
                  <a:moveTo>
                    <a:pt x="1372" y="0"/>
                  </a:moveTo>
                  <a:cubicBezTo>
                    <a:pt x="985" y="0"/>
                    <a:pt x="626" y="246"/>
                    <a:pt x="500" y="633"/>
                  </a:cubicBezTo>
                  <a:lnTo>
                    <a:pt x="1" y="2171"/>
                  </a:lnTo>
                  <a:lnTo>
                    <a:pt x="1743" y="2736"/>
                  </a:lnTo>
                  <a:lnTo>
                    <a:pt x="2243" y="1198"/>
                  </a:lnTo>
                  <a:cubicBezTo>
                    <a:pt x="2400" y="717"/>
                    <a:pt x="2137" y="199"/>
                    <a:pt x="1656" y="46"/>
                  </a:cubicBezTo>
                  <a:cubicBezTo>
                    <a:pt x="1562" y="15"/>
                    <a:pt x="1466" y="0"/>
                    <a:pt x="1372" y="0"/>
                  </a:cubicBezTo>
                  <a:close/>
                </a:path>
              </a:pathLst>
            </a:custGeom>
            <a:solidFill>
              <a:srgbClr val="FDCF4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5"/>
            <p:cNvSpPr/>
            <p:nvPr/>
          </p:nvSpPr>
          <p:spPr>
            <a:xfrm>
              <a:off x="6580700" y="2182750"/>
              <a:ext cx="217325" cy="439250"/>
            </a:xfrm>
            <a:custGeom>
              <a:rect b="b" l="l" r="r" t="t"/>
              <a:pathLst>
                <a:path extrusionOk="0" h="17570" w="8693">
                  <a:moveTo>
                    <a:pt x="3588" y="1"/>
                  </a:moveTo>
                  <a:cubicBezTo>
                    <a:pt x="2907" y="1"/>
                    <a:pt x="2323" y="497"/>
                    <a:pt x="2210" y="1171"/>
                  </a:cubicBezTo>
                  <a:lnTo>
                    <a:pt x="1022" y="8444"/>
                  </a:lnTo>
                  <a:cubicBezTo>
                    <a:pt x="1018" y="8463"/>
                    <a:pt x="1014" y="8481"/>
                    <a:pt x="1014" y="8499"/>
                  </a:cubicBezTo>
                  <a:lnTo>
                    <a:pt x="96" y="15965"/>
                  </a:lnTo>
                  <a:cubicBezTo>
                    <a:pt x="1" y="16731"/>
                    <a:pt x="544" y="17427"/>
                    <a:pt x="1310" y="17522"/>
                  </a:cubicBezTo>
                  <a:cubicBezTo>
                    <a:pt x="1366" y="17529"/>
                    <a:pt x="1422" y="17532"/>
                    <a:pt x="1477" y="17532"/>
                  </a:cubicBezTo>
                  <a:cubicBezTo>
                    <a:pt x="2175" y="17532"/>
                    <a:pt x="2779" y="17014"/>
                    <a:pt x="2866" y="16304"/>
                  </a:cubicBezTo>
                  <a:lnTo>
                    <a:pt x="3782" y="8867"/>
                  </a:lnTo>
                  <a:lnTo>
                    <a:pt x="4773" y="2790"/>
                  </a:lnTo>
                  <a:lnTo>
                    <a:pt x="5134" y="2790"/>
                  </a:lnTo>
                  <a:lnTo>
                    <a:pt x="5484" y="8546"/>
                  </a:lnTo>
                  <a:lnTo>
                    <a:pt x="5867" y="16246"/>
                  </a:lnTo>
                  <a:cubicBezTo>
                    <a:pt x="5903" y="16990"/>
                    <a:pt x="6519" y="17569"/>
                    <a:pt x="7260" y="17569"/>
                  </a:cubicBezTo>
                  <a:lnTo>
                    <a:pt x="7329" y="17569"/>
                  </a:lnTo>
                  <a:cubicBezTo>
                    <a:pt x="8098" y="17533"/>
                    <a:pt x="8692" y="16877"/>
                    <a:pt x="8652" y="16108"/>
                  </a:cubicBezTo>
                  <a:lnTo>
                    <a:pt x="8273" y="8401"/>
                  </a:lnTo>
                  <a:lnTo>
                    <a:pt x="8273" y="8382"/>
                  </a:lnTo>
                  <a:lnTo>
                    <a:pt x="7839" y="1310"/>
                  </a:lnTo>
                  <a:cubicBezTo>
                    <a:pt x="7796" y="573"/>
                    <a:pt x="7183" y="1"/>
                    <a:pt x="6447" y="1"/>
                  </a:cubicBezTo>
                  <a:close/>
                </a:path>
              </a:pathLst>
            </a:custGeom>
            <a:solidFill>
              <a:srgbClr val="97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5"/>
            <p:cNvSpPr/>
            <p:nvPr/>
          </p:nvSpPr>
          <p:spPr>
            <a:xfrm>
              <a:off x="6680700" y="2013050"/>
              <a:ext cx="52150" cy="52150"/>
            </a:xfrm>
            <a:custGeom>
              <a:rect b="b" l="l" r="r" t="t"/>
              <a:pathLst>
                <a:path extrusionOk="0" h="2086" w="2086">
                  <a:moveTo>
                    <a:pt x="1043" y="0"/>
                  </a:moveTo>
                  <a:cubicBezTo>
                    <a:pt x="467" y="0"/>
                    <a:pt x="0" y="467"/>
                    <a:pt x="0" y="1043"/>
                  </a:cubicBezTo>
                  <a:cubicBezTo>
                    <a:pt x="0" y="1619"/>
                    <a:pt x="467" y="2086"/>
                    <a:pt x="1043" y="2086"/>
                  </a:cubicBezTo>
                  <a:cubicBezTo>
                    <a:pt x="1619" y="2086"/>
                    <a:pt x="2086" y="1619"/>
                    <a:pt x="2086" y="1043"/>
                  </a:cubicBezTo>
                  <a:cubicBezTo>
                    <a:pt x="2086" y="467"/>
                    <a:pt x="1619" y="0"/>
                    <a:pt x="1043" y="0"/>
                  </a:cubicBezTo>
                  <a:close/>
                </a:path>
              </a:pathLst>
            </a:custGeom>
            <a:solidFill>
              <a:srgbClr val="97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5"/>
            <p:cNvSpPr/>
            <p:nvPr/>
          </p:nvSpPr>
          <p:spPr>
            <a:xfrm>
              <a:off x="6654725" y="2074750"/>
              <a:ext cx="104100" cy="96550"/>
            </a:xfrm>
            <a:custGeom>
              <a:rect b="b" l="l" r="r" t="t"/>
              <a:pathLst>
                <a:path extrusionOk="0" h="3862" w="4164">
                  <a:moveTo>
                    <a:pt x="0" y="1"/>
                  </a:moveTo>
                  <a:lnTo>
                    <a:pt x="0" y="3180"/>
                  </a:lnTo>
                  <a:cubicBezTo>
                    <a:pt x="0" y="3555"/>
                    <a:pt x="306" y="3861"/>
                    <a:pt x="682" y="3861"/>
                  </a:cubicBezTo>
                  <a:lnTo>
                    <a:pt x="3482" y="3861"/>
                  </a:lnTo>
                  <a:cubicBezTo>
                    <a:pt x="3861" y="3861"/>
                    <a:pt x="4164" y="3555"/>
                    <a:pt x="4164" y="3180"/>
                  </a:cubicBezTo>
                  <a:lnTo>
                    <a:pt x="4164" y="1"/>
                  </a:lnTo>
                  <a:close/>
                </a:path>
              </a:pathLst>
            </a:custGeom>
            <a:solidFill>
              <a:srgbClr val="FDCF4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250" name="Google Shape;250;p15"/>
            <p:cNvSpPr/>
            <p:nvPr/>
          </p:nvSpPr>
          <p:spPr>
            <a:xfrm>
              <a:off x="6605500" y="2181750"/>
              <a:ext cx="185050" cy="173850"/>
            </a:xfrm>
            <a:custGeom>
              <a:rect b="b" l="l" r="r" t="t"/>
              <a:pathLst>
                <a:path extrusionOk="0" h="6954" w="7402">
                  <a:moveTo>
                    <a:pt x="2308" y="1"/>
                  </a:moveTo>
                  <a:cubicBezTo>
                    <a:pt x="1535" y="1"/>
                    <a:pt x="883" y="569"/>
                    <a:pt x="777" y="1335"/>
                  </a:cubicBezTo>
                  <a:lnTo>
                    <a:pt x="1" y="6953"/>
                  </a:lnTo>
                  <a:lnTo>
                    <a:pt x="7401" y="6953"/>
                  </a:lnTo>
                  <a:lnTo>
                    <a:pt x="7190" y="1758"/>
                  </a:lnTo>
                  <a:cubicBezTo>
                    <a:pt x="7099" y="624"/>
                    <a:pt x="6599" y="1"/>
                    <a:pt x="5662" y="1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5"/>
            <p:cNvSpPr/>
            <p:nvPr/>
          </p:nvSpPr>
          <p:spPr>
            <a:xfrm>
              <a:off x="6740475" y="2075350"/>
              <a:ext cx="145125" cy="167775"/>
            </a:xfrm>
            <a:custGeom>
              <a:rect b="b" l="l" r="r" t="t"/>
              <a:pathLst>
                <a:path extrusionOk="0" h="6711" w="5805">
                  <a:moveTo>
                    <a:pt x="960" y="1"/>
                  </a:moveTo>
                  <a:cubicBezTo>
                    <a:pt x="709" y="1"/>
                    <a:pt x="460" y="111"/>
                    <a:pt x="293" y="323"/>
                  </a:cubicBezTo>
                  <a:cubicBezTo>
                    <a:pt x="1" y="691"/>
                    <a:pt x="59" y="1227"/>
                    <a:pt x="427" y="1519"/>
                  </a:cubicBezTo>
                  <a:lnTo>
                    <a:pt x="3603" y="4042"/>
                  </a:lnTo>
                  <a:lnTo>
                    <a:pt x="2210" y="5205"/>
                  </a:lnTo>
                  <a:cubicBezTo>
                    <a:pt x="1849" y="5507"/>
                    <a:pt x="1798" y="6043"/>
                    <a:pt x="2101" y="6404"/>
                  </a:cubicBezTo>
                  <a:cubicBezTo>
                    <a:pt x="2269" y="6605"/>
                    <a:pt x="2509" y="6710"/>
                    <a:pt x="2753" y="6710"/>
                  </a:cubicBezTo>
                  <a:cubicBezTo>
                    <a:pt x="2947" y="6710"/>
                    <a:pt x="3140" y="6645"/>
                    <a:pt x="3300" y="6513"/>
                  </a:cubicBezTo>
                  <a:lnTo>
                    <a:pt x="5499" y="4680"/>
                  </a:lnTo>
                  <a:cubicBezTo>
                    <a:pt x="5692" y="4516"/>
                    <a:pt x="5805" y="4271"/>
                    <a:pt x="5801" y="4016"/>
                  </a:cubicBezTo>
                  <a:cubicBezTo>
                    <a:pt x="5801" y="3757"/>
                    <a:pt x="5681" y="3517"/>
                    <a:pt x="5480" y="3360"/>
                  </a:cubicBezTo>
                  <a:lnTo>
                    <a:pt x="1488" y="184"/>
                  </a:lnTo>
                  <a:cubicBezTo>
                    <a:pt x="1332" y="61"/>
                    <a:pt x="1146" y="1"/>
                    <a:pt x="960" y="1"/>
                  </a:cubicBezTo>
                  <a:close/>
                </a:path>
              </a:pathLst>
            </a:custGeom>
            <a:solidFill>
              <a:srgbClr val="97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5"/>
            <p:cNvSpPr/>
            <p:nvPr/>
          </p:nvSpPr>
          <p:spPr>
            <a:xfrm>
              <a:off x="6736900" y="2200450"/>
              <a:ext cx="91650" cy="65000"/>
            </a:xfrm>
            <a:custGeom>
              <a:rect b="b" l="l" r="r" t="t"/>
              <a:pathLst>
                <a:path extrusionOk="0" h="2600" w="3666">
                  <a:moveTo>
                    <a:pt x="2594" y="0"/>
                  </a:moveTo>
                  <a:cubicBezTo>
                    <a:pt x="2594" y="0"/>
                    <a:pt x="1599" y="693"/>
                    <a:pt x="767" y="1054"/>
                  </a:cubicBezTo>
                  <a:cubicBezTo>
                    <a:pt x="445" y="1192"/>
                    <a:pt x="468" y="1234"/>
                    <a:pt x="617" y="1234"/>
                  </a:cubicBezTo>
                  <a:cubicBezTo>
                    <a:pt x="854" y="1234"/>
                    <a:pt x="1412" y="1127"/>
                    <a:pt x="1413" y="1127"/>
                  </a:cubicBezTo>
                  <a:lnTo>
                    <a:pt x="1413" y="1127"/>
                  </a:lnTo>
                  <a:cubicBezTo>
                    <a:pt x="1413" y="1127"/>
                    <a:pt x="727" y="1677"/>
                    <a:pt x="355" y="1867"/>
                  </a:cubicBezTo>
                  <a:cubicBezTo>
                    <a:pt x="1" y="2044"/>
                    <a:pt x="986" y="2600"/>
                    <a:pt x="1550" y="2600"/>
                  </a:cubicBezTo>
                  <a:cubicBezTo>
                    <a:pt x="1577" y="2600"/>
                    <a:pt x="1603" y="2599"/>
                    <a:pt x="1628" y="2596"/>
                  </a:cubicBezTo>
                  <a:cubicBezTo>
                    <a:pt x="2175" y="2541"/>
                    <a:pt x="3312" y="1776"/>
                    <a:pt x="3666" y="1283"/>
                  </a:cubicBezTo>
                  <a:lnTo>
                    <a:pt x="2594" y="0"/>
                  </a:lnTo>
                  <a:close/>
                </a:path>
              </a:pathLst>
            </a:custGeom>
            <a:solidFill>
              <a:srgbClr val="97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5"/>
            <p:cNvSpPr/>
            <p:nvPr/>
          </p:nvSpPr>
          <p:spPr>
            <a:xfrm>
              <a:off x="6749050" y="2238625"/>
              <a:ext cx="32475" cy="19350"/>
            </a:xfrm>
            <a:custGeom>
              <a:rect b="b" l="l" r="r" t="t"/>
              <a:pathLst>
                <a:path extrusionOk="0" h="774" w="1299">
                  <a:moveTo>
                    <a:pt x="1211" y="1"/>
                  </a:moveTo>
                  <a:cubicBezTo>
                    <a:pt x="839" y="314"/>
                    <a:pt x="8" y="642"/>
                    <a:pt x="1" y="646"/>
                  </a:cubicBezTo>
                  <a:lnTo>
                    <a:pt x="52" y="774"/>
                  </a:lnTo>
                  <a:cubicBezTo>
                    <a:pt x="84" y="759"/>
                    <a:pt x="908" y="431"/>
                    <a:pt x="1298" y="106"/>
                  </a:cubicBezTo>
                  <a:lnTo>
                    <a:pt x="1211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5"/>
            <p:cNvSpPr/>
            <p:nvPr/>
          </p:nvSpPr>
          <p:spPr>
            <a:xfrm>
              <a:off x="6757250" y="2244725"/>
              <a:ext cx="36025" cy="17900"/>
            </a:xfrm>
            <a:custGeom>
              <a:rect b="b" l="l" r="r" t="t"/>
              <a:pathLst>
                <a:path extrusionOk="0" h="716" w="1441">
                  <a:moveTo>
                    <a:pt x="1353" y="1"/>
                  </a:moveTo>
                  <a:cubicBezTo>
                    <a:pt x="916" y="376"/>
                    <a:pt x="114" y="570"/>
                    <a:pt x="23" y="581"/>
                  </a:cubicBezTo>
                  <a:lnTo>
                    <a:pt x="30" y="650"/>
                  </a:lnTo>
                  <a:lnTo>
                    <a:pt x="1" y="712"/>
                  </a:lnTo>
                  <a:cubicBezTo>
                    <a:pt x="4" y="712"/>
                    <a:pt x="12" y="715"/>
                    <a:pt x="19" y="715"/>
                  </a:cubicBezTo>
                  <a:cubicBezTo>
                    <a:pt x="172" y="715"/>
                    <a:pt x="1014" y="471"/>
                    <a:pt x="1441" y="107"/>
                  </a:cubicBezTo>
                  <a:lnTo>
                    <a:pt x="1353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5"/>
            <p:cNvSpPr/>
            <p:nvPr/>
          </p:nvSpPr>
          <p:spPr>
            <a:xfrm>
              <a:off x="6766925" y="2250575"/>
              <a:ext cx="32925" cy="15425"/>
            </a:xfrm>
            <a:custGeom>
              <a:rect b="b" l="l" r="r" t="t"/>
              <a:pathLst>
                <a:path extrusionOk="0" h="617" w="1317">
                  <a:moveTo>
                    <a:pt x="1225" y="0"/>
                  </a:moveTo>
                  <a:cubicBezTo>
                    <a:pt x="823" y="370"/>
                    <a:pt x="136" y="482"/>
                    <a:pt x="30" y="482"/>
                  </a:cubicBezTo>
                  <a:cubicBezTo>
                    <a:pt x="29" y="482"/>
                    <a:pt x="27" y="482"/>
                    <a:pt x="26" y="481"/>
                  </a:cubicBezTo>
                  <a:lnTo>
                    <a:pt x="15" y="547"/>
                  </a:lnTo>
                  <a:lnTo>
                    <a:pt x="0" y="613"/>
                  </a:lnTo>
                  <a:cubicBezTo>
                    <a:pt x="4" y="613"/>
                    <a:pt x="11" y="616"/>
                    <a:pt x="22" y="616"/>
                  </a:cubicBezTo>
                  <a:cubicBezTo>
                    <a:pt x="164" y="616"/>
                    <a:pt x="882" y="503"/>
                    <a:pt x="1316" y="102"/>
                  </a:cubicBezTo>
                  <a:lnTo>
                    <a:pt x="1225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5"/>
            <p:cNvSpPr/>
            <p:nvPr/>
          </p:nvSpPr>
          <p:spPr>
            <a:xfrm>
              <a:off x="6739400" y="2072875"/>
              <a:ext cx="71100" cy="66700"/>
            </a:xfrm>
            <a:custGeom>
              <a:rect b="b" l="l" r="r" t="t"/>
              <a:pathLst>
                <a:path extrusionOk="0" h="2668" w="2844">
                  <a:moveTo>
                    <a:pt x="1024" y="0"/>
                  </a:moveTo>
                  <a:cubicBezTo>
                    <a:pt x="768" y="0"/>
                    <a:pt x="513" y="107"/>
                    <a:pt x="332" y="316"/>
                  </a:cubicBezTo>
                  <a:cubicBezTo>
                    <a:pt x="0" y="699"/>
                    <a:pt x="40" y="1275"/>
                    <a:pt x="419" y="1607"/>
                  </a:cubicBezTo>
                  <a:lnTo>
                    <a:pt x="1641" y="2668"/>
                  </a:lnTo>
                  <a:lnTo>
                    <a:pt x="2844" y="1286"/>
                  </a:lnTo>
                  <a:lnTo>
                    <a:pt x="1623" y="225"/>
                  </a:lnTo>
                  <a:cubicBezTo>
                    <a:pt x="1450" y="74"/>
                    <a:pt x="1237" y="0"/>
                    <a:pt x="1024" y="0"/>
                  </a:cubicBezTo>
                  <a:close/>
                </a:path>
              </a:pathLst>
            </a:custGeom>
            <a:solidFill>
              <a:srgbClr val="FDCF4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15"/>
            <p:cNvSpPr/>
            <p:nvPr/>
          </p:nvSpPr>
          <p:spPr>
            <a:xfrm>
              <a:off x="6693550" y="2012575"/>
              <a:ext cx="39850" cy="24875"/>
            </a:xfrm>
            <a:custGeom>
              <a:rect b="b" l="l" r="r" t="t"/>
              <a:pathLst>
                <a:path extrusionOk="0" h="995" w="1594">
                  <a:moveTo>
                    <a:pt x="608" y="1"/>
                  </a:moveTo>
                  <a:cubicBezTo>
                    <a:pt x="383" y="1"/>
                    <a:pt x="165" y="64"/>
                    <a:pt x="0" y="162"/>
                  </a:cubicBezTo>
                  <a:cubicBezTo>
                    <a:pt x="0" y="162"/>
                    <a:pt x="591" y="994"/>
                    <a:pt x="1401" y="994"/>
                  </a:cubicBezTo>
                  <a:cubicBezTo>
                    <a:pt x="1457" y="994"/>
                    <a:pt x="1514" y="990"/>
                    <a:pt x="1572" y="982"/>
                  </a:cubicBezTo>
                  <a:cubicBezTo>
                    <a:pt x="1572" y="982"/>
                    <a:pt x="1594" y="457"/>
                    <a:pt x="1214" y="187"/>
                  </a:cubicBezTo>
                  <a:cubicBezTo>
                    <a:pt x="1033" y="55"/>
                    <a:pt x="818" y="1"/>
                    <a:pt x="608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15"/>
            <p:cNvSpPr/>
            <p:nvPr/>
          </p:nvSpPr>
          <p:spPr>
            <a:xfrm>
              <a:off x="6582450" y="2539225"/>
              <a:ext cx="76300" cy="38200"/>
            </a:xfrm>
            <a:custGeom>
              <a:rect b="b" l="l" r="r" t="t"/>
              <a:pathLst>
                <a:path extrusionOk="0" h="1528" w="3052">
                  <a:moveTo>
                    <a:pt x="215" y="0"/>
                  </a:moveTo>
                  <a:lnTo>
                    <a:pt x="0" y="1528"/>
                  </a:lnTo>
                  <a:lnTo>
                    <a:pt x="2891" y="1528"/>
                  </a:lnTo>
                  <a:lnTo>
                    <a:pt x="3052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15"/>
            <p:cNvSpPr/>
            <p:nvPr/>
          </p:nvSpPr>
          <p:spPr>
            <a:xfrm>
              <a:off x="6580700" y="2537575"/>
              <a:ext cx="79700" cy="41500"/>
            </a:xfrm>
            <a:custGeom>
              <a:rect b="b" l="l" r="r" t="t"/>
              <a:pathLst>
                <a:path extrusionOk="0" h="1660" w="3188">
                  <a:moveTo>
                    <a:pt x="3049" y="135"/>
                  </a:moveTo>
                  <a:lnTo>
                    <a:pt x="2903" y="1528"/>
                  </a:lnTo>
                  <a:lnTo>
                    <a:pt x="147" y="1528"/>
                  </a:lnTo>
                  <a:lnTo>
                    <a:pt x="344" y="135"/>
                  </a:lnTo>
                  <a:close/>
                  <a:moveTo>
                    <a:pt x="285" y="1"/>
                  </a:moveTo>
                  <a:cubicBezTo>
                    <a:pt x="252" y="1"/>
                    <a:pt x="227" y="26"/>
                    <a:pt x="220" y="59"/>
                  </a:cubicBezTo>
                  <a:lnTo>
                    <a:pt x="5" y="1583"/>
                  </a:lnTo>
                  <a:cubicBezTo>
                    <a:pt x="1" y="1605"/>
                    <a:pt x="8" y="1623"/>
                    <a:pt x="19" y="1637"/>
                  </a:cubicBezTo>
                  <a:cubicBezTo>
                    <a:pt x="30" y="1652"/>
                    <a:pt x="48" y="1659"/>
                    <a:pt x="70" y="1659"/>
                  </a:cubicBezTo>
                  <a:lnTo>
                    <a:pt x="2961" y="1659"/>
                  </a:lnTo>
                  <a:cubicBezTo>
                    <a:pt x="2998" y="1659"/>
                    <a:pt x="3023" y="1634"/>
                    <a:pt x="3027" y="1601"/>
                  </a:cubicBezTo>
                  <a:lnTo>
                    <a:pt x="3187" y="73"/>
                  </a:lnTo>
                  <a:cubicBezTo>
                    <a:pt x="3187" y="55"/>
                    <a:pt x="3184" y="37"/>
                    <a:pt x="3169" y="22"/>
                  </a:cubicBezTo>
                  <a:cubicBezTo>
                    <a:pt x="3158" y="8"/>
                    <a:pt x="3140" y="1"/>
                    <a:pt x="3122" y="1"/>
                  </a:cubicBezTo>
                  <a:close/>
                </a:path>
              </a:pathLst>
            </a:custGeom>
            <a:solidFill>
              <a:srgbClr val="FFC51A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15"/>
            <p:cNvSpPr/>
            <p:nvPr/>
          </p:nvSpPr>
          <p:spPr>
            <a:xfrm>
              <a:off x="6724725" y="2539225"/>
              <a:ext cx="73125" cy="38200"/>
            </a:xfrm>
            <a:custGeom>
              <a:rect b="b" l="l" r="r" t="t"/>
              <a:pathLst>
                <a:path extrusionOk="0" h="1528" w="2925">
                  <a:moveTo>
                    <a:pt x="0" y="0"/>
                  </a:moveTo>
                  <a:lnTo>
                    <a:pt x="102" y="1528"/>
                  </a:lnTo>
                  <a:lnTo>
                    <a:pt x="2924" y="1528"/>
                  </a:lnTo>
                  <a:lnTo>
                    <a:pt x="2866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15"/>
            <p:cNvSpPr/>
            <p:nvPr/>
          </p:nvSpPr>
          <p:spPr>
            <a:xfrm>
              <a:off x="6722975" y="2537575"/>
              <a:ext cx="76600" cy="41500"/>
            </a:xfrm>
            <a:custGeom>
              <a:rect b="b" l="l" r="r" t="t"/>
              <a:pathLst>
                <a:path extrusionOk="0" h="1660" w="3064">
                  <a:moveTo>
                    <a:pt x="2874" y="135"/>
                  </a:moveTo>
                  <a:lnTo>
                    <a:pt x="2925" y="1528"/>
                  </a:lnTo>
                  <a:lnTo>
                    <a:pt x="234" y="1528"/>
                  </a:lnTo>
                  <a:lnTo>
                    <a:pt x="139" y="135"/>
                  </a:lnTo>
                  <a:close/>
                  <a:moveTo>
                    <a:pt x="70" y="1"/>
                  </a:moveTo>
                  <a:cubicBezTo>
                    <a:pt x="52" y="1"/>
                    <a:pt x="34" y="8"/>
                    <a:pt x="19" y="22"/>
                  </a:cubicBezTo>
                  <a:cubicBezTo>
                    <a:pt x="8" y="37"/>
                    <a:pt x="1" y="55"/>
                    <a:pt x="5" y="73"/>
                  </a:cubicBezTo>
                  <a:lnTo>
                    <a:pt x="107" y="1597"/>
                  </a:lnTo>
                  <a:cubicBezTo>
                    <a:pt x="110" y="1634"/>
                    <a:pt x="139" y="1659"/>
                    <a:pt x="172" y="1659"/>
                  </a:cubicBezTo>
                  <a:lnTo>
                    <a:pt x="2994" y="1659"/>
                  </a:lnTo>
                  <a:cubicBezTo>
                    <a:pt x="3012" y="1659"/>
                    <a:pt x="3031" y="1652"/>
                    <a:pt x="3041" y="1641"/>
                  </a:cubicBezTo>
                  <a:cubicBezTo>
                    <a:pt x="3056" y="1627"/>
                    <a:pt x="3063" y="1608"/>
                    <a:pt x="3060" y="1590"/>
                  </a:cubicBezTo>
                  <a:lnTo>
                    <a:pt x="3001" y="66"/>
                  </a:lnTo>
                  <a:cubicBezTo>
                    <a:pt x="3001" y="30"/>
                    <a:pt x="2972" y="1"/>
                    <a:pt x="2936" y="1"/>
                  </a:cubicBezTo>
                  <a:close/>
                </a:path>
              </a:pathLst>
            </a:custGeom>
            <a:solidFill>
              <a:srgbClr val="FFC51A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5"/>
            <p:cNvSpPr/>
            <p:nvPr/>
          </p:nvSpPr>
          <p:spPr>
            <a:xfrm>
              <a:off x="6670675" y="2025525"/>
              <a:ext cx="23175" cy="23175"/>
            </a:xfrm>
            <a:custGeom>
              <a:rect b="b" l="l" r="r" t="t"/>
              <a:pathLst>
                <a:path extrusionOk="0" h="927" w="927">
                  <a:moveTo>
                    <a:pt x="463" y="139"/>
                  </a:moveTo>
                  <a:cubicBezTo>
                    <a:pt x="642" y="139"/>
                    <a:pt x="788" y="285"/>
                    <a:pt x="788" y="464"/>
                  </a:cubicBezTo>
                  <a:cubicBezTo>
                    <a:pt x="788" y="643"/>
                    <a:pt x="642" y="788"/>
                    <a:pt x="463" y="788"/>
                  </a:cubicBezTo>
                  <a:cubicBezTo>
                    <a:pt x="285" y="788"/>
                    <a:pt x="139" y="643"/>
                    <a:pt x="139" y="464"/>
                  </a:cubicBezTo>
                  <a:cubicBezTo>
                    <a:pt x="139" y="285"/>
                    <a:pt x="285" y="139"/>
                    <a:pt x="463" y="139"/>
                  </a:cubicBezTo>
                  <a:close/>
                  <a:moveTo>
                    <a:pt x="463" y="1"/>
                  </a:moveTo>
                  <a:cubicBezTo>
                    <a:pt x="208" y="1"/>
                    <a:pt x="0" y="209"/>
                    <a:pt x="0" y="464"/>
                  </a:cubicBezTo>
                  <a:cubicBezTo>
                    <a:pt x="0" y="719"/>
                    <a:pt x="208" y="927"/>
                    <a:pt x="463" y="927"/>
                  </a:cubicBezTo>
                  <a:cubicBezTo>
                    <a:pt x="718" y="927"/>
                    <a:pt x="926" y="719"/>
                    <a:pt x="926" y="464"/>
                  </a:cubicBezTo>
                  <a:cubicBezTo>
                    <a:pt x="926" y="209"/>
                    <a:pt x="718" y="1"/>
                    <a:pt x="463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5"/>
            <p:cNvSpPr/>
            <p:nvPr/>
          </p:nvSpPr>
          <p:spPr>
            <a:xfrm>
              <a:off x="6696650" y="2025525"/>
              <a:ext cx="23175" cy="23175"/>
            </a:xfrm>
            <a:custGeom>
              <a:rect b="b" l="l" r="r" t="t"/>
              <a:pathLst>
                <a:path extrusionOk="0" h="927" w="927">
                  <a:moveTo>
                    <a:pt x="463" y="139"/>
                  </a:moveTo>
                  <a:cubicBezTo>
                    <a:pt x="642" y="139"/>
                    <a:pt x="788" y="285"/>
                    <a:pt x="788" y="464"/>
                  </a:cubicBezTo>
                  <a:cubicBezTo>
                    <a:pt x="788" y="643"/>
                    <a:pt x="642" y="788"/>
                    <a:pt x="463" y="788"/>
                  </a:cubicBezTo>
                  <a:cubicBezTo>
                    <a:pt x="285" y="788"/>
                    <a:pt x="139" y="643"/>
                    <a:pt x="139" y="464"/>
                  </a:cubicBezTo>
                  <a:cubicBezTo>
                    <a:pt x="139" y="285"/>
                    <a:pt x="285" y="139"/>
                    <a:pt x="463" y="139"/>
                  </a:cubicBezTo>
                  <a:close/>
                  <a:moveTo>
                    <a:pt x="463" y="1"/>
                  </a:moveTo>
                  <a:cubicBezTo>
                    <a:pt x="208" y="1"/>
                    <a:pt x="0" y="209"/>
                    <a:pt x="0" y="464"/>
                  </a:cubicBezTo>
                  <a:cubicBezTo>
                    <a:pt x="0" y="719"/>
                    <a:pt x="208" y="927"/>
                    <a:pt x="463" y="927"/>
                  </a:cubicBezTo>
                  <a:cubicBezTo>
                    <a:pt x="719" y="927"/>
                    <a:pt x="926" y="719"/>
                    <a:pt x="926" y="464"/>
                  </a:cubicBezTo>
                  <a:cubicBezTo>
                    <a:pt x="926" y="209"/>
                    <a:pt x="719" y="1"/>
                    <a:pt x="463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5"/>
            <p:cNvSpPr/>
            <p:nvPr/>
          </p:nvSpPr>
          <p:spPr>
            <a:xfrm>
              <a:off x="6515900" y="2577400"/>
              <a:ext cx="138850" cy="75225"/>
            </a:xfrm>
            <a:custGeom>
              <a:rect b="b" l="l" r="r" t="t"/>
              <a:pathLst>
                <a:path extrusionOk="0" h="3009" w="5554">
                  <a:moveTo>
                    <a:pt x="2662" y="1"/>
                  </a:moveTo>
                  <a:cubicBezTo>
                    <a:pt x="2082" y="1696"/>
                    <a:pt x="1" y="3008"/>
                    <a:pt x="1" y="3008"/>
                  </a:cubicBezTo>
                  <a:lnTo>
                    <a:pt x="3417" y="3008"/>
                  </a:lnTo>
                  <a:cubicBezTo>
                    <a:pt x="3417" y="3008"/>
                    <a:pt x="4080" y="2793"/>
                    <a:pt x="4427" y="2228"/>
                  </a:cubicBezTo>
                  <a:lnTo>
                    <a:pt x="4427" y="3008"/>
                  </a:lnTo>
                  <a:lnTo>
                    <a:pt x="5283" y="3008"/>
                  </a:lnTo>
                  <a:lnTo>
                    <a:pt x="555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5"/>
            <p:cNvSpPr/>
            <p:nvPr/>
          </p:nvSpPr>
          <p:spPr>
            <a:xfrm>
              <a:off x="6514075" y="2575775"/>
              <a:ext cx="142400" cy="78500"/>
            </a:xfrm>
            <a:custGeom>
              <a:rect b="b" l="l" r="r" t="t"/>
              <a:pathLst>
                <a:path extrusionOk="0" h="3140" w="5696">
                  <a:moveTo>
                    <a:pt x="5553" y="131"/>
                  </a:moveTo>
                  <a:lnTo>
                    <a:pt x="5298" y="3008"/>
                  </a:lnTo>
                  <a:lnTo>
                    <a:pt x="4565" y="3008"/>
                  </a:lnTo>
                  <a:lnTo>
                    <a:pt x="4565" y="2293"/>
                  </a:lnTo>
                  <a:cubicBezTo>
                    <a:pt x="4565" y="2264"/>
                    <a:pt x="4547" y="2235"/>
                    <a:pt x="4518" y="2228"/>
                  </a:cubicBezTo>
                  <a:cubicBezTo>
                    <a:pt x="4512" y="2226"/>
                    <a:pt x="4506" y="2225"/>
                    <a:pt x="4500" y="2225"/>
                  </a:cubicBezTo>
                  <a:cubicBezTo>
                    <a:pt x="4477" y="2225"/>
                    <a:pt x="4456" y="2236"/>
                    <a:pt x="4441" y="2257"/>
                  </a:cubicBezTo>
                  <a:cubicBezTo>
                    <a:pt x="4135" y="2760"/>
                    <a:pt x="3559" y="2979"/>
                    <a:pt x="3479" y="3008"/>
                  </a:cubicBezTo>
                  <a:lnTo>
                    <a:pt x="289" y="3008"/>
                  </a:lnTo>
                  <a:cubicBezTo>
                    <a:pt x="493" y="2866"/>
                    <a:pt x="850" y="2603"/>
                    <a:pt x="1229" y="2257"/>
                  </a:cubicBezTo>
                  <a:cubicBezTo>
                    <a:pt x="1769" y="1765"/>
                    <a:pt x="2469" y="1003"/>
                    <a:pt x="2783" y="131"/>
                  </a:cubicBezTo>
                  <a:close/>
                  <a:moveTo>
                    <a:pt x="2735" y="0"/>
                  </a:moveTo>
                  <a:cubicBezTo>
                    <a:pt x="2706" y="0"/>
                    <a:pt x="2680" y="18"/>
                    <a:pt x="2670" y="44"/>
                  </a:cubicBezTo>
                  <a:cubicBezTo>
                    <a:pt x="2108" y="1699"/>
                    <a:pt x="59" y="3004"/>
                    <a:pt x="37" y="3019"/>
                  </a:cubicBezTo>
                  <a:cubicBezTo>
                    <a:pt x="12" y="3033"/>
                    <a:pt x="1" y="3063"/>
                    <a:pt x="8" y="3092"/>
                  </a:cubicBezTo>
                  <a:cubicBezTo>
                    <a:pt x="15" y="3121"/>
                    <a:pt x="45" y="3139"/>
                    <a:pt x="74" y="3139"/>
                  </a:cubicBezTo>
                  <a:lnTo>
                    <a:pt x="3490" y="3139"/>
                  </a:lnTo>
                  <a:cubicBezTo>
                    <a:pt x="3497" y="3139"/>
                    <a:pt x="3504" y="3139"/>
                    <a:pt x="3512" y="3135"/>
                  </a:cubicBezTo>
                  <a:cubicBezTo>
                    <a:pt x="3534" y="3128"/>
                    <a:pt x="4066" y="2953"/>
                    <a:pt x="4434" y="2501"/>
                  </a:cubicBezTo>
                  <a:lnTo>
                    <a:pt x="4434" y="3073"/>
                  </a:lnTo>
                  <a:cubicBezTo>
                    <a:pt x="4434" y="3110"/>
                    <a:pt x="4463" y="3139"/>
                    <a:pt x="4500" y="3139"/>
                  </a:cubicBezTo>
                  <a:lnTo>
                    <a:pt x="5356" y="3139"/>
                  </a:lnTo>
                  <a:cubicBezTo>
                    <a:pt x="5393" y="3139"/>
                    <a:pt x="5418" y="3114"/>
                    <a:pt x="5422" y="3081"/>
                  </a:cubicBezTo>
                  <a:lnTo>
                    <a:pt x="5692" y="73"/>
                  </a:lnTo>
                  <a:cubicBezTo>
                    <a:pt x="5696" y="51"/>
                    <a:pt x="5688" y="33"/>
                    <a:pt x="5677" y="22"/>
                  </a:cubicBezTo>
                  <a:cubicBezTo>
                    <a:pt x="5663" y="7"/>
                    <a:pt x="5644" y="0"/>
                    <a:pt x="5626" y="0"/>
                  </a:cubicBezTo>
                  <a:close/>
                </a:path>
              </a:pathLst>
            </a:custGeom>
            <a:solidFill>
              <a:srgbClr val="CC9E1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15"/>
            <p:cNvSpPr/>
            <p:nvPr/>
          </p:nvSpPr>
          <p:spPr>
            <a:xfrm>
              <a:off x="6727175" y="2575675"/>
              <a:ext cx="137100" cy="75300"/>
            </a:xfrm>
            <a:custGeom>
              <a:rect b="b" l="l" r="r" t="t"/>
              <a:pathLst>
                <a:path extrusionOk="0" h="3012" w="5484">
                  <a:moveTo>
                    <a:pt x="1" y="0"/>
                  </a:moveTo>
                  <a:lnTo>
                    <a:pt x="270" y="3012"/>
                  </a:lnTo>
                  <a:lnTo>
                    <a:pt x="1058" y="3012"/>
                  </a:lnTo>
                  <a:lnTo>
                    <a:pt x="1058" y="2228"/>
                  </a:lnTo>
                  <a:cubicBezTo>
                    <a:pt x="1404" y="2797"/>
                    <a:pt x="2068" y="3012"/>
                    <a:pt x="2068" y="3012"/>
                  </a:cubicBezTo>
                  <a:lnTo>
                    <a:pt x="5484" y="3012"/>
                  </a:lnTo>
                  <a:cubicBezTo>
                    <a:pt x="5484" y="3012"/>
                    <a:pt x="3402" y="1699"/>
                    <a:pt x="2822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15"/>
            <p:cNvSpPr/>
            <p:nvPr/>
          </p:nvSpPr>
          <p:spPr>
            <a:xfrm>
              <a:off x="6725450" y="2574025"/>
              <a:ext cx="140650" cy="78600"/>
            </a:xfrm>
            <a:custGeom>
              <a:rect b="b" l="l" r="r" t="t"/>
              <a:pathLst>
                <a:path extrusionOk="0" h="3144" w="5626">
                  <a:moveTo>
                    <a:pt x="2844" y="132"/>
                  </a:moveTo>
                  <a:cubicBezTo>
                    <a:pt x="3158" y="1003"/>
                    <a:pt x="3858" y="1769"/>
                    <a:pt x="4393" y="2258"/>
                  </a:cubicBezTo>
                  <a:cubicBezTo>
                    <a:pt x="4776" y="2604"/>
                    <a:pt x="5130" y="2866"/>
                    <a:pt x="5338" y="3009"/>
                  </a:cubicBezTo>
                  <a:lnTo>
                    <a:pt x="2148" y="3009"/>
                  </a:lnTo>
                  <a:cubicBezTo>
                    <a:pt x="2067" y="2983"/>
                    <a:pt x="1491" y="2764"/>
                    <a:pt x="1182" y="2258"/>
                  </a:cubicBezTo>
                  <a:cubicBezTo>
                    <a:pt x="1170" y="2240"/>
                    <a:pt x="1148" y="2226"/>
                    <a:pt x="1124" y="2226"/>
                  </a:cubicBezTo>
                  <a:cubicBezTo>
                    <a:pt x="1119" y="2226"/>
                    <a:pt x="1114" y="2227"/>
                    <a:pt x="1109" y="2228"/>
                  </a:cubicBezTo>
                  <a:cubicBezTo>
                    <a:pt x="1079" y="2239"/>
                    <a:pt x="1061" y="2265"/>
                    <a:pt x="1061" y="2294"/>
                  </a:cubicBezTo>
                  <a:lnTo>
                    <a:pt x="1061" y="3009"/>
                  </a:lnTo>
                  <a:lnTo>
                    <a:pt x="401" y="3009"/>
                  </a:lnTo>
                  <a:lnTo>
                    <a:pt x="143" y="132"/>
                  </a:lnTo>
                  <a:close/>
                  <a:moveTo>
                    <a:pt x="70" y="1"/>
                  </a:moveTo>
                  <a:cubicBezTo>
                    <a:pt x="51" y="1"/>
                    <a:pt x="33" y="8"/>
                    <a:pt x="22" y="23"/>
                  </a:cubicBezTo>
                  <a:cubicBezTo>
                    <a:pt x="8" y="37"/>
                    <a:pt x="0" y="56"/>
                    <a:pt x="4" y="74"/>
                  </a:cubicBezTo>
                  <a:lnTo>
                    <a:pt x="274" y="3081"/>
                  </a:lnTo>
                  <a:cubicBezTo>
                    <a:pt x="277" y="3118"/>
                    <a:pt x="307" y="3143"/>
                    <a:pt x="339" y="3143"/>
                  </a:cubicBezTo>
                  <a:lnTo>
                    <a:pt x="1127" y="3143"/>
                  </a:lnTo>
                  <a:cubicBezTo>
                    <a:pt x="1163" y="3143"/>
                    <a:pt x="1193" y="3114"/>
                    <a:pt x="1193" y="3078"/>
                  </a:cubicBezTo>
                  <a:lnTo>
                    <a:pt x="1193" y="2502"/>
                  </a:lnTo>
                  <a:cubicBezTo>
                    <a:pt x="1561" y="2954"/>
                    <a:pt x="2089" y="3133"/>
                    <a:pt x="2115" y="3140"/>
                  </a:cubicBezTo>
                  <a:cubicBezTo>
                    <a:pt x="2122" y="3140"/>
                    <a:pt x="2129" y="3143"/>
                    <a:pt x="2137" y="3143"/>
                  </a:cubicBezTo>
                  <a:lnTo>
                    <a:pt x="5553" y="3143"/>
                  </a:lnTo>
                  <a:cubicBezTo>
                    <a:pt x="5582" y="3143"/>
                    <a:pt x="5608" y="3122"/>
                    <a:pt x="5618" y="3096"/>
                  </a:cubicBezTo>
                  <a:cubicBezTo>
                    <a:pt x="5626" y="3067"/>
                    <a:pt x="5615" y="3034"/>
                    <a:pt x="5589" y="3019"/>
                  </a:cubicBezTo>
                  <a:cubicBezTo>
                    <a:pt x="5567" y="3009"/>
                    <a:pt x="3518" y="1700"/>
                    <a:pt x="2953" y="45"/>
                  </a:cubicBezTo>
                  <a:cubicBezTo>
                    <a:pt x="2946" y="19"/>
                    <a:pt x="2921" y="1"/>
                    <a:pt x="2891" y="1"/>
                  </a:cubicBezTo>
                  <a:close/>
                </a:path>
              </a:pathLst>
            </a:custGeom>
            <a:solidFill>
              <a:srgbClr val="CC9E1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5"/>
            <p:cNvSpPr/>
            <p:nvPr/>
          </p:nvSpPr>
          <p:spPr>
            <a:xfrm>
              <a:off x="6727175" y="2037100"/>
              <a:ext cx="12325" cy="12350"/>
            </a:xfrm>
            <a:custGeom>
              <a:rect b="b" l="l" r="r" t="t"/>
              <a:pathLst>
                <a:path extrusionOk="0" h="494" w="493">
                  <a:moveTo>
                    <a:pt x="249" y="1"/>
                  </a:moveTo>
                  <a:cubicBezTo>
                    <a:pt x="114" y="1"/>
                    <a:pt x="1" y="110"/>
                    <a:pt x="1" y="245"/>
                  </a:cubicBezTo>
                  <a:cubicBezTo>
                    <a:pt x="1" y="384"/>
                    <a:pt x="114" y="493"/>
                    <a:pt x="249" y="493"/>
                  </a:cubicBezTo>
                  <a:cubicBezTo>
                    <a:pt x="383" y="493"/>
                    <a:pt x="493" y="384"/>
                    <a:pt x="493" y="245"/>
                  </a:cubicBezTo>
                  <a:cubicBezTo>
                    <a:pt x="493" y="110"/>
                    <a:pt x="383" y="1"/>
                    <a:pt x="249" y="1"/>
                  </a:cubicBezTo>
                  <a:close/>
                </a:path>
              </a:pathLst>
            </a:custGeom>
            <a:solidFill>
              <a:srgbClr val="97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5"/>
            <p:cNvSpPr/>
            <p:nvPr/>
          </p:nvSpPr>
          <p:spPr>
            <a:xfrm>
              <a:off x="6727825" y="2045850"/>
              <a:ext cx="7575" cy="7600"/>
            </a:xfrm>
            <a:custGeom>
              <a:rect b="b" l="l" r="r" t="t"/>
              <a:pathLst>
                <a:path extrusionOk="0" h="304" w="303">
                  <a:moveTo>
                    <a:pt x="150" y="1"/>
                  </a:moveTo>
                  <a:cubicBezTo>
                    <a:pt x="66" y="1"/>
                    <a:pt x="0" y="70"/>
                    <a:pt x="0" y="154"/>
                  </a:cubicBezTo>
                  <a:cubicBezTo>
                    <a:pt x="0" y="234"/>
                    <a:pt x="66" y="304"/>
                    <a:pt x="150" y="304"/>
                  </a:cubicBezTo>
                  <a:cubicBezTo>
                    <a:pt x="233" y="304"/>
                    <a:pt x="303" y="234"/>
                    <a:pt x="303" y="154"/>
                  </a:cubicBezTo>
                  <a:cubicBezTo>
                    <a:pt x="303" y="70"/>
                    <a:pt x="233" y="1"/>
                    <a:pt x="150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5"/>
            <p:cNvSpPr/>
            <p:nvPr/>
          </p:nvSpPr>
          <p:spPr>
            <a:xfrm>
              <a:off x="6693100" y="2051800"/>
              <a:ext cx="11050" cy="4475"/>
            </a:xfrm>
            <a:custGeom>
              <a:rect b="b" l="l" r="r" t="t"/>
              <a:pathLst>
                <a:path extrusionOk="0" h="179" w="442">
                  <a:moveTo>
                    <a:pt x="280" y="0"/>
                  </a:moveTo>
                  <a:cubicBezTo>
                    <a:pt x="174" y="0"/>
                    <a:pt x="67" y="42"/>
                    <a:pt x="51" y="47"/>
                  </a:cubicBezTo>
                  <a:cubicBezTo>
                    <a:pt x="18" y="62"/>
                    <a:pt x="0" y="102"/>
                    <a:pt x="15" y="135"/>
                  </a:cubicBezTo>
                  <a:cubicBezTo>
                    <a:pt x="26" y="160"/>
                    <a:pt x="51" y="179"/>
                    <a:pt x="77" y="179"/>
                  </a:cubicBezTo>
                  <a:cubicBezTo>
                    <a:pt x="88" y="179"/>
                    <a:pt x="95" y="175"/>
                    <a:pt x="102" y="175"/>
                  </a:cubicBezTo>
                  <a:cubicBezTo>
                    <a:pt x="140" y="159"/>
                    <a:pt x="218" y="136"/>
                    <a:pt x="280" y="136"/>
                  </a:cubicBezTo>
                  <a:cubicBezTo>
                    <a:pt x="301" y="136"/>
                    <a:pt x="320" y="139"/>
                    <a:pt x="336" y="146"/>
                  </a:cubicBezTo>
                  <a:cubicBezTo>
                    <a:pt x="345" y="151"/>
                    <a:pt x="356" y="153"/>
                    <a:pt x="366" y="153"/>
                  </a:cubicBezTo>
                  <a:cubicBezTo>
                    <a:pt x="392" y="153"/>
                    <a:pt x="416" y="137"/>
                    <a:pt x="427" y="113"/>
                  </a:cubicBezTo>
                  <a:cubicBezTo>
                    <a:pt x="441" y="80"/>
                    <a:pt x="427" y="40"/>
                    <a:pt x="394" y="22"/>
                  </a:cubicBezTo>
                  <a:cubicBezTo>
                    <a:pt x="359" y="6"/>
                    <a:pt x="319" y="0"/>
                    <a:pt x="280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5"/>
            <p:cNvSpPr/>
            <p:nvPr/>
          </p:nvSpPr>
          <p:spPr>
            <a:xfrm>
              <a:off x="6845077" y="1889175"/>
              <a:ext cx="226425" cy="140575"/>
            </a:xfrm>
            <a:custGeom>
              <a:rect b="b" l="l" r="r" t="t"/>
              <a:pathLst>
                <a:path extrusionOk="0" h="5623" w="9057">
                  <a:moveTo>
                    <a:pt x="4991" y="92"/>
                  </a:moveTo>
                  <a:cubicBezTo>
                    <a:pt x="6490" y="92"/>
                    <a:pt x="7711" y="1313"/>
                    <a:pt x="7711" y="2812"/>
                  </a:cubicBezTo>
                  <a:cubicBezTo>
                    <a:pt x="7711" y="2907"/>
                    <a:pt x="7704" y="3005"/>
                    <a:pt x="7696" y="3107"/>
                  </a:cubicBezTo>
                  <a:lnTo>
                    <a:pt x="7685" y="3206"/>
                  </a:lnTo>
                  <a:lnTo>
                    <a:pt x="7802" y="3206"/>
                  </a:lnTo>
                  <a:cubicBezTo>
                    <a:pt x="8444" y="3206"/>
                    <a:pt x="8965" y="3727"/>
                    <a:pt x="8965" y="4369"/>
                  </a:cubicBezTo>
                  <a:cubicBezTo>
                    <a:pt x="8965" y="5010"/>
                    <a:pt x="8444" y="5532"/>
                    <a:pt x="7802" y="5532"/>
                  </a:cubicBezTo>
                  <a:lnTo>
                    <a:pt x="1827" y="5532"/>
                  </a:lnTo>
                  <a:cubicBezTo>
                    <a:pt x="868" y="5532"/>
                    <a:pt x="91" y="4755"/>
                    <a:pt x="91" y="3800"/>
                  </a:cubicBezTo>
                  <a:cubicBezTo>
                    <a:pt x="91" y="2841"/>
                    <a:pt x="868" y="2064"/>
                    <a:pt x="1827" y="2064"/>
                  </a:cubicBezTo>
                  <a:cubicBezTo>
                    <a:pt x="1976" y="2064"/>
                    <a:pt x="2122" y="2083"/>
                    <a:pt x="2264" y="2119"/>
                  </a:cubicBezTo>
                  <a:lnTo>
                    <a:pt x="2352" y="2145"/>
                  </a:lnTo>
                  <a:lnTo>
                    <a:pt x="2377" y="2057"/>
                  </a:lnTo>
                  <a:cubicBezTo>
                    <a:pt x="2709" y="901"/>
                    <a:pt x="3784" y="92"/>
                    <a:pt x="4991" y="92"/>
                  </a:cubicBezTo>
                  <a:close/>
                  <a:moveTo>
                    <a:pt x="4991" y="1"/>
                  </a:moveTo>
                  <a:cubicBezTo>
                    <a:pt x="3708" y="1"/>
                    <a:pt x="2625" y="858"/>
                    <a:pt x="2290" y="2032"/>
                  </a:cubicBezTo>
                  <a:cubicBezTo>
                    <a:pt x="2140" y="1995"/>
                    <a:pt x="1987" y="1973"/>
                    <a:pt x="1827" y="1973"/>
                  </a:cubicBezTo>
                  <a:cubicBezTo>
                    <a:pt x="817" y="1973"/>
                    <a:pt x="0" y="2790"/>
                    <a:pt x="0" y="3800"/>
                  </a:cubicBezTo>
                  <a:cubicBezTo>
                    <a:pt x="0" y="4806"/>
                    <a:pt x="817" y="5623"/>
                    <a:pt x="1827" y="5623"/>
                  </a:cubicBezTo>
                  <a:lnTo>
                    <a:pt x="7802" y="5623"/>
                  </a:lnTo>
                  <a:cubicBezTo>
                    <a:pt x="8495" y="5623"/>
                    <a:pt x="9056" y="5061"/>
                    <a:pt x="9056" y="4369"/>
                  </a:cubicBezTo>
                  <a:cubicBezTo>
                    <a:pt x="9056" y="3676"/>
                    <a:pt x="8495" y="3114"/>
                    <a:pt x="7802" y="3114"/>
                  </a:cubicBezTo>
                  <a:lnTo>
                    <a:pt x="7784" y="3114"/>
                  </a:lnTo>
                  <a:cubicBezTo>
                    <a:pt x="7795" y="3016"/>
                    <a:pt x="7802" y="2914"/>
                    <a:pt x="7802" y="2812"/>
                  </a:cubicBezTo>
                  <a:cubicBezTo>
                    <a:pt x="7802" y="1259"/>
                    <a:pt x="6544" y="1"/>
                    <a:pt x="4991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15"/>
            <p:cNvSpPr/>
            <p:nvPr/>
          </p:nvSpPr>
          <p:spPr>
            <a:xfrm>
              <a:off x="6926425" y="2003025"/>
              <a:ext cx="63725" cy="63725"/>
            </a:xfrm>
            <a:custGeom>
              <a:rect b="b" l="l" r="r" t="t"/>
              <a:pathLst>
                <a:path extrusionOk="0" h="2549" w="2549">
                  <a:moveTo>
                    <a:pt x="1276" y="0"/>
                  </a:moveTo>
                  <a:cubicBezTo>
                    <a:pt x="573" y="0"/>
                    <a:pt x="0" y="569"/>
                    <a:pt x="0" y="1273"/>
                  </a:cubicBezTo>
                  <a:cubicBezTo>
                    <a:pt x="0" y="1976"/>
                    <a:pt x="573" y="2549"/>
                    <a:pt x="1276" y="2549"/>
                  </a:cubicBezTo>
                  <a:cubicBezTo>
                    <a:pt x="1980" y="2549"/>
                    <a:pt x="2549" y="1976"/>
                    <a:pt x="2549" y="1273"/>
                  </a:cubicBezTo>
                  <a:cubicBezTo>
                    <a:pt x="2549" y="569"/>
                    <a:pt x="1980" y="0"/>
                    <a:pt x="1276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5"/>
            <p:cNvSpPr/>
            <p:nvPr/>
          </p:nvSpPr>
          <p:spPr>
            <a:xfrm>
              <a:off x="6926425" y="2003025"/>
              <a:ext cx="63725" cy="63725"/>
            </a:xfrm>
            <a:custGeom>
              <a:rect b="b" l="l" r="r" t="t"/>
              <a:pathLst>
                <a:path extrusionOk="0" h="2549" w="2549">
                  <a:moveTo>
                    <a:pt x="1276" y="92"/>
                  </a:moveTo>
                  <a:cubicBezTo>
                    <a:pt x="1929" y="92"/>
                    <a:pt x="2457" y="620"/>
                    <a:pt x="2457" y="1273"/>
                  </a:cubicBezTo>
                  <a:cubicBezTo>
                    <a:pt x="2457" y="1925"/>
                    <a:pt x="1929" y="2458"/>
                    <a:pt x="1276" y="2458"/>
                  </a:cubicBezTo>
                  <a:cubicBezTo>
                    <a:pt x="624" y="2458"/>
                    <a:pt x="91" y="1925"/>
                    <a:pt x="91" y="1273"/>
                  </a:cubicBezTo>
                  <a:cubicBezTo>
                    <a:pt x="91" y="620"/>
                    <a:pt x="624" y="92"/>
                    <a:pt x="1276" y="92"/>
                  </a:cubicBezTo>
                  <a:close/>
                  <a:moveTo>
                    <a:pt x="1276" y="0"/>
                  </a:moveTo>
                  <a:cubicBezTo>
                    <a:pt x="573" y="0"/>
                    <a:pt x="0" y="569"/>
                    <a:pt x="0" y="1273"/>
                  </a:cubicBezTo>
                  <a:cubicBezTo>
                    <a:pt x="0" y="1976"/>
                    <a:pt x="573" y="2549"/>
                    <a:pt x="1276" y="2549"/>
                  </a:cubicBezTo>
                  <a:cubicBezTo>
                    <a:pt x="1980" y="2549"/>
                    <a:pt x="2549" y="1976"/>
                    <a:pt x="2549" y="1273"/>
                  </a:cubicBezTo>
                  <a:cubicBezTo>
                    <a:pt x="2549" y="569"/>
                    <a:pt x="1980" y="0"/>
                    <a:pt x="1276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15"/>
            <p:cNvSpPr/>
            <p:nvPr/>
          </p:nvSpPr>
          <p:spPr>
            <a:xfrm>
              <a:off x="6894525" y="2053050"/>
              <a:ext cx="36925" cy="36850"/>
            </a:xfrm>
            <a:custGeom>
              <a:rect b="b" l="l" r="r" t="t"/>
              <a:pathLst>
                <a:path extrusionOk="0" h="1474" w="1477">
                  <a:moveTo>
                    <a:pt x="740" y="1"/>
                  </a:moveTo>
                  <a:cubicBezTo>
                    <a:pt x="332" y="1"/>
                    <a:pt x="0" y="329"/>
                    <a:pt x="0" y="737"/>
                  </a:cubicBezTo>
                  <a:cubicBezTo>
                    <a:pt x="0" y="1146"/>
                    <a:pt x="332" y="1474"/>
                    <a:pt x="740" y="1474"/>
                  </a:cubicBezTo>
                  <a:cubicBezTo>
                    <a:pt x="1145" y="1474"/>
                    <a:pt x="1477" y="1146"/>
                    <a:pt x="1477" y="737"/>
                  </a:cubicBezTo>
                  <a:cubicBezTo>
                    <a:pt x="1477" y="329"/>
                    <a:pt x="1145" y="1"/>
                    <a:pt x="740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15"/>
            <p:cNvSpPr/>
            <p:nvPr/>
          </p:nvSpPr>
          <p:spPr>
            <a:xfrm>
              <a:off x="6894525" y="2053050"/>
              <a:ext cx="36925" cy="36850"/>
            </a:xfrm>
            <a:custGeom>
              <a:rect b="b" l="l" r="r" t="t"/>
              <a:pathLst>
                <a:path extrusionOk="0" h="1474" w="1477">
                  <a:moveTo>
                    <a:pt x="740" y="92"/>
                  </a:moveTo>
                  <a:cubicBezTo>
                    <a:pt x="1094" y="92"/>
                    <a:pt x="1386" y="380"/>
                    <a:pt x="1386" y="737"/>
                  </a:cubicBezTo>
                  <a:cubicBezTo>
                    <a:pt x="1386" y="1095"/>
                    <a:pt x="1094" y="1383"/>
                    <a:pt x="740" y="1383"/>
                  </a:cubicBezTo>
                  <a:cubicBezTo>
                    <a:pt x="383" y="1383"/>
                    <a:pt x="91" y="1095"/>
                    <a:pt x="91" y="737"/>
                  </a:cubicBezTo>
                  <a:cubicBezTo>
                    <a:pt x="91" y="380"/>
                    <a:pt x="383" y="92"/>
                    <a:pt x="740" y="92"/>
                  </a:cubicBezTo>
                  <a:close/>
                  <a:moveTo>
                    <a:pt x="740" y="1"/>
                  </a:moveTo>
                  <a:cubicBezTo>
                    <a:pt x="332" y="1"/>
                    <a:pt x="0" y="329"/>
                    <a:pt x="0" y="737"/>
                  </a:cubicBezTo>
                  <a:cubicBezTo>
                    <a:pt x="0" y="1146"/>
                    <a:pt x="332" y="1474"/>
                    <a:pt x="740" y="1474"/>
                  </a:cubicBezTo>
                  <a:cubicBezTo>
                    <a:pt x="1145" y="1474"/>
                    <a:pt x="1477" y="1146"/>
                    <a:pt x="1477" y="737"/>
                  </a:cubicBezTo>
                  <a:cubicBezTo>
                    <a:pt x="1477" y="329"/>
                    <a:pt x="1145" y="1"/>
                    <a:pt x="740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6" name="Google Shape;276;p15"/>
          <p:cNvGrpSpPr/>
          <p:nvPr/>
        </p:nvGrpSpPr>
        <p:grpSpPr>
          <a:xfrm>
            <a:off x="4665270" y="3600716"/>
            <a:ext cx="2464593" cy="1542738"/>
            <a:chOff x="3345475" y="1976500"/>
            <a:chExt cx="1053650" cy="692525"/>
          </a:xfrm>
        </p:grpSpPr>
        <p:sp>
          <p:nvSpPr>
            <p:cNvPr id="277" name="Google Shape;277;p15"/>
            <p:cNvSpPr/>
            <p:nvPr/>
          </p:nvSpPr>
          <p:spPr>
            <a:xfrm>
              <a:off x="3930700" y="2415250"/>
              <a:ext cx="323050" cy="237925"/>
            </a:xfrm>
            <a:custGeom>
              <a:rect b="b" l="l" r="r" t="t"/>
              <a:pathLst>
                <a:path extrusionOk="0" h="9517" w="12922">
                  <a:moveTo>
                    <a:pt x="1696" y="0"/>
                  </a:moveTo>
                  <a:cubicBezTo>
                    <a:pt x="1511" y="0"/>
                    <a:pt x="1324" y="34"/>
                    <a:pt x="1142" y="107"/>
                  </a:cubicBezTo>
                  <a:cubicBezTo>
                    <a:pt x="373" y="413"/>
                    <a:pt x="1" y="1284"/>
                    <a:pt x="307" y="2054"/>
                  </a:cubicBezTo>
                  <a:lnTo>
                    <a:pt x="2906" y="8572"/>
                  </a:lnTo>
                  <a:cubicBezTo>
                    <a:pt x="3136" y="9148"/>
                    <a:pt x="3694" y="9516"/>
                    <a:pt x="4299" y="9516"/>
                  </a:cubicBezTo>
                  <a:cubicBezTo>
                    <a:pt x="4390" y="9516"/>
                    <a:pt x="4481" y="9505"/>
                    <a:pt x="4576" y="9491"/>
                  </a:cubicBezTo>
                  <a:lnTo>
                    <a:pt x="11572" y="8178"/>
                  </a:lnTo>
                  <a:cubicBezTo>
                    <a:pt x="12385" y="8025"/>
                    <a:pt x="12921" y="7241"/>
                    <a:pt x="12768" y="6428"/>
                  </a:cubicBezTo>
                  <a:cubicBezTo>
                    <a:pt x="12633" y="5709"/>
                    <a:pt x="12003" y="5206"/>
                    <a:pt x="11297" y="5206"/>
                  </a:cubicBezTo>
                  <a:cubicBezTo>
                    <a:pt x="11205" y="5206"/>
                    <a:pt x="11112" y="5215"/>
                    <a:pt x="11018" y="5233"/>
                  </a:cubicBezTo>
                  <a:lnTo>
                    <a:pt x="5232" y="6315"/>
                  </a:lnTo>
                  <a:lnTo>
                    <a:pt x="3089" y="945"/>
                  </a:lnTo>
                  <a:cubicBezTo>
                    <a:pt x="2855" y="358"/>
                    <a:pt x="2292" y="0"/>
                    <a:pt x="1696" y="0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5"/>
            <p:cNvSpPr/>
            <p:nvPr/>
          </p:nvSpPr>
          <p:spPr>
            <a:xfrm>
              <a:off x="3486925" y="2412150"/>
              <a:ext cx="481175" cy="256875"/>
            </a:xfrm>
            <a:custGeom>
              <a:rect b="b" l="l" r="r" t="t"/>
              <a:pathLst>
                <a:path extrusionOk="0" h="10275" w="19247">
                  <a:moveTo>
                    <a:pt x="11234" y="0"/>
                  </a:moveTo>
                  <a:cubicBezTo>
                    <a:pt x="10658" y="0"/>
                    <a:pt x="10108" y="335"/>
                    <a:pt x="9862" y="894"/>
                  </a:cubicBezTo>
                  <a:lnTo>
                    <a:pt x="7234" y="6862"/>
                  </a:lnTo>
                  <a:lnTo>
                    <a:pt x="2232" y="4945"/>
                  </a:lnTo>
                  <a:cubicBezTo>
                    <a:pt x="2056" y="4877"/>
                    <a:pt x="1875" y="4845"/>
                    <a:pt x="1697" y="4845"/>
                  </a:cubicBezTo>
                  <a:cubicBezTo>
                    <a:pt x="1093" y="4845"/>
                    <a:pt x="524" y="5212"/>
                    <a:pt x="296" y="5809"/>
                  </a:cubicBezTo>
                  <a:cubicBezTo>
                    <a:pt x="1" y="6578"/>
                    <a:pt x="383" y="7446"/>
                    <a:pt x="1156" y="7745"/>
                  </a:cubicBezTo>
                  <a:lnTo>
                    <a:pt x="7493" y="10173"/>
                  </a:lnTo>
                  <a:cubicBezTo>
                    <a:pt x="7668" y="10242"/>
                    <a:pt x="7850" y="10275"/>
                    <a:pt x="8029" y="10275"/>
                  </a:cubicBezTo>
                  <a:cubicBezTo>
                    <a:pt x="8605" y="10275"/>
                    <a:pt x="9155" y="9936"/>
                    <a:pt x="9399" y="9378"/>
                  </a:cubicBezTo>
                  <a:lnTo>
                    <a:pt x="11248" y="5182"/>
                  </a:lnTo>
                  <a:lnTo>
                    <a:pt x="11248" y="6312"/>
                  </a:lnTo>
                  <a:cubicBezTo>
                    <a:pt x="11248" y="6913"/>
                    <a:pt x="11736" y="7402"/>
                    <a:pt x="12342" y="7402"/>
                  </a:cubicBezTo>
                  <a:lnTo>
                    <a:pt x="18156" y="7402"/>
                  </a:lnTo>
                  <a:cubicBezTo>
                    <a:pt x="18758" y="7402"/>
                    <a:pt x="19247" y="6913"/>
                    <a:pt x="19247" y="6312"/>
                  </a:cubicBezTo>
                  <a:lnTo>
                    <a:pt x="19247" y="391"/>
                  </a:lnTo>
                  <a:lnTo>
                    <a:pt x="12243" y="391"/>
                  </a:lnTo>
                  <a:cubicBezTo>
                    <a:pt x="12126" y="285"/>
                    <a:pt x="11988" y="194"/>
                    <a:pt x="11838" y="129"/>
                  </a:cubicBezTo>
                  <a:cubicBezTo>
                    <a:pt x="11642" y="42"/>
                    <a:pt x="11436" y="0"/>
                    <a:pt x="11234" y="0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5"/>
            <p:cNvSpPr/>
            <p:nvPr/>
          </p:nvSpPr>
          <p:spPr>
            <a:xfrm>
              <a:off x="3345475" y="2528075"/>
              <a:ext cx="183850" cy="104275"/>
            </a:xfrm>
            <a:custGeom>
              <a:rect b="b" l="l" r="r" t="t"/>
              <a:pathLst>
                <a:path extrusionOk="0" h="4171" w="7354">
                  <a:moveTo>
                    <a:pt x="2710" y="1"/>
                  </a:moveTo>
                  <a:cubicBezTo>
                    <a:pt x="2236" y="1"/>
                    <a:pt x="2946" y="963"/>
                    <a:pt x="4208" y="1143"/>
                  </a:cubicBezTo>
                  <a:cubicBezTo>
                    <a:pt x="4208" y="1143"/>
                    <a:pt x="2170" y="2105"/>
                    <a:pt x="1083" y="2112"/>
                  </a:cubicBezTo>
                  <a:cubicBezTo>
                    <a:pt x="0" y="2120"/>
                    <a:pt x="875" y="3771"/>
                    <a:pt x="2771" y="4048"/>
                  </a:cubicBezTo>
                  <a:cubicBezTo>
                    <a:pt x="3319" y="4129"/>
                    <a:pt x="3742" y="4171"/>
                    <a:pt x="4122" y="4171"/>
                  </a:cubicBezTo>
                  <a:cubicBezTo>
                    <a:pt x="5061" y="4171"/>
                    <a:pt x="5735" y="3916"/>
                    <a:pt x="7354" y="3363"/>
                  </a:cubicBezTo>
                  <a:lnTo>
                    <a:pt x="6180" y="5"/>
                  </a:lnTo>
                  <a:cubicBezTo>
                    <a:pt x="6180" y="5"/>
                    <a:pt x="4923" y="39"/>
                    <a:pt x="3912" y="39"/>
                  </a:cubicBezTo>
                  <a:cubicBezTo>
                    <a:pt x="3406" y="39"/>
                    <a:pt x="2962" y="31"/>
                    <a:pt x="2768" y="5"/>
                  </a:cubicBezTo>
                  <a:cubicBezTo>
                    <a:pt x="2747" y="2"/>
                    <a:pt x="2727" y="1"/>
                    <a:pt x="2710" y="1"/>
                  </a:cubicBezTo>
                  <a:close/>
                </a:path>
              </a:pathLst>
            </a:custGeom>
            <a:solidFill>
              <a:srgbClr val="FD8B7A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5"/>
            <p:cNvSpPr/>
            <p:nvPr/>
          </p:nvSpPr>
          <p:spPr>
            <a:xfrm>
              <a:off x="3433525" y="2562100"/>
              <a:ext cx="40300" cy="56625"/>
            </a:xfrm>
            <a:custGeom>
              <a:rect b="b" l="l" r="r" t="t"/>
              <a:pathLst>
                <a:path extrusionOk="0" h="2265" w="1612">
                  <a:moveTo>
                    <a:pt x="193" y="0"/>
                  </a:moveTo>
                  <a:lnTo>
                    <a:pt x="0" y="84"/>
                  </a:lnTo>
                  <a:cubicBezTo>
                    <a:pt x="29" y="153"/>
                    <a:pt x="737" y="1819"/>
                    <a:pt x="1502" y="2264"/>
                  </a:cubicBezTo>
                  <a:lnTo>
                    <a:pt x="1612" y="2082"/>
                  </a:lnTo>
                  <a:cubicBezTo>
                    <a:pt x="904" y="1674"/>
                    <a:pt x="201" y="18"/>
                    <a:pt x="193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5"/>
            <p:cNvSpPr/>
            <p:nvPr/>
          </p:nvSpPr>
          <p:spPr>
            <a:xfrm>
              <a:off x="3364350" y="2575850"/>
              <a:ext cx="78025" cy="24275"/>
            </a:xfrm>
            <a:custGeom>
              <a:rect b="b" l="l" r="r" t="t"/>
              <a:pathLst>
                <a:path extrusionOk="0" h="971" w="3121">
                  <a:moveTo>
                    <a:pt x="3033" y="1"/>
                  </a:moveTo>
                  <a:cubicBezTo>
                    <a:pt x="3015" y="8"/>
                    <a:pt x="1440" y="723"/>
                    <a:pt x="0" y="759"/>
                  </a:cubicBezTo>
                  <a:lnTo>
                    <a:pt x="4" y="971"/>
                  </a:lnTo>
                  <a:cubicBezTo>
                    <a:pt x="1491" y="934"/>
                    <a:pt x="3055" y="223"/>
                    <a:pt x="3121" y="194"/>
                  </a:cubicBezTo>
                  <a:lnTo>
                    <a:pt x="3033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5"/>
            <p:cNvSpPr/>
            <p:nvPr/>
          </p:nvSpPr>
          <p:spPr>
            <a:xfrm>
              <a:off x="3379200" y="2591800"/>
              <a:ext cx="71650" cy="26475"/>
            </a:xfrm>
            <a:custGeom>
              <a:rect b="b" l="l" r="r" t="t"/>
              <a:pathLst>
                <a:path extrusionOk="0" h="1059" w="2866">
                  <a:moveTo>
                    <a:pt x="2789" y="1"/>
                  </a:moveTo>
                  <a:cubicBezTo>
                    <a:pt x="2782" y="4"/>
                    <a:pt x="2764" y="12"/>
                    <a:pt x="2731" y="26"/>
                  </a:cubicBezTo>
                  <a:cubicBezTo>
                    <a:pt x="1532" y="556"/>
                    <a:pt x="575" y="847"/>
                    <a:pt x="34" y="847"/>
                  </a:cubicBezTo>
                  <a:cubicBezTo>
                    <a:pt x="24" y="847"/>
                    <a:pt x="14" y="847"/>
                    <a:pt x="4" y="847"/>
                  </a:cubicBezTo>
                  <a:lnTo>
                    <a:pt x="0" y="1058"/>
                  </a:lnTo>
                  <a:lnTo>
                    <a:pt x="33" y="1058"/>
                  </a:lnTo>
                  <a:cubicBezTo>
                    <a:pt x="802" y="1058"/>
                    <a:pt x="2100" y="537"/>
                    <a:pt x="2815" y="220"/>
                  </a:cubicBezTo>
                  <a:cubicBezTo>
                    <a:pt x="2844" y="209"/>
                    <a:pt x="2859" y="201"/>
                    <a:pt x="2866" y="198"/>
                  </a:cubicBezTo>
                  <a:lnTo>
                    <a:pt x="2789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5"/>
            <p:cNvSpPr/>
            <p:nvPr/>
          </p:nvSpPr>
          <p:spPr>
            <a:xfrm>
              <a:off x="3407625" y="2605300"/>
              <a:ext cx="53625" cy="25350"/>
            </a:xfrm>
            <a:custGeom>
              <a:rect b="b" l="l" r="r" t="t"/>
              <a:pathLst>
                <a:path extrusionOk="0" h="1014" w="2145">
                  <a:moveTo>
                    <a:pt x="2039" y="0"/>
                  </a:moveTo>
                  <a:cubicBezTo>
                    <a:pt x="2024" y="8"/>
                    <a:pt x="737" y="744"/>
                    <a:pt x="1" y="802"/>
                  </a:cubicBezTo>
                  <a:lnTo>
                    <a:pt x="19" y="1014"/>
                  </a:lnTo>
                  <a:cubicBezTo>
                    <a:pt x="799" y="952"/>
                    <a:pt x="2090" y="215"/>
                    <a:pt x="2145" y="183"/>
                  </a:cubicBezTo>
                  <a:lnTo>
                    <a:pt x="2039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5"/>
            <p:cNvSpPr/>
            <p:nvPr/>
          </p:nvSpPr>
          <p:spPr>
            <a:xfrm>
              <a:off x="3448375" y="2555250"/>
              <a:ext cx="45425" cy="24100"/>
            </a:xfrm>
            <a:custGeom>
              <a:rect b="b" l="l" r="r" t="t"/>
              <a:pathLst>
                <a:path extrusionOk="0" h="964" w="1817">
                  <a:moveTo>
                    <a:pt x="183" y="1"/>
                  </a:moveTo>
                  <a:lnTo>
                    <a:pt x="92" y="56"/>
                  </a:lnTo>
                  <a:lnTo>
                    <a:pt x="184" y="2"/>
                  </a:lnTo>
                  <a:lnTo>
                    <a:pt x="184" y="2"/>
                  </a:lnTo>
                  <a:cubicBezTo>
                    <a:pt x="184" y="2"/>
                    <a:pt x="184" y="2"/>
                    <a:pt x="184" y="2"/>
                  </a:cubicBezTo>
                  <a:lnTo>
                    <a:pt x="184" y="2"/>
                  </a:lnTo>
                  <a:lnTo>
                    <a:pt x="186" y="1"/>
                  </a:lnTo>
                  <a:lnTo>
                    <a:pt x="184" y="2"/>
                  </a:lnTo>
                  <a:lnTo>
                    <a:pt x="184" y="2"/>
                  </a:lnTo>
                  <a:cubicBezTo>
                    <a:pt x="183" y="2"/>
                    <a:pt x="183" y="1"/>
                    <a:pt x="183" y="1"/>
                  </a:cubicBezTo>
                  <a:close/>
                  <a:moveTo>
                    <a:pt x="184" y="2"/>
                  </a:moveTo>
                  <a:lnTo>
                    <a:pt x="1" y="110"/>
                  </a:lnTo>
                  <a:cubicBezTo>
                    <a:pt x="8" y="117"/>
                    <a:pt x="515" y="963"/>
                    <a:pt x="1466" y="963"/>
                  </a:cubicBezTo>
                  <a:cubicBezTo>
                    <a:pt x="1579" y="963"/>
                    <a:pt x="1696" y="952"/>
                    <a:pt x="1816" y="927"/>
                  </a:cubicBezTo>
                  <a:lnTo>
                    <a:pt x="1772" y="719"/>
                  </a:lnTo>
                  <a:cubicBezTo>
                    <a:pt x="1663" y="741"/>
                    <a:pt x="1560" y="751"/>
                    <a:pt x="1462" y="751"/>
                  </a:cubicBezTo>
                  <a:cubicBezTo>
                    <a:pt x="646" y="751"/>
                    <a:pt x="216" y="54"/>
                    <a:pt x="184" y="2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15"/>
            <p:cNvSpPr/>
            <p:nvPr/>
          </p:nvSpPr>
          <p:spPr>
            <a:xfrm>
              <a:off x="3493225" y="2528050"/>
              <a:ext cx="57625" cy="84100"/>
            </a:xfrm>
            <a:custGeom>
              <a:rect b="b" l="l" r="r" t="t"/>
              <a:pathLst>
                <a:path extrusionOk="0" h="3364" w="2305">
                  <a:moveTo>
                    <a:pt x="491" y="1"/>
                  </a:moveTo>
                  <a:cubicBezTo>
                    <a:pt x="354" y="1"/>
                    <a:pt x="270" y="6"/>
                    <a:pt x="270" y="6"/>
                  </a:cubicBezTo>
                  <a:lnTo>
                    <a:pt x="0" y="239"/>
                  </a:lnTo>
                  <a:lnTo>
                    <a:pt x="1444" y="3364"/>
                  </a:lnTo>
                  <a:lnTo>
                    <a:pt x="2304" y="382"/>
                  </a:lnTo>
                  <a:cubicBezTo>
                    <a:pt x="1711" y="44"/>
                    <a:pt x="882" y="1"/>
                    <a:pt x="491" y="1"/>
                  </a:cubicBezTo>
                  <a:close/>
                </a:path>
              </a:pathLst>
            </a:custGeom>
            <a:solidFill>
              <a:srgbClr val="FD8B7A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5"/>
            <p:cNvSpPr/>
            <p:nvPr/>
          </p:nvSpPr>
          <p:spPr>
            <a:xfrm>
              <a:off x="4215250" y="2538850"/>
              <a:ext cx="183875" cy="104275"/>
            </a:xfrm>
            <a:custGeom>
              <a:rect b="b" l="l" r="r" t="t"/>
              <a:pathLst>
                <a:path extrusionOk="0" h="4171" w="7355">
                  <a:moveTo>
                    <a:pt x="4641" y="0"/>
                  </a:moveTo>
                  <a:cubicBezTo>
                    <a:pt x="4624" y="0"/>
                    <a:pt x="4604" y="2"/>
                    <a:pt x="4584" y="4"/>
                  </a:cubicBezTo>
                  <a:cubicBezTo>
                    <a:pt x="4389" y="30"/>
                    <a:pt x="3946" y="38"/>
                    <a:pt x="3441" y="38"/>
                  </a:cubicBezTo>
                  <a:cubicBezTo>
                    <a:pt x="2431" y="38"/>
                    <a:pt x="1175" y="4"/>
                    <a:pt x="1175" y="4"/>
                  </a:cubicBezTo>
                  <a:lnTo>
                    <a:pt x="1" y="3362"/>
                  </a:lnTo>
                  <a:cubicBezTo>
                    <a:pt x="1618" y="3915"/>
                    <a:pt x="2290" y="4170"/>
                    <a:pt x="3229" y="4170"/>
                  </a:cubicBezTo>
                  <a:cubicBezTo>
                    <a:pt x="3609" y="4170"/>
                    <a:pt x="4033" y="4128"/>
                    <a:pt x="4580" y="4047"/>
                  </a:cubicBezTo>
                  <a:cubicBezTo>
                    <a:pt x="6479" y="3770"/>
                    <a:pt x="7354" y="2119"/>
                    <a:pt x="6268" y="2111"/>
                  </a:cubicBezTo>
                  <a:cubicBezTo>
                    <a:pt x="5181" y="2104"/>
                    <a:pt x="3143" y="1142"/>
                    <a:pt x="3143" y="1142"/>
                  </a:cubicBezTo>
                  <a:cubicBezTo>
                    <a:pt x="4405" y="962"/>
                    <a:pt x="5115" y="0"/>
                    <a:pt x="4641" y="0"/>
                  </a:cubicBezTo>
                  <a:close/>
                </a:path>
              </a:pathLst>
            </a:custGeom>
            <a:solidFill>
              <a:srgbClr val="FD8B7A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15"/>
            <p:cNvSpPr/>
            <p:nvPr/>
          </p:nvSpPr>
          <p:spPr>
            <a:xfrm>
              <a:off x="4270775" y="2572850"/>
              <a:ext cx="40300" cy="56625"/>
            </a:xfrm>
            <a:custGeom>
              <a:rect b="b" l="l" r="r" t="t"/>
              <a:pathLst>
                <a:path extrusionOk="0" h="2265" w="1612">
                  <a:moveTo>
                    <a:pt x="1415" y="0"/>
                  </a:moveTo>
                  <a:cubicBezTo>
                    <a:pt x="1407" y="19"/>
                    <a:pt x="704" y="1674"/>
                    <a:pt x="0" y="2082"/>
                  </a:cubicBezTo>
                  <a:lnTo>
                    <a:pt x="106" y="2264"/>
                  </a:lnTo>
                  <a:cubicBezTo>
                    <a:pt x="871" y="1820"/>
                    <a:pt x="1582" y="154"/>
                    <a:pt x="1612" y="84"/>
                  </a:cubicBezTo>
                  <a:lnTo>
                    <a:pt x="1415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5"/>
            <p:cNvSpPr/>
            <p:nvPr/>
          </p:nvSpPr>
          <p:spPr>
            <a:xfrm>
              <a:off x="4302125" y="2586600"/>
              <a:ext cx="78025" cy="24275"/>
            </a:xfrm>
            <a:custGeom>
              <a:rect b="b" l="l" r="r" t="t"/>
              <a:pathLst>
                <a:path extrusionOk="0" h="971" w="3121">
                  <a:moveTo>
                    <a:pt x="91" y="1"/>
                  </a:moveTo>
                  <a:lnTo>
                    <a:pt x="0" y="194"/>
                  </a:lnTo>
                  <a:cubicBezTo>
                    <a:pt x="66" y="227"/>
                    <a:pt x="1630" y="934"/>
                    <a:pt x="3117" y="971"/>
                  </a:cubicBezTo>
                  <a:lnTo>
                    <a:pt x="3121" y="759"/>
                  </a:lnTo>
                  <a:cubicBezTo>
                    <a:pt x="1681" y="723"/>
                    <a:pt x="106" y="8"/>
                    <a:pt x="91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15"/>
            <p:cNvSpPr/>
            <p:nvPr/>
          </p:nvSpPr>
          <p:spPr>
            <a:xfrm>
              <a:off x="4293650" y="2602550"/>
              <a:ext cx="71650" cy="26475"/>
            </a:xfrm>
            <a:custGeom>
              <a:rect b="b" l="l" r="r" t="t"/>
              <a:pathLst>
                <a:path extrusionOk="0" h="1059" w="2866">
                  <a:moveTo>
                    <a:pt x="77" y="1"/>
                  </a:moveTo>
                  <a:lnTo>
                    <a:pt x="0" y="198"/>
                  </a:lnTo>
                  <a:cubicBezTo>
                    <a:pt x="7" y="201"/>
                    <a:pt x="26" y="209"/>
                    <a:pt x="51" y="220"/>
                  </a:cubicBezTo>
                  <a:cubicBezTo>
                    <a:pt x="766" y="537"/>
                    <a:pt x="2064" y="1058"/>
                    <a:pt x="2833" y="1058"/>
                  </a:cubicBezTo>
                  <a:lnTo>
                    <a:pt x="2866" y="1058"/>
                  </a:lnTo>
                  <a:lnTo>
                    <a:pt x="2862" y="847"/>
                  </a:lnTo>
                  <a:cubicBezTo>
                    <a:pt x="2852" y="847"/>
                    <a:pt x="2843" y="847"/>
                    <a:pt x="2833" y="847"/>
                  </a:cubicBezTo>
                  <a:cubicBezTo>
                    <a:pt x="2291" y="847"/>
                    <a:pt x="1338" y="556"/>
                    <a:pt x="135" y="26"/>
                  </a:cubicBezTo>
                  <a:cubicBezTo>
                    <a:pt x="106" y="12"/>
                    <a:pt x="84" y="5"/>
                    <a:pt x="77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15"/>
            <p:cNvSpPr/>
            <p:nvPr/>
          </p:nvSpPr>
          <p:spPr>
            <a:xfrm>
              <a:off x="4283350" y="2616050"/>
              <a:ext cx="53525" cy="25375"/>
            </a:xfrm>
            <a:custGeom>
              <a:rect b="b" l="l" r="r" t="t"/>
              <a:pathLst>
                <a:path extrusionOk="0" h="1015" w="2141">
                  <a:moveTo>
                    <a:pt x="106" y="1"/>
                  </a:moveTo>
                  <a:lnTo>
                    <a:pt x="0" y="183"/>
                  </a:lnTo>
                  <a:cubicBezTo>
                    <a:pt x="51" y="216"/>
                    <a:pt x="1342" y="952"/>
                    <a:pt x="2122" y="1014"/>
                  </a:cubicBezTo>
                  <a:lnTo>
                    <a:pt x="2140" y="803"/>
                  </a:lnTo>
                  <a:cubicBezTo>
                    <a:pt x="1407" y="744"/>
                    <a:pt x="117" y="8"/>
                    <a:pt x="106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5"/>
            <p:cNvSpPr/>
            <p:nvPr/>
          </p:nvSpPr>
          <p:spPr>
            <a:xfrm>
              <a:off x="4250725" y="2566100"/>
              <a:ext cx="45400" cy="24000"/>
            </a:xfrm>
            <a:custGeom>
              <a:rect b="b" l="l" r="r" t="t"/>
              <a:pathLst>
                <a:path extrusionOk="0" h="960" w="1816">
                  <a:moveTo>
                    <a:pt x="1633" y="1"/>
                  </a:moveTo>
                  <a:cubicBezTo>
                    <a:pt x="1614" y="33"/>
                    <a:pt x="1180" y="748"/>
                    <a:pt x="354" y="748"/>
                  </a:cubicBezTo>
                  <a:cubicBezTo>
                    <a:pt x="256" y="748"/>
                    <a:pt x="153" y="738"/>
                    <a:pt x="44" y="715"/>
                  </a:cubicBezTo>
                  <a:lnTo>
                    <a:pt x="0" y="923"/>
                  </a:lnTo>
                  <a:cubicBezTo>
                    <a:pt x="124" y="949"/>
                    <a:pt x="241" y="959"/>
                    <a:pt x="350" y="959"/>
                  </a:cubicBezTo>
                  <a:cubicBezTo>
                    <a:pt x="1305" y="959"/>
                    <a:pt x="1808" y="117"/>
                    <a:pt x="1816" y="106"/>
                  </a:cubicBezTo>
                  <a:lnTo>
                    <a:pt x="1633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15"/>
            <p:cNvSpPr/>
            <p:nvPr/>
          </p:nvSpPr>
          <p:spPr>
            <a:xfrm>
              <a:off x="4193650" y="2538800"/>
              <a:ext cx="57625" cy="84100"/>
            </a:xfrm>
            <a:custGeom>
              <a:rect b="b" l="l" r="r" t="t"/>
              <a:pathLst>
                <a:path extrusionOk="0" h="3364" w="2305">
                  <a:moveTo>
                    <a:pt x="1817" y="1"/>
                  </a:moveTo>
                  <a:cubicBezTo>
                    <a:pt x="1425" y="1"/>
                    <a:pt x="594" y="45"/>
                    <a:pt x="1" y="382"/>
                  </a:cubicBezTo>
                  <a:lnTo>
                    <a:pt x="865" y="3364"/>
                  </a:lnTo>
                  <a:lnTo>
                    <a:pt x="2305" y="240"/>
                  </a:lnTo>
                  <a:lnTo>
                    <a:pt x="2039" y="6"/>
                  </a:lnTo>
                  <a:cubicBezTo>
                    <a:pt x="2039" y="6"/>
                    <a:pt x="1955" y="1"/>
                    <a:pt x="1817" y="1"/>
                  </a:cubicBezTo>
                  <a:close/>
                </a:path>
              </a:pathLst>
            </a:custGeom>
            <a:solidFill>
              <a:srgbClr val="FD8B7A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15"/>
            <p:cNvSpPr/>
            <p:nvPr/>
          </p:nvSpPr>
          <p:spPr>
            <a:xfrm>
              <a:off x="3889050" y="2473150"/>
              <a:ext cx="52800" cy="46575"/>
            </a:xfrm>
            <a:custGeom>
              <a:rect b="b" l="l" r="r" t="t"/>
              <a:pathLst>
                <a:path extrusionOk="0" h="1863" w="2112">
                  <a:moveTo>
                    <a:pt x="1" y="0"/>
                  </a:moveTo>
                  <a:lnTo>
                    <a:pt x="1" y="1404"/>
                  </a:lnTo>
                  <a:cubicBezTo>
                    <a:pt x="1" y="1659"/>
                    <a:pt x="205" y="1863"/>
                    <a:pt x="460" y="1863"/>
                  </a:cubicBezTo>
                  <a:lnTo>
                    <a:pt x="1652" y="1863"/>
                  </a:lnTo>
                  <a:cubicBezTo>
                    <a:pt x="1904" y="1863"/>
                    <a:pt x="2112" y="1659"/>
                    <a:pt x="2112" y="1404"/>
                  </a:cubicBezTo>
                  <a:lnTo>
                    <a:pt x="2112" y="0"/>
                  </a:lnTo>
                  <a:close/>
                </a:path>
              </a:pathLst>
            </a:custGeom>
            <a:solidFill>
              <a:srgbClr val="FFD148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15"/>
            <p:cNvSpPr/>
            <p:nvPr/>
          </p:nvSpPr>
          <p:spPr>
            <a:xfrm>
              <a:off x="3886400" y="2470500"/>
              <a:ext cx="58100" cy="51875"/>
            </a:xfrm>
            <a:custGeom>
              <a:rect b="b" l="l" r="r" t="t"/>
              <a:pathLst>
                <a:path extrusionOk="0" h="2075" w="2324">
                  <a:moveTo>
                    <a:pt x="2112" y="212"/>
                  </a:moveTo>
                  <a:lnTo>
                    <a:pt x="2112" y="1477"/>
                  </a:lnTo>
                  <a:cubicBezTo>
                    <a:pt x="2112" y="1688"/>
                    <a:pt x="1937" y="1863"/>
                    <a:pt x="1725" y="1863"/>
                  </a:cubicBezTo>
                  <a:lnTo>
                    <a:pt x="599" y="1863"/>
                  </a:lnTo>
                  <a:cubicBezTo>
                    <a:pt x="384" y="1863"/>
                    <a:pt x="212" y="1688"/>
                    <a:pt x="212" y="1477"/>
                  </a:cubicBezTo>
                  <a:lnTo>
                    <a:pt x="212" y="212"/>
                  </a:lnTo>
                  <a:close/>
                  <a:moveTo>
                    <a:pt x="1" y="0"/>
                  </a:moveTo>
                  <a:lnTo>
                    <a:pt x="1" y="1477"/>
                  </a:lnTo>
                  <a:cubicBezTo>
                    <a:pt x="1" y="1809"/>
                    <a:pt x="267" y="2075"/>
                    <a:pt x="599" y="2075"/>
                  </a:cubicBezTo>
                  <a:lnTo>
                    <a:pt x="1725" y="2075"/>
                  </a:lnTo>
                  <a:cubicBezTo>
                    <a:pt x="2054" y="2075"/>
                    <a:pt x="2323" y="1809"/>
                    <a:pt x="2323" y="1477"/>
                  </a:cubicBezTo>
                  <a:lnTo>
                    <a:pt x="2323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15"/>
            <p:cNvSpPr/>
            <p:nvPr/>
          </p:nvSpPr>
          <p:spPr>
            <a:xfrm>
              <a:off x="3767750" y="2466025"/>
              <a:ext cx="25" cy="83700"/>
            </a:xfrm>
            <a:custGeom>
              <a:rect b="b" l="l" r="r" t="t"/>
              <a:pathLst>
                <a:path extrusionOk="0" h="3348" w="1">
                  <a:moveTo>
                    <a:pt x="0" y="3347"/>
                  </a:moveTo>
                  <a:lnTo>
                    <a:pt x="0" y="1"/>
                  </a:lnTo>
                </a:path>
              </a:pathLst>
            </a:custGeom>
            <a:solidFill>
              <a:srgbClr val="8383FD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15"/>
            <p:cNvSpPr/>
            <p:nvPr/>
          </p:nvSpPr>
          <p:spPr>
            <a:xfrm>
              <a:off x="3765100" y="2466025"/>
              <a:ext cx="5300" cy="83700"/>
            </a:xfrm>
            <a:custGeom>
              <a:rect b="b" l="l" r="r" t="t"/>
              <a:pathLst>
                <a:path extrusionOk="0" h="3348" w="212">
                  <a:moveTo>
                    <a:pt x="0" y="1"/>
                  </a:moveTo>
                  <a:lnTo>
                    <a:pt x="0" y="3347"/>
                  </a:lnTo>
                  <a:lnTo>
                    <a:pt x="212" y="3347"/>
                  </a:lnTo>
                  <a:lnTo>
                    <a:pt x="212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15"/>
            <p:cNvSpPr/>
            <p:nvPr/>
          </p:nvSpPr>
          <p:spPr>
            <a:xfrm>
              <a:off x="3968075" y="2466025"/>
              <a:ext cx="25" cy="83700"/>
            </a:xfrm>
            <a:custGeom>
              <a:rect b="b" l="l" r="r" t="t"/>
              <a:pathLst>
                <a:path extrusionOk="0" h="3348" w="1">
                  <a:moveTo>
                    <a:pt x="1" y="3347"/>
                  </a:moveTo>
                  <a:lnTo>
                    <a:pt x="1" y="1"/>
                  </a:lnTo>
                </a:path>
              </a:pathLst>
            </a:custGeom>
            <a:solidFill>
              <a:srgbClr val="8383FD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15"/>
            <p:cNvSpPr/>
            <p:nvPr/>
          </p:nvSpPr>
          <p:spPr>
            <a:xfrm>
              <a:off x="3965425" y="2466025"/>
              <a:ext cx="5400" cy="83700"/>
            </a:xfrm>
            <a:custGeom>
              <a:rect b="b" l="l" r="r" t="t"/>
              <a:pathLst>
                <a:path extrusionOk="0" h="3348" w="216">
                  <a:moveTo>
                    <a:pt x="1" y="1"/>
                  </a:moveTo>
                  <a:lnTo>
                    <a:pt x="1" y="3347"/>
                  </a:lnTo>
                  <a:lnTo>
                    <a:pt x="216" y="3347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15"/>
            <p:cNvSpPr/>
            <p:nvPr/>
          </p:nvSpPr>
          <p:spPr>
            <a:xfrm>
              <a:off x="3820600" y="2309725"/>
              <a:ext cx="94825" cy="94800"/>
            </a:xfrm>
            <a:custGeom>
              <a:rect b="b" l="l" r="r" t="t"/>
              <a:pathLst>
                <a:path extrusionOk="0" h="3792" w="3793">
                  <a:moveTo>
                    <a:pt x="1897" y="0"/>
                  </a:moveTo>
                  <a:cubicBezTo>
                    <a:pt x="850" y="0"/>
                    <a:pt x="1" y="850"/>
                    <a:pt x="1" y="1896"/>
                  </a:cubicBezTo>
                  <a:cubicBezTo>
                    <a:pt x="1" y="2527"/>
                    <a:pt x="307" y="3085"/>
                    <a:pt x="781" y="3427"/>
                  </a:cubicBezTo>
                  <a:cubicBezTo>
                    <a:pt x="1094" y="3657"/>
                    <a:pt x="1477" y="3792"/>
                    <a:pt x="1897" y="3792"/>
                  </a:cubicBezTo>
                  <a:cubicBezTo>
                    <a:pt x="2308" y="3792"/>
                    <a:pt x="2691" y="3661"/>
                    <a:pt x="3005" y="3435"/>
                  </a:cubicBezTo>
                  <a:cubicBezTo>
                    <a:pt x="3482" y="3092"/>
                    <a:pt x="3792" y="2530"/>
                    <a:pt x="3792" y="1896"/>
                  </a:cubicBezTo>
                  <a:cubicBezTo>
                    <a:pt x="3792" y="850"/>
                    <a:pt x="2943" y="0"/>
                    <a:pt x="1897" y="0"/>
                  </a:cubicBezTo>
                  <a:close/>
                </a:path>
              </a:pathLst>
            </a:custGeom>
            <a:solidFill>
              <a:srgbClr val="FD8B7A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15"/>
            <p:cNvSpPr/>
            <p:nvPr/>
          </p:nvSpPr>
          <p:spPr>
            <a:xfrm>
              <a:off x="3836750" y="2308500"/>
              <a:ext cx="62275" cy="12825"/>
            </a:xfrm>
            <a:custGeom>
              <a:rect b="b" l="l" r="r" t="t"/>
              <a:pathLst>
                <a:path extrusionOk="0" h="513" w="2491">
                  <a:moveTo>
                    <a:pt x="1255" y="0"/>
                  </a:moveTo>
                  <a:cubicBezTo>
                    <a:pt x="517" y="0"/>
                    <a:pt x="0" y="512"/>
                    <a:pt x="0" y="512"/>
                  </a:cubicBezTo>
                  <a:lnTo>
                    <a:pt x="2490" y="512"/>
                  </a:lnTo>
                  <a:cubicBezTo>
                    <a:pt x="2048" y="128"/>
                    <a:pt x="1624" y="0"/>
                    <a:pt x="1255" y="0"/>
                  </a:cubicBezTo>
                  <a:close/>
                </a:path>
              </a:pathLst>
            </a:custGeom>
            <a:solidFill>
              <a:srgbClr val="CA5A47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15"/>
            <p:cNvSpPr/>
            <p:nvPr/>
          </p:nvSpPr>
          <p:spPr>
            <a:xfrm>
              <a:off x="3843300" y="2347100"/>
              <a:ext cx="12975" cy="5300"/>
            </a:xfrm>
            <a:custGeom>
              <a:rect b="b" l="l" r="r" t="t"/>
              <a:pathLst>
                <a:path extrusionOk="0" h="212" w="519">
                  <a:moveTo>
                    <a:pt x="106" y="0"/>
                  </a:moveTo>
                  <a:cubicBezTo>
                    <a:pt x="48" y="0"/>
                    <a:pt x="1" y="47"/>
                    <a:pt x="1" y="106"/>
                  </a:cubicBezTo>
                  <a:cubicBezTo>
                    <a:pt x="1" y="164"/>
                    <a:pt x="48" y="211"/>
                    <a:pt x="106" y="211"/>
                  </a:cubicBezTo>
                  <a:lnTo>
                    <a:pt x="412" y="211"/>
                  </a:lnTo>
                  <a:cubicBezTo>
                    <a:pt x="471" y="211"/>
                    <a:pt x="518" y="164"/>
                    <a:pt x="518" y="106"/>
                  </a:cubicBezTo>
                  <a:cubicBezTo>
                    <a:pt x="518" y="47"/>
                    <a:pt x="471" y="0"/>
                    <a:pt x="412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15"/>
            <p:cNvSpPr/>
            <p:nvPr/>
          </p:nvSpPr>
          <p:spPr>
            <a:xfrm>
              <a:off x="3879300" y="2347100"/>
              <a:ext cx="13325" cy="5300"/>
            </a:xfrm>
            <a:custGeom>
              <a:rect b="b" l="l" r="r" t="t"/>
              <a:pathLst>
                <a:path extrusionOk="0" h="212" w="533">
                  <a:moveTo>
                    <a:pt x="106" y="0"/>
                  </a:moveTo>
                  <a:cubicBezTo>
                    <a:pt x="48" y="0"/>
                    <a:pt x="1" y="47"/>
                    <a:pt x="1" y="106"/>
                  </a:cubicBezTo>
                  <a:cubicBezTo>
                    <a:pt x="1" y="164"/>
                    <a:pt x="48" y="211"/>
                    <a:pt x="106" y="211"/>
                  </a:cubicBezTo>
                  <a:lnTo>
                    <a:pt x="427" y="211"/>
                  </a:lnTo>
                  <a:cubicBezTo>
                    <a:pt x="485" y="211"/>
                    <a:pt x="533" y="164"/>
                    <a:pt x="533" y="106"/>
                  </a:cubicBezTo>
                  <a:cubicBezTo>
                    <a:pt x="533" y="47"/>
                    <a:pt x="485" y="0"/>
                    <a:pt x="427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5"/>
            <p:cNvSpPr/>
            <p:nvPr/>
          </p:nvSpPr>
          <p:spPr>
            <a:xfrm>
              <a:off x="3839925" y="2364225"/>
              <a:ext cx="56000" cy="40300"/>
            </a:xfrm>
            <a:custGeom>
              <a:rect b="b" l="l" r="r" t="t"/>
              <a:pathLst>
                <a:path extrusionOk="0" h="1612" w="2240">
                  <a:moveTo>
                    <a:pt x="1120" y="0"/>
                  </a:moveTo>
                  <a:cubicBezTo>
                    <a:pt x="500" y="0"/>
                    <a:pt x="1" y="504"/>
                    <a:pt x="1" y="1120"/>
                  </a:cubicBezTo>
                  <a:cubicBezTo>
                    <a:pt x="1" y="1163"/>
                    <a:pt x="1" y="1207"/>
                    <a:pt x="8" y="1247"/>
                  </a:cubicBezTo>
                  <a:cubicBezTo>
                    <a:pt x="318" y="1477"/>
                    <a:pt x="704" y="1612"/>
                    <a:pt x="1124" y="1612"/>
                  </a:cubicBezTo>
                  <a:cubicBezTo>
                    <a:pt x="1535" y="1612"/>
                    <a:pt x="1918" y="1481"/>
                    <a:pt x="2232" y="1255"/>
                  </a:cubicBezTo>
                  <a:cubicBezTo>
                    <a:pt x="2235" y="1211"/>
                    <a:pt x="2239" y="1167"/>
                    <a:pt x="2239" y="1120"/>
                  </a:cubicBezTo>
                  <a:cubicBezTo>
                    <a:pt x="2239" y="504"/>
                    <a:pt x="1736" y="0"/>
                    <a:pt x="1120" y="0"/>
                  </a:cubicBezTo>
                  <a:close/>
                </a:path>
              </a:pathLst>
            </a:custGeom>
            <a:solidFill>
              <a:srgbClr val="CA5A47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5"/>
            <p:cNvSpPr/>
            <p:nvPr/>
          </p:nvSpPr>
          <p:spPr>
            <a:xfrm>
              <a:off x="3857975" y="2373825"/>
              <a:ext cx="20175" cy="8375"/>
            </a:xfrm>
            <a:custGeom>
              <a:rect b="b" l="l" r="r" t="t"/>
              <a:pathLst>
                <a:path extrusionOk="0" h="335" w="807">
                  <a:moveTo>
                    <a:pt x="681" y="1"/>
                  </a:moveTo>
                  <a:cubicBezTo>
                    <a:pt x="663" y="1"/>
                    <a:pt x="644" y="6"/>
                    <a:pt x="628" y="17"/>
                  </a:cubicBezTo>
                  <a:cubicBezTo>
                    <a:pt x="478" y="113"/>
                    <a:pt x="257" y="124"/>
                    <a:pt x="163" y="124"/>
                  </a:cubicBezTo>
                  <a:cubicBezTo>
                    <a:pt x="135" y="124"/>
                    <a:pt x="118" y="123"/>
                    <a:pt x="117" y="123"/>
                  </a:cubicBezTo>
                  <a:cubicBezTo>
                    <a:pt x="115" y="123"/>
                    <a:pt x="112" y="123"/>
                    <a:pt x="110" y="123"/>
                  </a:cubicBezTo>
                  <a:cubicBezTo>
                    <a:pt x="52" y="123"/>
                    <a:pt x="8" y="166"/>
                    <a:pt x="4" y="222"/>
                  </a:cubicBezTo>
                  <a:cubicBezTo>
                    <a:pt x="0" y="280"/>
                    <a:pt x="44" y="331"/>
                    <a:pt x="103" y="335"/>
                  </a:cubicBezTo>
                  <a:lnTo>
                    <a:pt x="161" y="335"/>
                  </a:lnTo>
                  <a:cubicBezTo>
                    <a:pt x="274" y="335"/>
                    <a:pt x="544" y="320"/>
                    <a:pt x="741" y="196"/>
                  </a:cubicBezTo>
                  <a:cubicBezTo>
                    <a:pt x="788" y="167"/>
                    <a:pt x="806" y="101"/>
                    <a:pt x="773" y="50"/>
                  </a:cubicBezTo>
                  <a:cubicBezTo>
                    <a:pt x="752" y="19"/>
                    <a:pt x="717" y="1"/>
                    <a:pt x="681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5"/>
            <p:cNvSpPr/>
            <p:nvPr/>
          </p:nvSpPr>
          <p:spPr>
            <a:xfrm>
              <a:off x="3910300" y="2344350"/>
              <a:ext cx="21700" cy="21725"/>
            </a:xfrm>
            <a:custGeom>
              <a:rect b="b" l="l" r="r" t="t"/>
              <a:pathLst>
                <a:path extrusionOk="0" h="869" w="868">
                  <a:moveTo>
                    <a:pt x="434" y="1"/>
                  </a:moveTo>
                  <a:cubicBezTo>
                    <a:pt x="193" y="1"/>
                    <a:pt x="0" y="198"/>
                    <a:pt x="0" y="434"/>
                  </a:cubicBezTo>
                  <a:cubicBezTo>
                    <a:pt x="0" y="675"/>
                    <a:pt x="193" y="868"/>
                    <a:pt x="434" y="868"/>
                  </a:cubicBezTo>
                  <a:cubicBezTo>
                    <a:pt x="671" y="868"/>
                    <a:pt x="868" y="675"/>
                    <a:pt x="868" y="434"/>
                  </a:cubicBezTo>
                  <a:cubicBezTo>
                    <a:pt x="868" y="198"/>
                    <a:pt x="671" y="1"/>
                    <a:pt x="434" y="1"/>
                  </a:cubicBezTo>
                  <a:close/>
                </a:path>
              </a:pathLst>
            </a:custGeom>
            <a:solidFill>
              <a:srgbClr val="FD8B7A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15"/>
            <p:cNvSpPr/>
            <p:nvPr/>
          </p:nvSpPr>
          <p:spPr>
            <a:xfrm>
              <a:off x="3803825" y="2344350"/>
              <a:ext cx="21625" cy="21725"/>
            </a:xfrm>
            <a:custGeom>
              <a:rect b="b" l="l" r="r" t="t"/>
              <a:pathLst>
                <a:path extrusionOk="0" h="869" w="865">
                  <a:moveTo>
                    <a:pt x="435" y="1"/>
                  </a:moveTo>
                  <a:cubicBezTo>
                    <a:pt x="194" y="1"/>
                    <a:pt x="1" y="198"/>
                    <a:pt x="1" y="434"/>
                  </a:cubicBezTo>
                  <a:cubicBezTo>
                    <a:pt x="1" y="675"/>
                    <a:pt x="194" y="868"/>
                    <a:pt x="435" y="868"/>
                  </a:cubicBezTo>
                  <a:cubicBezTo>
                    <a:pt x="672" y="868"/>
                    <a:pt x="865" y="675"/>
                    <a:pt x="865" y="434"/>
                  </a:cubicBezTo>
                  <a:cubicBezTo>
                    <a:pt x="865" y="198"/>
                    <a:pt x="672" y="1"/>
                    <a:pt x="435" y="1"/>
                  </a:cubicBezTo>
                  <a:close/>
                </a:path>
              </a:pathLst>
            </a:custGeom>
            <a:solidFill>
              <a:srgbClr val="FD8B7A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15"/>
            <p:cNvSpPr/>
            <p:nvPr/>
          </p:nvSpPr>
          <p:spPr>
            <a:xfrm>
              <a:off x="3957500" y="2162625"/>
              <a:ext cx="386300" cy="200900"/>
            </a:xfrm>
            <a:custGeom>
              <a:rect b="b" l="l" r="r" t="t"/>
              <a:pathLst>
                <a:path extrusionOk="0" h="8036" w="15452">
                  <a:moveTo>
                    <a:pt x="12870" y="91"/>
                  </a:moveTo>
                  <a:cubicBezTo>
                    <a:pt x="14245" y="91"/>
                    <a:pt x="15360" y="1207"/>
                    <a:pt x="15360" y="2581"/>
                  </a:cubicBezTo>
                  <a:cubicBezTo>
                    <a:pt x="15360" y="3959"/>
                    <a:pt x="14245" y="5075"/>
                    <a:pt x="12870" y="5075"/>
                  </a:cubicBezTo>
                  <a:lnTo>
                    <a:pt x="6239" y="5075"/>
                  </a:lnTo>
                  <a:lnTo>
                    <a:pt x="6217" y="5093"/>
                  </a:lnTo>
                  <a:lnTo>
                    <a:pt x="2564" y="7769"/>
                  </a:lnTo>
                  <a:lnTo>
                    <a:pt x="2564" y="7769"/>
                  </a:lnTo>
                  <a:lnTo>
                    <a:pt x="3643" y="5203"/>
                  </a:lnTo>
                  <a:lnTo>
                    <a:pt x="3694" y="5075"/>
                  </a:lnTo>
                  <a:lnTo>
                    <a:pt x="2585" y="5075"/>
                  </a:lnTo>
                  <a:cubicBezTo>
                    <a:pt x="1211" y="5075"/>
                    <a:pt x="92" y="3959"/>
                    <a:pt x="92" y="2581"/>
                  </a:cubicBezTo>
                  <a:cubicBezTo>
                    <a:pt x="92" y="1207"/>
                    <a:pt x="1211" y="91"/>
                    <a:pt x="2585" y="91"/>
                  </a:cubicBezTo>
                  <a:close/>
                  <a:moveTo>
                    <a:pt x="2585" y="0"/>
                  </a:moveTo>
                  <a:cubicBezTo>
                    <a:pt x="1160" y="0"/>
                    <a:pt x="1" y="1156"/>
                    <a:pt x="1" y="2581"/>
                  </a:cubicBezTo>
                  <a:cubicBezTo>
                    <a:pt x="1" y="4010"/>
                    <a:pt x="1160" y="5166"/>
                    <a:pt x="2585" y="5166"/>
                  </a:cubicBezTo>
                  <a:lnTo>
                    <a:pt x="3559" y="5166"/>
                  </a:lnTo>
                  <a:lnTo>
                    <a:pt x="2352" y="8035"/>
                  </a:lnTo>
                  <a:lnTo>
                    <a:pt x="2352" y="8035"/>
                  </a:lnTo>
                  <a:lnTo>
                    <a:pt x="6268" y="5166"/>
                  </a:lnTo>
                  <a:lnTo>
                    <a:pt x="12870" y="5166"/>
                  </a:lnTo>
                  <a:cubicBezTo>
                    <a:pt x="14296" y="5166"/>
                    <a:pt x="15451" y="4010"/>
                    <a:pt x="15451" y="2581"/>
                  </a:cubicBezTo>
                  <a:cubicBezTo>
                    <a:pt x="15451" y="1156"/>
                    <a:pt x="14296" y="0"/>
                    <a:pt x="12870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5"/>
            <p:cNvSpPr/>
            <p:nvPr/>
          </p:nvSpPr>
          <p:spPr>
            <a:xfrm>
              <a:off x="3557200" y="2171175"/>
              <a:ext cx="134200" cy="178125"/>
            </a:xfrm>
            <a:custGeom>
              <a:rect b="b" l="l" r="r" t="t"/>
              <a:pathLst>
                <a:path extrusionOk="0" h="7125" w="5368">
                  <a:moveTo>
                    <a:pt x="2684" y="1"/>
                  </a:moveTo>
                  <a:cubicBezTo>
                    <a:pt x="2684" y="1"/>
                    <a:pt x="2615" y="3563"/>
                    <a:pt x="1" y="3563"/>
                  </a:cubicBezTo>
                  <a:cubicBezTo>
                    <a:pt x="2615" y="3563"/>
                    <a:pt x="2684" y="7125"/>
                    <a:pt x="2684" y="7125"/>
                  </a:cubicBezTo>
                  <a:cubicBezTo>
                    <a:pt x="2684" y="7125"/>
                    <a:pt x="2753" y="3563"/>
                    <a:pt x="5367" y="3563"/>
                  </a:cubicBezTo>
                  <a:cubicBezTo>
                    <a:pt x="2753" y="3563"/>
                    <a:pt x="2684" y="1"/>
                    <a:pt x="2684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5"/>
            <p:cNvSpPr/>
            <p:nvPr/>
          </p:nvSpPr>
          <p:spPr>
            <a:xfrm>
              <a:off x="3557200" y="2171175"/>
              <a:ext cx="134200" cy="178125"/>
            </a:xfrm>
            <a:custGeom>
              <a:rect b="b" l="l" r="r" t="t"/>
              <a:pathLst>
                <a:path extrusionOk="0" h="7125" w="5368">
                  <a:moveTo>
                    <a:pt x="2684" y="810"/>
                  </a:moveTo>
                  <a:cubicBezTo>
                    <a:pt x="2738" y="1109"/>
                    <a:pt x="2822" y="1459"/>
                    <a:pt x="2961" y="1813"/>
                  </a:cubicBezTo>
                  <a:cubicBezTo>
                    <a:pt x="3322" y="2753"/>
                    <a:pt x="3909" y="3348"/>
                    <a:pt x="4678" y="3563"/>
                  </a:cubicBezTo>
                  <a:cubicBezTo>
                    <a:pt x="3909" y="3778"/>
                    <a:pt x="3322" y="4372"/>
                    <a:pt x="2961" y="5313"/>
                  </a:cubicBezTo>
                  <a:cubicBezTo>
                    <a:pt x="2822" y="5666"/>
                    <a:pt x="2738" y="6016"/>
                    <a:pt x="2684" y="6312"/>
                  </a:cubicBezTo>
                  <a:cubicBezTo>
                    <a:pt x="2629" y="6016"/>
                    <a:pt x="2542" y="5666"/>
                    <a:pt x="2407" y="5313"/>
                  </a:cubicBezTo>
                  <a:cubicBezTo>
                    <a:pt x="2042" y="4372"/>
                    <a:pt x="1455" y="3778"/>
                    <a:pt x="690" y="3563"/>
                  </a:cubicBezTo>
                  <a:cubicBezTo>
                    <a:pt x="1455" y="3348"/>
                    <a:pt x="2042" y="2753"/>
                    <a:pt x="2407" y="1813"/>
                  </a:cubicBezTo>
                  <a:cubicBezTo>
                    <a:pt x="2542" y="1459"/>
                    <a:pt x="2629" y="1109"/>
                    <a:pt x="2684" y="810"/>
                  </a:cubicBezTo>
                  <a:close/>
                  <a:moveTo>
                    <a:pt x="2684" y="1"/>
                  </a:moveTo>
                  <a:cubicBezTo>
                    <a:pt x="2684" y="1"/>
                    <a:pt x="2615" y="3563"/>
                    <a:pt x="1" y="3563"/>
                  </a:cubicBezTo>
                  <a:cubicBezTo>
                    <a:pt x="2615" y="3563"/>
                    <a:pt x="2684" y="7125"/>
                    <a:pt x="2684" y="7125"/>
                  </a:cubicBezTo>
                  <a:cubicBezTo>
                    <a:pt x="2684" y="7125"/>
                    <a:pt x="2753" y="3563"/>
                    <a:pt x="5367" y="3563"/>
                  </a:cubicBezTo>
                  <a:cubicBezTo>
                    <a:pt x="2753" y="3563"/>
                    <a:pt x="2684" y="1"/>
                    <a:pt x="2684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15"/>
            <p:cNvSpPr/>
            <p:nvPr/>
          </p:nvSpPr>
          <p:spPr>
            <a:xfrm>
              <a:off x="3645600" y="2160800"/>
              <a:ext cx="67200" cy="68825"/>
            </a:xfrm>
            <a:custGeom>
              <a:rect b="b" l="l" r="r" t="t"/>
              <a:pathLst>
                <a:path extrusionOk="0" h="2753" w="2688">
                  <a:moveTo>
                    <a:pt x="1343" y="0"/>
                  </a:moveTo>
                  <a:cubicBezTo>
                    <a:pt x="1343" y="0"/>
                    <a:pt x="1310" y="1397"/>
                    <a:pt x="1" y="1397"/>
                  </a:cubicBezTo>
                  <a:cubicBezTo>
                    <a:pt x="1310" y="1397"/>
                    <a:pt x="1343" y="2753"/>
                    <a:pt x="1343" y="2753"/>
                  </a:cubicBezTo>
                  <a:cubicBezTo>
                    <a:pt x="1343" y="2753"/>
                    <a:pt x="1379" y="1397"/>
                    <a:pt x="2688" y="1397"/>
                  </a:cubicBezTo>
                  <a:cubicBezTo>
                    <a:pt x="1379" y="1397"/>
                    <a:pt x="1343" y="0"/>
                    <a:pt x="1343" y="0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15"/>
            <p:cNvSpPr/>
            <p:nvPr/>
          </p:nvSpPr>
          <p:spPr>
            <a:xfrm>
              <a:off x="3549275" y="2298425"/>
              <a:ext cx="40125" cy="41025"/>
            </a:xfrm>
            <a:custGeom>
              <a:rect b="b" l="l" r="r" t="t"/>
              <a:pathLst>
                <a:path extrusionOk="0" h="1641" w="1605">
                  <a:moveTo>
                    <a:pt x="802" y="0"/>
                  </a:moveTo>
                  <a:cubicBezTo>
                    <a:pt x="802" y="0"/>
                    <a:pt x="781" y="831"/>
                    <a:pt x="0" y="831"/>
                  </a:cubicBezTo>
                  <a:cubicBezTo>
                    <a:pt x="781" y="831"/>
                    <a:pt x="802" y="1641"/>
                    <a:pt x="802" y="1641"/>
                  </a:cubicBezTo>
                  <a:cubicBezTo>
                    <a:pt x="802" y="1641"/>
                    <a:pt x="824" y="831"/>
                    <a:pt x="1604" y="831"/>
                  </a:cubicBezTo>
                  <a:cubicBezTo>
                    <a:pt x="824" y="831"/>
                    <a:pt x="802" y="0"/>
                    <a:pt x="802" y="0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15"/>
            <p:cNvSpPr/>
            <p:nvPr/>
          </p:nvSpPr>
          <p:spPr>
            <a:xfrm>
              <a:off x="4060325" y="1976500"/>
              <a:ext cx="186300" cy="186325"/>
            </a:xfrm>
            <a:custGeom>
              <a:rect b="b" l="l" r="r" t="t"/>
              <a:pathLst>
                <a:path extrusionOk="0" h="7453" w="7452">
                  <a:moveTo>
                    <a:pt x="3726" y="92"/>
                  </a:moveTo>
                  <a:cubicBezTo>
                    <a:pt x="5731" y="92"/>
                    <a:pt x="7361" y="1725"/>
                    <a:pt x="7361" y="3726"/>
                  </a:cubicBezTo>
                  <a:cubicBezTo>
                    <a:pt x="7361" y="5732"/>
                    <a:pt x="5731" y="7361"/>
                    <a:pt x="3726" y="7361"/>
                  </a:cubicBezTo>
                  <a:cubicBezTo>
                    <a:pt x="1721" y="7361"/>
                    <a:pt x="91" y="5732"/>
                    <a:pt x="91" y="3726"/>
                  </a:cubicBezTo>
                  <a:cubicBezTo>
                    <a:pt x="91" y="1725"/>
                    <a:pt x="1721" y="92"/>
                    <a:pt x="3726" y="92"/>
                  </a:cubicBezTo>
                  <a:close/>
                  <a:moveTo>
                    <a:pt x="3726" y="1"/>
                  </a:moveTo>
                  <a:cubicBezTo>
                    <a:pt x="1666" y="1"/>
                    <a:pt x="0" y="1670"/>
                    <a:pt x="0" y="3726"/>
                  </a:cubicBezTo>
                  <a:cubicBezTo>
                    <a:pt x="0" y="5786"/>
                    <a:pt x="1666" y="7452"/>
                    <a:pt x="3726" y="7452"/>
                  </a:cubicBezTo>
                  <a:cubicBezTo>
                    <a:pt x="5782" y="7452"/>
                    <a:pt x="7452" y="5786"/>
                    <a:pt x="7452" y="3726"/>
                  </a:cubicBezTo>
                  <a:cubicBezTo>
                    <a:pt x="7452" y="1670"/>
                    <a:pt x="5782" y="1"/>
                    <a:pt x="3726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15"/>
            <p:cNvSpPr/>
            <p:nvPr/>
          </p:nvSpPr>
          <p:spPr>
            <a:xfrm>
              <a:off x="4030600" y="2118875"/>
              <a:ext cx="13875" cy="2300"/>
            </a:xfrm>
            <a:custGeom>
              <a:rect b="b" l="l" r="r" t="t"/>
              <a:pathLst>
                <a:path extrusionOk="0" h="92" w="555">
                  <a:moveTo>
                    <a:pt x="1" y="0"/>
                  </a:moveTo>
                  <a:lnTo>
                    <a:pt x="1" y="91"/>
                  </a:lnTo>
                  <a:lnTo>
                    <a:pt x="555" y="91"/>
                  </a:lnTo>
                  <a:lnTo>
                    <a:pt x="555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15"/>
            <p:cNvSpPr/>
            <p:nvPr/>
          </p:nvSpPr>
          <p:spPr>
            <a:xfrm>
              <a:off x="4028675" y="2141300"/>
              <a:ext cx="12075" cy="2300"/>
            </a:xfrm>
            <a:custGeom>
              <a:rect b="b" l="l" r="r" t="t"/>
              <a:pathLst>
                <a:path extrusionOk="0" h="92" w="483">
                  <a:moveTo>
                    <a:pt x="1" y="0"/>
                  </a:moveTo>
                  <a:lnTo>
                    <a:pt x="1" y="91"/>
                  </a:lnTo>
                  <a:lnTo>
                    <a:pt x="482" y="91"/>
                  </a:lnTo>
                  <a:lnTo>
                    <a:pt x="482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15"/>
            <p:cNvSpPr/>
            <p:nvPr/>
          </p:nvSpPr>
          <p:spPr>
            <a:xfrm>
              <a:off x="3909750" y="2117500"/>
              <a:ext cx="23725" cy="23000"/>
            </a:xfrm>
            <a:custGeom>
              <a:rect b="b" l="l" r="r" t="t"/>
              <a:pathLst>
                <a:path extrusionOk="0" h="920" w="949">
                  <a:moveTo>
                    <a:pt x="66" y="0"/>
                  </a:moveTo>
                  <a:lnTo>
                    <a:pt x="0" y="66"/>
                  </a:lnTo>
                  <a:lnTo>
                    <a:pt x="886" y="919"/>
                  </a:lnTo>
                  <a:lnTo>
                    <a:pt x="948" y="854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15"/>
            <p:cNvSpPr/>
            <p:nvPr/>
          </p:nvSpPr>
          <p:spPr>
            <a:xfrm>
              <a:off x="3900450" y="2127250"/>
              <a:ext cx="30825" cy="29825"/>
            </a:xfrm>
            <a:custGeom>
              <a:rect b="b" l="l" r="r" t="t"/>
              <a:pathLst>
                <a:path extrusionOk="0" h="1193" w="1233">
                  <a:moveTo>
                    <a:pt x="66" y="1"/>
                  </a:moveTo>
                  <a:lnTo>
                    <a:pt x="0" y="66"/>
                  </a:lnTo>
                  <a:lnTo>
                    <a:pt x="1167" y="1193"/>
                  </a:lnTo>
                  <a:lnTo>
                    <a:pt x="1233" y="1127"/>
                  </a:lnTo>
                  <a:lnTo>
                    <a:pt x="66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7" name="Google Shape;317;p15"/>
          <p:cNvSpPr/>
          <p:nvPr/>
        </p:nvSpPr>
        <p:spPr>
          <a:xfrm>
            <a:off x="4566025" y="0"/>
            <a:ext cx="4583700" cy="514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grpSp>
        <p:nvGrpSpPr>
          <p:cNvPr id="318" name="Google Shape;318;p15"/>
          <p:cNvGrpSpPr/>
          <p:nvPr/>
        </p:nvGrpSpPr>
        <p:grpSpPr>
          <a:xfrm>
            <a:off x="6953156" y="123212"/>
            <a:ext cx="2033948" cy="268074"/>
            <a:chOff x="13906313" y="246425"/>
            <a:chExt cx="4067897" cy="536147"/>
          </a:xfrm>
        </p:grpSpPr>
        <p:sp>
          <p:nvSpPr>
            <p:cNvPr id="319" name="Google Shape;319;p15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320" name="Google Shape;320;p15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321" name="Google Shape;321;p15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22" name="Google Shape;322;p15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23" name="Google Shape;323;p15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24" name="Google Shape;324;p15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25" name="Google Shape;325;p15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26" name="Google Shape;326;p15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27" name="Google Shape;327;p15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28" name="Google Shape;328;p15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29" name="Google Shape;329;p15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30" name="Google Shape;330;p15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31" name="Google Shape;331;p15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32" name="Google Shape;332;p15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Graphic 2/3">
  <p:cSld name="TITLE_4_1">
    <p:bg>
      <p:bgPr>
        <a:solidFill>
          <a:srgbClr val="161616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6"/>
          <p:cNvSpPr txBox="1"/>
          <p:nvPr/>
        </p:nvSpPr>
        <p:spPr>
          <a:xfrm>
            <a:off x="192900" y="1072613"/>
            <a:ext cx="8465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35" name="Google Shape;335;p16"/>
          <p:cNvSpPr txBox="1"/>
          <p:nvPr/>
        </p:nvSpPr>
        <p:spPr>
          <a:xfrm>
            <a:off x="1211750" y="592988"/>
            <a:ext cx="7332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336" name="Google Shape;336;p16"/>
          <p:cNvSpPr/>
          <p:nvPr/>
        </p:nvSpPr>
        <p:spPr>
          <a:xfrm flipH="1" rot="10800000">
            <a:off x="0" y="174688"/>
            <a:ext cx="91443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6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8" name="Google Shape;338;p16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9" name="Google Shape;339;p16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340" name="Google Shape;340;p16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16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2" name="Google Shape;342;p16"/>
          <p:cNvSpPr txBox="1"/>
          <p:nvPr/>
        </p:nvSpPr>
        <p:spPr>
          <a:xfrm>
            <a:off x="819075" y="1858425"/>
            <a:ext cx="826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Graphic 1/3">
  <p:cSld name="TITLE_4_1_1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17"/>
          <p:cNvSpPr/>
          <p:nvPr/>
        </p:nvSpPr>
        <p:spPr>
          <a:xfrm>
            <a:off x="822026" y="514500"/>
            <a:ext cx="2235900" cy="483300"/>
          </a:xfrm>
          <a:prstGeom prst="roundRect">
            <a:avLst>
              <a:gd fmla="val 50000" name="adj"/>
            </a:avLst>
          </a:prstGeom>
          <a:solidFill>
            <a:srgbClr val="FDBF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346" name="Google Shape;346;p17"/>
          <p:cNvSpPr txBox="1"/>
          <p:nvPr/>
        </p:nvSpPr>
        <p:spPr>
          <a:xfrm>
            <a:off x="914425" y="1063275"/>
            <a:ext cx="6122700" cy="26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413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DBF00"/>
              </a:buClr>
              <a:buSzPts val="2000"/>
              <a:buFont typeface="Archivo"/>
              <a:buChar char="■"/>
            </a:pPr>
            <a:r>
              <a:t/>
            </a:r>
            <a:endParaRPr sz="2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413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DBF00"/>
              </a:buClr>
              <a:buSzPts val="2000"/>
              <a:buFont typeface="Archivo"/>
              <a:buChar char="■"/>
            </a:pPr>
            <a:r>
              <a:t/>
            </a:r>
            <a:endParaRPr sz="2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413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DBF00"/>
              </a:buClr>
              <a:buSzPts val="2000"/>
              <a:buFont typeface="Archivo"/>
              <a:buChar char="■"/>
            </a:pPr>
            <a:r>
              <a:t/>
            </a:r>
            <a:endParaRPr sz="2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413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DBF00"/>
              </a:buClr>
              <a:buSzPts val="2000"/>
              <a:buFont typeface="Archivo"/>
              <a:buChar char="■"/>
            </a:pPr>
            <a:r>
              <a:t/>
            </a:r>
            <a:endParaRPr sz="2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413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DBF00"/>
              </a:buClr>
              <a:buSzPts val="2000"/>
              <a:buFont typeface="Archivo"/>
              <a:buChar char="■"/>
            </a:pPr>
            <a:r>
              <a:t/>
            </a:r>
            <a:endParaRPr i="1" sz="2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347" name="Google Shape;347;p17"/>
          <p:cNvGrpSpPr/>
          <p:nvPr/>
        </p:nvGrpSpPr>
        <p:grpSpPr>
          <a:xfrm>
            <a:off x="6966056" y="4725288"/>
            <a:ext cx="2033948" cy="268074"/>
            <a:chOff x="13906313" y="246425"/>
            <a:chExt cx="4067897" cy="536147"/>
          </a:xfrm>
        </p:grpSpPr>
        <p:sp>
          <p:nvSpPr>
            <p:cNvPr id="348" name="Google Shape;348;p17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349" name="Google Shape;349;p17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350" name="Google Shape;350;p17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51" name="Google Shape;351;p17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52" name="Google Shape;352;p17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53" name="Google Shape;353;p17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54" name="Google Shape;354;p17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55" name="Google Shape;355;p17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56" name="Google Shape;356;p17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57" name="Google Shape;357;p17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58" name="Google Shape;358;p17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59" name="Google Shape;359;p17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60" name="Google Shape;360;p17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61" name="Google Shape;361;p17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362" name="Google Shape;362;p17"/>
          <p:cNvSpPr/>
          <p:nvPr/>
        </p:nvSpPr>
        <p:spPr>
          <a:xfrm flipH="1" rot="10800000">
            <a:off x="-7925" y="5008650"/>
            <a:ext cx="4185000" cy="135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4 Blocks ">
  <p:cSld name="TITLE_3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8"/>
          <p:cNvSpPr/>
          <p:nvPr/>
        </p:nvSpPr>
        <p:spPr>
          <a:xfrm flipH="1" rot="10800000">
            <a:off x="-3237" y="12"/>
            <a:ext cx="9147000" cy="15288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8"/>
          <p:cNvSpPr txBox="1"/>
          <p:nvPr/>
        </p:nvSpPr>
        <p:spPr>
          <a:xfrm>
            <a:off x="129600" y="71663"/>
            <a:ext cx="9010200" cy="13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-2349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DBF00"/>
              </a:buClr>
              <a:buSzPts val="1900"/>
              <a:buFont typeface="Archivo"/>
              <a:buChar char="■"/>
            </a:pPr>
            <a:r>
              <a:t/>
            </a:r>
            <a:endParaRPr sz="19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349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DBF00"/>
              </a:buClr>
              <a:buSzPts val="1900"/>
              <a:buFont typeface="Archivo"/>
              <a:buChar char="■"/>
            </a:pPr>
            <a:r>
              <a:t/>
            </a:r>
            <a:endParaRPr sz="19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349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DBF00"/>
              </a:buClr>
              <a:buSzPts val="1900"/>
              <a:buFont typeface="Archivo"/>
              <a:buChar char="■"/>
            </a:pPr>
            <a:r>
              <a:t/>
            </a:r>
            <a:endParaRPr sz="19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66" name="Google Shape;366;p18"/>
          <p:cNvSpPr/>
          <p:nvPr/>
        </p:nvSpPr>
        <p:spPr>
          <a:xfrm rot="10800000">
            <a:off x="8311852" y="1764315"/>
            <a:ext cx="264000" cy="228300"/>
          </a:xfrm>
          <a:prstGeom prst="triangle">
            <a:avLst>
              <a:gd fmla="val 50000" name="adj"/>
            </a:avLst>
          </a:prstGeom>
          <a:solidFill>
            <a:srgbClr val="FDBF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4 Blocks 2">
  <p:cSld name="TITLE_3_2">
    <p:bg>
      <p:bgPr>
        <a:solidFill>
          <a:srgbClr val="FDCF49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9"/>
          <p:cNvSpPr txBox="1"/>
          <p:nvPr/>
        </p:nvSpPr>
        <p:spPr>
          <a:xfrm>
            <a:off x="1085025" y="982125"/>
            <a:ext cx="69741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369" name="Google Shape;369;p19"/>
          <p:cNvGrpSpPr/>
          <p:nvPr/>
        </p:nvGrpSpPr>
        <p:grpSpPr>
          <a:xfrm>
            <a:off x="6992606" y="4706800"/>
            <a:ext cx="1978986" cy="268074"/>
            <a:chOff x="913788" y="717625"/>
            <a:chExt cx="3957972" cy="536147"/>
          </a:xfrm>
        </p:grpSpPr>
        <p:grpSp>
          <p:nvGrpSpPr>
            <p:cNvPr id="370" name="Google Shape;370;p19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371" name="Google Shape;371;p19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" name="Google Shape;372;p19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" name="Google Shape;373;p19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19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" name="Google Shape;375;p19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" name="Google Shape;376;p19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" name="Google Shape;377;p19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19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19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19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19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19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83" name="Google Shape;383;p19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384" name="Google Shape;384;p19"/>
          <p:cNvSpPr txBox="1"/>
          <p:nvPr/>
        </p:nvSpPr>
        <p:spPr>
          <a:xfrm>
            <a:off x="1211750" y="592988"/>
            <a:ext cx="7332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385" name="Google Shape;385;p19"/>
          <p:cNvSpPr/>
          <p:nvPr/>
        </p:nvSpPr>
        <p:spPr>
          <a:xfrm flipH="1" rot="10800000">
            <a:off x="0" y="174688"/>
            <a:ext cx="9139800" cy="5601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9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7" name="Google Shape;387;p19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8" name="Google Shape;388;p19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389" name="Google Shape;389;p19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19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1" name="Google Shape;391;p19"/>
          <p:cNvSpPr txBox="1"/>
          <p:nvPr/>
        </p:nvSpPr>
        <p:spPr>
          <a:xfrm>
            <a:off x="3462900" y="2643125"/>
            <a:ext cx="522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16161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3 blocks">
  <p:cSld name="TITLE_3_1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0"/>
          <p:cNvSpPr txBox="1"/>
          <p:nvPr/>
        </p:nvSpPr>
        <p:spPr>
          <a:xfrm>
            <a:off x="414900" y="958106"/>
            <a:ext cx="83142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94" name="Google Shape;394;p20"/>
          <p:cNvSpPr/>
          <p:nvPr/>
        </p:nvSpPr>
        <p:spPr>
          <a:xfrm flipH="1" rot="10800000">
            <a:off x="0" y="174688"/>
            <a:ext cx="91398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0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6" name="Google Shape;396;p20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7" name="Google Shape;397;p20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398" name="Google Shape;398;p20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20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0" name="Google Shape;400;p20"/>
          <p:cNvGrpSpPr/>
          <p:nvPr/>
        </p:nvGrpSpPr>
        <p:grpSpPr>
          <a:xfrm>
            <a:off x="192894" y="4706800"/>
            <a:ext cx="1978986" cy="268074"/>
            <a:chOff x="913788" y="717625"/>
            <a:chExt cx="3957972" cy="536147"/>
          </a:xfrm>
        </p:grpSpPr>
        <p:grpSp>
          <p:nvGrpSpPr>
            <p:cNvPr id="401" name="Google Shape;401;p20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402" name="Google Shape;402;p20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20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" name="Google Shape;404;p20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" name="Google Shape;405;p20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" name="Google Shape;406;p20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" name="Google Shape;407;p20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" name="Google Shape;408;p20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20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" name="Google Shape;410;p20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20"/>
              <p:cNvSpPr/>
              <p:nvPr/>
            </p:nvSpPr>
            <p:spPr>
              <a:xfrm>
                <a:off x="7223792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20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20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14" name="Google Shape;414;p20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3 blocks 2">
  <p:cSld name="TITLE_3_1_1">
    <p:bg>
      <p:bgPr>
        <a:solidFill>
          <a:schemeClr val="accent5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61325" y="1114213"/>
            <a:ext cx="8421355" cy="4163012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21"/>
          <p:cNvSpPr txBox="1"/>
          <p:nvPr/>
        </p:nvSpPr>
        <p:spPr>
          <a:xfrm>
            <a:off x="297375" y="159975"/>
            <a:ext cx="8756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16161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418" name="Google Shape;418;p21"/>
          <p:cNvGrpSpPr/>
          <p:nvPr/>
        </p:nvGrpSpPr>
        <p:grpSpPr>
          <a:xfrm>
            <a:off x="8841034" y="4939760"/>
            <a:ext cx="264016" cy="157786"/>
            <a:chOff x="1207700" y="4333950"/>
            <a:chExt cx="334325" cy="138750"/>
          </a:xfrm>
        </p:grpSpPr>
        <p:sp>
          <p:nvSpPr>
            <p:cNvPr id="419" name="Google Shape;419;p21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21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2 blocks">
  <p:cSld name="TITLE_3_1_1_1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2"/>
          <p:cNvSpPr txBox="1"/>
          <p:nvPr/>
        </p:nvSpPr>
        <p:spPr>
          <a:xfrm>
            <a:off x="610725" y="1065538"/>
            <a:ext cx="7922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16161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23" name="Google Shape;423;p22"/>
          <p:cNvSpPr txBox="1"/>
          <p:nvPr/>
        </p:nvSpPr>
        <p:spPr>
          <a:xfrm>
            <a:off x="1211750" y="592988"/>
            <a:ext cx="7332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424" name="Google Shape;424;p22"/>
          <p:cNvSpPr/>
          <p:nvPr/>
        </p:nvSpPr>
        <p:spPr>
          <a:xfrm flipH="1" rot="10800000">
            <a:off x="0" y="174688"/>
            <a:ext cx="91398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2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6" name="Google Shape;426;p22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7" name="Google Shape;427;p22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428" name="Google Shape;428;p22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22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430" name="Google Shape;430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6183" y="2057400"/>
            <a:ext cx="6320491" cy="2911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1" name="Google Shape;431;p22"/>
          <p:cNvGrpSpPr/>
          <p:nvPr/>
        </p:nvGrpSpPr>
        <p:grpSpPr>
          <a:xfrm>
            <a:off x="7921537" y="4725288"/>
            <a:ext cx="1078468" cy="268074"/>
            <a:chOff x="15843073" y="9450575"/>
            <a:chExt cx="2156936" cy="536147"/>
          </a:xfrm>
        </p:grpSpPr>
        <p:grpSp>
          <p:nvGrpSpPr>
            <p:cNvPr id="432" name="Google Shape;432;p22"/>
            <p:cNvGrpSpPr/>
            <p:nvPr/>
          </p:nvGrpSpPr>
          <p:grpSpPr>
            <a:xfrm>
              <a:off x="15843073" y="9560870"/>
              <a:ext cx="527999" cy="315573"/>
              <a:chOff x="1207700" y="4333950"/>
              <a:chExt cx="334325" cy="138750"/>
            </a:xfrm>
          </p:grpSpPr>
          <p:sp>
            <p:nvSpPr>
              <p:cNvPr id="433" name="Google Shape;433;p22"/>
              <p:cNvSpPr/>
              <p:nvPr/>
            </p:nvSpPr>
            <p:spPr>
              <a:xfrm>
                <a:off x="1207700" y="4333950"/>
                <a:ext cx="139850" cy="138750"/>
              </a:xfrm>
              <a:custGeom>
                <a:rect b="b" l="l" r="r" t="t"/>
                <a:pathLst>
                  <a:path extrusionOk="0" h="5550" w="5594">
                    <a:moveTo>
                      <a:pt x="3390" y="438"/>
                    </a:moveTo>
                    <a:cubicBezTo>
                      <a:pt x="4363" y="438"/>
                      <a:pt x="5148" y="1232"/>
                      <a:pt x="5148" y="2196"/>
                    </a:cubicBezTo>
                    <a:lnTo>
                      <a:pt x="5148" y="3346"/>
                    </a:lnTo>
                    <a:cubicBezTo>
                      <a:pt x="5148" y="4319"/>
                      <a:pt x="4363" y="5104"/>
                      <a:pt x="3390" y="5104"/>
                    </a:cubicBezTo>
                    <a:lnTo>
                      <a:pt x="437" y="5104"/>
                    </a:lnTo>
                    <a:lnTo>
                      <a:pt x="437" y="438"/>
                    </a:lnTo>
                    <a:close/>
                    <a:moveTo>
                      <a:pt x="0" y="1"/>
                    </a:moveTo>
                    <a:lnTo>
                      <a:pt x="0" y="5550"/>
                    </a:lnTo>
                    <a:lnTo>
                      <a:pt x="3390" y="5550"/>
                    </a:lnTo>
                    <a:cubicBezTo>
                      <a:pt x="4604" y="5550"/>
                      <a:pt x="5594" y="4560"/>
                      <a:pt x="5594" y="3346"/>
                    </a:cubicBezTo>
                    <a:lnTo>
                      <a:pt x="5594" y="2196"/>
                    </a:lnTo>
                    <a:cubicBezTo>
                      <a:pt x="5594" y="982"/>
                      <a:pt x="4604" y="1"/>
                      <a:pt x="339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" name="Google Shape;434;p22"/>
              <p:cNvSpPr/>
              <p:nvPr/>
            </p:nvSpPr>
            <p:spPr>
              <a:xfrm>
                <a:off x="1403300" y="4333950"/>
                <a:ext cx="138725" cy="138750"/>
              </a:xfrm>
              <a:custGeom>
                <a:rect b="b" l="l" r="r" t="t"/>
                <a:pathLst>
                  <a:path extrusionOk="0" h="5550" w="5549">
                    <a:moveTo>
                      <a:pt x="0" y="1"/>
                    </a:moveTo>
                    <a:lnTo>
                      <a:pt x="0" y="5550"/>
                    </a:lnTo>
                    <a:lnTo>
                      <a:pt x="5549" y="5550"/>
                    </a:lnTo>
                    <a:lnTo>
                      <a:pt x="5549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35" name="Google Shape;435;p22"/>
            <p:cNvSpPr/>
            <p:nvPr/>
          </p:nvSpPr>
          <p:spPr>
            <a:xfrm>
              <a:off x="16448450" y="945057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 - Keyframes / Storyboards">
  <p:cSld name="TITLE_3_1_1_1_1"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3"/>
          <p:cNvSpPr txBox="1"/>
          <p:nvPr/>
        </p:nvSpPr>
        <p:spPr>
          <a:xfrm>
            <a:off x="192900" y="897113"/>
            <a:ext cx="8758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16161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38" name="Google Shape;438;p23"/>
          <p:cNvSpPr txBox="1"/>
          <p:nvPr/>
        </p:nvSpPr>
        <p:spPr>
          <a:xfrm>
            <a:off x="1211750" y="592988"/>
            <a:ext cx="7332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439" name="Google Shape;439;p23"/>
          <p:cNvSpPr/>
          <p:nvPr/>
        </p:nvSpPr>
        <p:spPr>
          <a:xfrm flipH="1" rot="10800000">
            <a:off x="0" y="174688"/>
            <a:ext cx="91398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3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1" name="Google Shape;441;p23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2" name="Google Shape;442;p23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443" name="Google Shape;443;p23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23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445" name="Google Shape;445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7062" y="1592837"/>
            <a:ext cx="7589881" cy="34958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6" name="Google Shape;446;p23"/>
          <p:cNvGrpSpPr/>
          <p:nvPr/>
        </p:nvGrpSpPr>
        <p:grpSpPr>
          <a:xfrm>
            <a:off x="8687009" y="4786923"/>
            <a:ext cx="264016" cy="157786"/>
            <a:chOff x="1207700" y="4333950"/>
            <a:chExt cx="334325" cy="138750"/>
          </a:xfrm>
        </p:grpSpPr>
        <p:sp>
          <p:nvSpPr>
            <p:cNvPr id="447" name="Google Shape;447;p23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23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  <p15:guide id="29" orient="horz" pos="1944">
          <p15:clr>
            <a:srgbClr val="FA7B17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 - Moodboards ">
  <p:cSld name="TITLE_3_1_1_1_1_1"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4"/>
          <p:cNvSpPr/>
          <p:nvPr/>
        </p:nvSpPr>
        <p:spPr>
          <a:xfrm>
            <a:off x="8428588" y="514500"/>
            <a:ext cx="258357" cy="253596"/>
          </a:xfrm>
          <a:custGeom>
            <a:rect b="b" l="l" r="r" t="t"/>
            <a:pathLst>
              <a:path extrusionOk="0" h="589758" w="600830">
                <a:moveTo>
                  <a:pt x="544572" y="201585"/>
                </a:moveTo>
                <a:cubicBezTo>
                  <a:pt x="547332" y="189641"/>
                  <a:pt x="548843" y="177233"/>
                  <a:pt x="548843" y="164447"/>
                </a:cubicBezTo>
                <a:cubicBezTo>
                  <a:pt x="548843" y="73636"/>
                  <a:pt x="475207" y="0"/>
                  <a:pt x="384368" y="0"/>
                </a:cubicBezTo>
                <a:cubicBezTo>
                  <a:pt x="353419" y="0"/>
                  <a:pt x="324447" y="8573"/>
                  <a:pt x="299718" y="23451"/>
                </a:cubicBezTo>
                <a:cubicBezTo>
                  <a:pt x="275017" y="8573"/>
                  <a:pt x="246045" y="0"/>
                  <a:pt x="215097" y="0"/>
                </a:cubicBezTo>
                <a:cubicBezTo>
                  <a:pt x="124287" y="0"/>
                  <a:pt x="50650" y="73636"/>
                  <a:pt x="50650" y="164447"/>
                </a:cubicBezTo>
                <a:cubicBezTo>
                  <a:pt x="50650" y="177582"/>
                  <a:pt x="52249" y="190339"/>
                  <a:pt x="55155" y="202573"/>
                </a:cubicBezTo>
                <a:cubicBezTo>
                  <a:pt x="21330" y="232707"/>
                  <a:pt x="0" y="276558"/>
                  <a:pt x="0" y="325406"/>
                </a:cubicBezTo>
                <a:cubicBezTo>
                  <a:pt x="0" y="410957"/>
                  <a:pt x="65325" y="481222"/>
                  <a:pt x="148813" y="489097"/>
                </a:cubicBezTo>
                <a:cubicBezTo>
                  <a:pt x="173717" y="548233"/>
                  <a:pt x="232213" y="589759"/>
                  <a:pt x="300415" y="589759"/>
                </a:cubicBezTo>
                <a:cubicBezTo>
                  <a:pt x="368617" y="589759"/>
                  <a:pt x="427114" y="548233"/>
                  <a:pt x="452018" y="489097"/>
                </a:cubicBezTo>
                <a:cubicBezTo>
                  <a:pt x="535505" y="481222"/>
                  <a:pt x="600830" y="410957"/>
                  <a:pt x="600830" y="325406"/>
                </a:cubicBezTo>
                <a:cubicBezTo>
                  <a:pt x="600860" y="276005"/>
                  <a:pt x="579065" y="231719"/>
                  <a:pt x="544572" y="201585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1" name="Google Shape;451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24"/>
          <p:cNvSpPr/>
          <p:nvPr/>
        </p:nvSpPr>
        <p:spPr>
          <a:xfrm>
            <a:off x="914425" y="438938"/>
            <a:ext cx="1828800" cy="483300"/>
          </a:xfrm>
          <a:prstGeom prst="roundRect">
            <a:avLst>
              <a:gd fmla="val 50000" name="adj"/>
            </a:avLst>
          </a:prstGeom>
          <a:solidFill>
            <a:srgbClr val="00E0C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453" name="Google Shape;453;p24"/>
          <p:cNvSpPr txBox="1"/>
          <p:nvPr/>
        </p:nvSpPr>
        <p:spPr>
          <a:xfrm>
            <a:off x="1096628" y="486613"/>
            <a:ext cx="3224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Ejemplo</a:t>
            </a:r>
            <a:endParaRPr sz="2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4" name="Google Shape;454;p24"/>
          <p:cNvSpPr txBox="1"/>
          <p:nvPr/>
        </p:nvSpPr>
        <p:spPr>
          <a:xfrm>
            <a:off x="914425" y="1063275"/>
            <a:ext cx="6122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455" name="Google Shape;455;p24"/>
          <p:cNvGrpSpPr/>
          <p:nvPr/>
        </p:nvGrpSpPr>
        <p:grpSpPr>
          <a:xfrm>
            <a:off x="6966056" y="4725288"/>
            <a:ext cx="2033948" cy="268074"/>
            <a:chOff x="13906313" y="246425"/>
            <a:chExt cx="4067897" cy="536147"/>
          </a:xfrm>
        </p:grpSpPr>
        <p:sp>
          <p:nvSpPr>
            <p:cNvPr id="456" name="Google Shape;456;p24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457" name="Google Shape;457;p24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458" name="Google Shape;458;p24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59" name="Google Shape;459;p24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60" name="Google Shape;460;p24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61" name="Google Shape;461;p24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62" name="Google Shape;462;p24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63" name="Google Shape;463;p24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64" name="Google Shape;464;p24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65" name="Google Shape;465;p24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66" name="Google Shape;466;p24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67" name="Google Shape;467;p24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68" name="Google Shape;468;p24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69" name="Google Shape;469;p24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470" name="Google Shape;470;p24"/>
          <p:cNvSpPr/>
          <p:nvPr/>
        </p:nvSpPr>
        <p:spPr>
          <a:xfrm>
            <a:off x="914425" y="2416288"/>
            <a:ext cx="2011200" cy="483300"/>
          </a:xfrm>
          <a:prstGeom prst="roundRect">
            <a:avLst>
              <a:gd fmla="val 50000" name="adj"/>
            </a:avLst>
          </a:prstGeom>
          <a:solidFill>
            <a:srgbClr val="2929C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471" name="Google Shape;471;p24"/>
          <p:cNvSpPr txBox="1"/>
          <p:nvPr/>
        </p:nvSpPr>
        <p:spPr>
          <a:xfrm>
            <a:off x="1096624" y="2465638"/>
            <a:ext cx="1828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Actividad</a:t>
            </a:r>
            <a:endParaRPr b="1" sz="2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2" name="Google Shape;472;p24"/>
          <p:cNvSpPr txBox="1"/>
          <p:nvPr/>
        </p:nvSpPr>
        <p:spPr>
          <a:xfrm>
            <a:off x="914425" y="2969650"/>
            <a:ext cx="6858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73" name="Google Shape;473;p24"/>
          <p:cNvSpPr/>
          <p:nvPr/>
        </p:nvSpPr>
        <p:spPr>
          <a:xfrm flipH="1" rot="10800000">
            <a:off x="-7925" y="5008650"/>
            <a:ext cx="4185000" cy="135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  <p15:guide id="29" orient="horz" pos="1944">
          <p15:clr>
            <a:srgbClr val="FA7B17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Quote">
  <p:cSld name="TITLE_2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5" name="Google Shape;475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7927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25"/>
          <p:cNvSpPr txBox="1"/>
          <p:nvPr/>
        </p:nvSpPr>
        <p:spPr>
          <a:xfrm>
            <a:off x="4296363" y="1521819"/>
            <a:ext cx="5391300" cy="161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700">
                <a:latin typeface="Montserrat"/>
                <a:ea typeface="Montserrat"/>
                <a:cs typeface="Montserrat"/>
                <a:sym typeface="Montserrat"/>
              </a:rPr>
              <a:t>¿Preguntas?</a:t>
            </a:r>
            <a:endParaRPr b="0" sz="4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7" name="Google Shape;477;p25"/>
          <p:cNvSpPr txBox="1"/>
          <p:nvPr/>
        </p:nvSpPr>
        <p:spPr>
          <a:xfrm>
            <a:off x="5030800" y="2573350"/>
            <a:ext cx="5261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478" name="Google Shape;478;p25"/>
          <p:cNvSpPr/>
          <p:nvPr/>
        </p:nvSpPr>
        <p:spPr>
          <a:xfrm flipH="1" rot="10800000">
            <a:off x="-7925" y="5008650"/>
            <a:ext cx="4185000" cy="135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9" name="Google Shape;47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2784" y="-116013"/>
            <a:ext cx="3961112" cy="3961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0" name="Google Shape;480;p25"/>
          <p:cNvGrpSpPr/>
          <p:nvPr/>
        </p:nvGrpSpPr>
        <p:grpSpPr>
          <a:xfrm>
            <a:off x="6966056" y="4725288"/>
            <a:ext cx="2033948" cy="268074"/>
            <a:chOff x="13906313" y="246425"/>
            <a:chExt cx="4067897" cy="536147"/>
          </a:xfrm>
        </p:grpSpPr>
        <p:sp>
          <p:nvSpPr>
            <p:cNvPr id="481" name="Google Shape;481;p25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482" name="Google Shape;482;p25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483" name="Google Shape;483;p25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4" name="Google Shape;484;p25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5" name="Google Shape;485;p25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6" name="Google Shape;486;p25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7" name="Google Shape;487;p25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8" name="Google Shape;488;p25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9" name="Google Shape;489;p25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90" name="Google Shape;490;p25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91" name="Google Shape;491;p25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92" name="Google Shape;492;p25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93" name="Google Shape;493;p25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94" name="Google Shape;494;p25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 - Client / Orchid cover light">
  <p:cSld name="TITLE_1"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6" name="Google Shape;496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26"/>
          <p:cNvSpPr txBox="1"/>
          <p:nvPr/>
        </p:nvSpPr>
        <p:spPr>
          <a:xfrm>
            <a:off x="351725" y="1594538"/>
            <a:ext cx="5391300" cy="161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700">
                <a:latin typeface="Montserrat"/>
                <a:ea typeface="Montserrat"/>
                <a:cs typeface="Montserrat"/>
                <a:sym typeface="Montserrat"/>
              </a:rPr>
              <a:t>¡A trabajar!</a:t>
            </a:r>
            <a:endParaRPr b="0" sz="1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8" name="Google Shape;498;p26"/>
          <p:cNvSpPr txBox="1"/>
          <p:nvPr/>
        </p:nvSpPr>
        <p:spPr>
          <a:xfrm>
            <a:off x="5030800" y="2573350"/>
            <a:ext cx="5261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499" name="Google Shape;499;p26"/>
          <p:cNvSpPr/>
          <p:nvPr/>
        </p:nvSpPr>
        <p:spPr>
          <a:xfrm flipH="1" rot="10800000">
            <a:off x="-7925" y="5008650"/>
            <a:ext cx="4185000" cy="135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0" name="Google Shape;50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3100" y="643602"/>
            <a:ext cx="3137638" cy="31376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1" name="Google Shape;501;p26"/>
          <p:cNvGrpSpPr/>
          <p:nvPr/>
        </p:nvGrpSpPr>
        <p:grpSpPr>
          <a:xfrm>
            <a:off x="6966056" y="4725288"/>
            <a:ext cx="2033948" cy="268074"/>
            <a:chOff x="13906313" y="246425"/>
            <a:chExt cx="4067897" cy="536147"/>
          </a:xfrm>
        </p:grpSpPr>
        <p:sp>
          <p:nvSpPr>
            <p:cNvPr id="502" name="Google Shape;502;p26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503" name="Google Shape;503;p26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504" name="Google Shape;504;p26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505" name="Google Shape;505;p26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506" name="Google Shape;506;p26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507" name="Google Shape;507;p26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508" name="Google Shape;508;p26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509" name="Google Shape;509;p26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510" name="Google Shape;510;p26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511" name="Google Shape;511;p26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512" name="Google Shape;512;p26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513" name="Google Shape;513;p26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514" name="Google Shape;514;p26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515" name="Google Shape;515;p26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TITLE_6_1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erre">
  <p:cSld name="TITLE_5">
    <p:bg>
      <p:bgPr>
        <a:solidFill>
          <a:srgbClr val="000000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29"/>
          <p:cNvSpPr/>
          <p:nvPr/>
        </p:nvSpPr>
        <p:spPr>
          <a:xfrm flipH="1">
            <a:off x="-13425" y="1028700"/>
            <a:ext cx="744000" cy="4114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</p:txBody>
      </p:sp>
      <p:grpSp>
        <p:nvGrpSpPr>
          <p:cNvPr id="523" name="Google Shape;523;p29"/>
          <p:cNvGrpSpPr/>
          <p:nvPr/>
        </p:nvGrpSpPr>
        <p:grpSpPr>
          <a:xfrm rot="-5400000">
            <a:off x="-229317" y="3041095"/>
            <a:ext cx="1125991" cy="90007"/>
            <a:chOff x="4935498" y="1642212"/>
            <a:chExt cx="2734980" cy="217042"/>
          </a:xfrm>
        </p:grpSpPr>
        <p:sp>
          <p:nvSpPr>
            <p:cNvPr id="524" name="Google Shape;524;p29"/>
            <p:cNvSpPr/>
            <p:nvPr/>
          </p:nvSpPr>
          <p:spPr>
            <a:xfrm>
              <a:off x="5197136" y="1646235"/>
              <a:ext cx="18839" cy="209333"/>
            </a:xfrm>
            <a:custGeom>
              <a:rect b="b" l="l" r="r" t="t"/>
              <a:pathLst>
                <a:path extrusionOk="0" h="5567" w="501">
                  <a:moveTo>
                    <a:pt x="1" y="0"/>
                  </a:moveTo>
                  <a:lnTo>
                    <a:pt x="1" y="5567"/>
                  </a:lnTo>
                  <a:lnTo>
                    <a:pt x="500" y="5567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29"/>
            <p:cNvSpPr/>
            <p:nvPr/>
          </p:nvSpPr>
          <p:spPr>
            <a:xfrm>
              <a:off x="5299114" y="1642550"/>
              <a:ext cx="199293" cy="216703"/>
            </a:xfrm>
            <a:custGeom>
              <a:rect b="b" l="l" r="r" t="t"/>
              <a:pathLst>
                <a:path extrusionOk="0" h="5763" w="5300">
                  <a:moveTo>
                    <a:pt x="2820" y="0"/>
                  </a:moveTo>
                  <a:cubicBezTo>
                    <a:pt x="2204" y="0"/>
                    <a:pt x="1687" y="107"/>
                    <a:pt x="1268" y="321"/>
                  </a:cubicBezTo>
                  <a:cubicBezTo>
                    <a:pt x="848" y="544"/>
                    <a:pt x="527" y="865"/>
                    <a:pt x="322" y="1294"/>
                  </a:cubicBezTo>
                  <a:cubicBezTo>
                    <a:pt x="108" y="1722"/>
                    <a:pt x="1" y="2248"/>
                    <a:pt x="1" y="2882"/>
                  </a:cubicBezTo>
                  <a:cubicBezTo>
                    <a:pt x="1" y="3845"/>
                    <a:pt x="233" y="4568"/>
                    <a:pt x="697" y="5049"/>
                  </a:cubicBezTo>
                  <a:cubicBezTo>
                    <a:pt x="1161" y="5522"/>
                    <a:pt x="1856" y="5763"/>
                    <a:pt x="2775" y="5763"/>
                  </a:cubicBezTo>
                  <a:cubicBezTo>
                    <a:pt x="3043" y="5763"/>
                    <a:pt x="3302" y="5727"/>
                    <a:pt x="3560" y="5674"/>
                  </a:cubicBezTo>
                  <a:cubicBezTo>
                    <a:pt x="3810" y="5620"/>
                    <a:pt x="4042" y="5522"/>
                    <a:pt x="4256" y="5397"/>
                  </a:cubicBezTo>
                  <a:cubicBezTo>
                    <a:pt x="4470" y="5272"/>
                    <a:pt x="4649" y="5103"/>
                    <a:pt x="4774" y="4898"/>
                  </a:cubicBezTo>
                  <a:lnTo>
                    <a:pt x="4845" y="5665"/>
                  </a:lnTo>
                  <a:lnTo>
                    <a:pt x="5300" y="5665"/>
                  </a:lnTo>
                  <a:lnTo>
                    <a:pt x="5300" y="2783"/>
                  </a:lnTo>
                  <a:lnTo>
                    <a:pt x="2632" y="2783"/>
                  </a:lnTo>
                  <a:lnTo>
                    <a:pt x="2632" y="3265"/>
                  </a:lnTo>
                  <a:lnTo>
                    <a:pt x="4738" y="3265"/>
                  </a:lnTo>
                  <a:lnTo>
                    <a:pt x="4738" y="3408"/>
                  </a:lnTo>
                  <a:cubicBezTo>
                    <a:pt x="4738" y="3827"/>
                    <a:pt x="4666" y="4175"/>
                    <a:pt x="4542" y="4452"/>
                  </a:cubicBezTo>
                  <a:cubicBezTo>
                    <a:pt x="4408" y="4728"/>
                    <a:pt x="4203" y="4933"/>
                    <a:pt x="3908" y="5067"/>
                  </a:cubicBezTo>
                  <a:cubicBezTo>
                    <a:pt x="3623" y="5201"/>
                    <a:pt x="3230" y="5263"/>
                    <a:pt x="2748" y="5263"/>
                  </a:cubicBezTo>
                  <a:cubicBezTo>
                    <a:pt x="2302" y="5263"/>
                    <a:pt x="1919" y="5192"/>
                    <a:pt x="1598" y="5040"/>
                  </a:cubicBezTo>
                  <a:cubicBezTo>
                    <a:pt x="1276" y="4889"/>
                    <a:pt x="1027" y="4639"/>
                    <a:pt x="857" y="4300"/>
                  </a:cubicBezTo>
                  <a:cubicBezTo>
                    <a:pt x="679" y="3961"/>
                    <a:pt x="598" y="3515"/>
                    <a:pt x="598" y="2971"/>
                  </a:cubicBezTo>
                  <a:lnTo>
                    <a:pt x="598" y="2792"/>
                  </a:lnTo>
                  <a:cubicBezTo>
                    <a:pt x="598" y="2382"/>
                    <a:pt x="643" y="2034"/>
                    <a:pt x="750" y="1740"/>
                  </a:cubicBezTo>
                  <a:cubicBezTo>
                    <a:pt x="848" y="1445"/>
                    <a:pt x="1000" y="1213"/>
                    <a:pt x="1196" y="1026"/>
                  </a:cubicBezTo>
                  <a:cubicBezTo>
                    <a:pt x="1392" y="839"/>
                    <a:pt x="1624" y="705"/>
                    <a:pt x="1901" y="616"/>
                  </a:cubicBezTo>
                  <a:cubicBezTo>
                    <a:pt x="2169" y="535"/>
                    <a:pt x="2481" y="491"/>
                    <a:pt x="2820" y="491"/>
                  </a:cubicBezTo>
                  <a:cubicBezTo>
                    <a:pt x="3087" y="491"/>
                    <a:pt x="3346" y="517"/>
                    <a:pt x="3578" y="571"/>
                  </a:cubicBezTo>
                  <a:cubicBezTo>
                    <a:pt x="3810" y="616"/>
                    <a:pt x="4015" y="705"/>
                    <a:pt x="4185" y="821"/>
                  </a:cubicBezTo>
                  <a:cubicBezTo>
                    <a:pt x="4354" y="937"/>
                    <a:pt x="4488" y="1088"/>
                    <a:pt x="4586" y="1285"/>
                  </a:cubicBezTo>
                  <a:cubicBezTo>
                    <a:pt x="4684" y="1472"/>
                    <a:pt x="4738" y="1713"/>
                    <a:pt x="4738" y="1989"/>
                  </a:cubicBezTo>
                  <a:lnTo>
                    <a:pt x="5300" y="1989"/>
                  </a:lnTo>
                  <a:cubicBezTo>
                    <a:pt x="5300" y="1659"/>
                    <a:pt x="5246" y="1365"/>
                    <a:pt x="5130" y="1115"/>
                  </a:cubicBezTo>
                  <a:cubicBezTo>
                    <a:pt x="5023" y="865"/>
                    <a:pt x="4854" y="660"/>
                    <a:pt x="4640" y="500"/>
                  </a:cubicBezTo>
                  <a:cubicBezTo>
                    <a:pt x="4426" y="330"/>
                    <a:pt x="4167" y="205"/>
                    <a:pt x="3864" y="125"/>
                  </a:cubicBezTo>
                  <a:cubicBezTo>
                    <a:pt x="3560" y="36"/>
                    <a:pt x="3212" y="0"/>
                    <a:pt x="282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29"/>
            <p:cNvSpPr/>
            <p:nvPr/>
          </p:nvSpPr>
          <p:spPr>
            <a:xfrm>
              <a:off x="5599031" y="1646235"/>
              <a:ext cx="24517" cy="209333"/>
            </a:xfrm>
            <a:custGeom>
              <a:rect b="b" l="l" r="r" t="t"/>
              <a:pathLst>
                <a:path extrusionOk="0" h="5567" w="652">
                  <a:moveTo>
                    <a:pt x="0" y="0"/>
                  </a:moveTo>
                  <a:lnTo>
                    <a:pt x="0" y="5567"/>
                  </a:lnTo>
                  <a:lnTo>
                    <a:pt x="651" y="5567"/>
                  </a:lnTo>
                  <a:lnTo>
                    <a:pt x="65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29"/>
            <p:cNvSpPr/>
            <p:nvPr/>
          </p:nvSpPr>
          <p:spPr>
            <a:xfrm>
              <a:off x="5703679" y="1645897"/>
              <a:ext cx="173122" cy="209672"/>
            </a:xfrm>
            <a:custGeom>
              <a:rect b="b" l="l" r="r" t="t"/>
              <a:pathLst>
                <a:path extrusionOk="0" h="5576" w="4604">
                  <a:moveTo>
                    <a:pt x="1" y="0"/>
                  </a:moveTo>
                  <a:lnTo>
                    <a:pt x="1" y="651"/>
                  </a:lnTo>
                  <a:lnTo>
                    <a:pt x="1927" y="651"/>
                  </a:lnTo>
                  <a:lnTo>
                    <a:pt x="1927" y="5576"/>
                  </a:lnTo>
                  <a:lnTo>
                    <a:pt x="2677" y="5576"/>
                  </a:lnTo>
                  <a:lnTo>
                    <a:pt x="2677" y="651"/>
                  </a:lnTo>
                  <a:lnTo>
                    <a:pt x="4604" y="651"/>
                  </a:lnTo>
                  <a:lnTo>
                    <a:pt x="460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29"/>
            <p:cNvSpPr/>
            <p:nvPr/>
          </p:nvSpPr>
          <p:spPr>
            <a:xfrm>
              <a:off x="5915344" y="1646235"/>
              <a:ext cx="206363" cy="209333"/>
            </a:xfrm>
            <a:custGeom>
              <a:rect b="b" l="l" r="r" t="t"/>
              <a:pathLst>
                <a:path extrusionOk="0" h="5567" w="5488">
                  <a:moveTo>
                    <a:pt x="2739" y="714"/>
                  </a:moveTo>
                  <a:cubicBezTo>
                    <a:pt x="2775" y="812"/>
                    <a:pt x="2802" y="910"/>
                    <a:pt x="2838" y="1017"/>
                  </a:cubicBezTo>
                  <a:cubicBezTo>
                    <a:pt x="2873" y="1124"/>
                    <a:pt x="2909" y="1231"/>
                    <a:pt x="2954" y="1338"/>
                  </a:cubicBezTo>
                  <a:cubicBezTo>
                    <a:pt x="2989" y="1445"/>
                    <a:pt x="3025" y="1543"/>
                    <a:pt x="3052" y="1624"/>
                  </a:cubicBezTo>
                  <a:cubicBezTo>
                    <a:pt x="3078" y="1704"/>
                    <a:pt x="3105" y="1775"/>
                    <a:pt x="3132" y="1820"/>
                  </a:cubicBezTo>
                  <a:lnTo>
                    <a:pt x="3774" y="3515"/>
                  </a:lnTo>
                  <a:lnTo>
                    <a:pt x="1651" y="3515"/>
                  </a:lnTo>
                  <a:lnTo>
                    <a:pt x="2302" y="1820"/>
                  </a:lnTo>
                  <a:cubicBezTo>
                    <a:pt x="2338" y="1740"/>
                    <a:pt x="2374" y="1633"/>
                    <a:pt x="2418" y="1499"/>
                  </a:cubicBezTo>
                  <a:cubicBezTo>
                    <a:pt x="2463" y="1365"/>
                    <a:pt x="2516" y="1231"/>
                    <a:pt x="2561" y="1089"/>
                  </a:cubicBezTo>
                  <a:cubicBezTo>
                    <a:pt x="2606" y="955"/>
                    <a:pt x="2650" y="830"/>
                    <a:pt x="2695" y="714"/>
                  </a:cubicBezTo>
                  <a:close/>
                  <a:moveTo>
                    <a:pt x="2195" y="0"/>
                  </a:moveTo>
                  <a:lnTo>
                    <a:pt x="1" y="5567"/>
                  </a:lnTo>
                  <a:lnTo>
                    <a:pt x="866" y="5567"/>
                  </a:lnTo>
                  <a:lnTo>
                    <a:pt x="1375" y="4229"/>
                  </a:lnTo>
                  <a:lnTo>
                    <a:pt x="4051" y="4229"/>
                  </a:lnTo>
                  <a:lnTo>
                    <a:pt x="4577" y="5567"/>
                  </a:lnTo>
                  <a:lnTo>
                    <a:pt x="5487" y="5567"/>
                  </a:lnTo>
                  <a:lnTo>
                    <a:pt x="328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29"/>
            <p:cNvSpPr/>
            <p:nvPr/>
          </p:nvSpPr>
          <p:spPr>
            <a:xfrm>
              <a:off x="6194467" y="1645897"/>
              <a:ext cx="139919" cy="209672"/>
            </a:xfrm>
            <a:custGeom>
              <a:rect b="b" l="l" r="r" t="t"/>
              <a:pathLst>
                <a:path extrusionOk="0" h="5576" w="3721">
                  <a:moveTo>
                    <a:pt x="0" y="0"/>
                  </a:moveTo>
                  <a:lnTo>
                    <a:pt x="0" y="5576"/>
                  </a:lnTo>
                  <a:lnTo>
                    <a:pt x="3720" y="5576"/>
                  </a:lnTo>
                  <a:lnTo>
                    <a:pt x="3720" y="4764"/>
                  </a:lnTo>
                  <a:lnTo>
                    <a:pt x="937" y="4764"/>
                  </a:lnTo>
                  <a:lnTo>
                    <a:pt x="93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29"/>
            <p:cNvSpPr/>
            <p:nvPr/>
          </p:nvSpPr>
          <p:spPr>
            <a:xfrm>
              <a:off x="6410155" y="1645897"/>
              <a:ext cx="176469" cy="209672"/>
            </a:xfrm>
            <a:custGeom>
              <a:rect b="b" l="l" r="r" t="t"/>
              <a:pathLst>
                <a:path extrusionOk="0" h="5576" w="4693">
                  <a:moveTo>
                    <a:pt x="0" y="0"/>
                  </a:moveTo>
                  <a:lnTo>
                    <a:pt x="0" y="5576"/>
                  </a:lnTo>
                  <a:lnTo>
                    <a:pt x="1035" y="5576"/>
                  </a:lnTo>
                  <a:lnTo>
                    <a:pt x="1035" y="3167"/>
                  </a:lnTo>
                  <a:lnTo>
                    <a:pt x="3658" y="3167"/>
                  </a:lnTo>
                  <a:lnTo>
                    <a:pt x="3658" y="5576"/>
                  </a:lnTo>
                  <a:lnTo>
                    <a:pt x="4693" y="5576"/>
                  </a:lnTo>
                  <a:lnTo>
                    <a:pt x="4693" y="0"/>
                  </a:lnTo>
                  <a:lnTo>
                    <a:pt x="3658" y="0"/>
                  </a:lnTo>
                  <a:lnTo>
                    <a:pt x="3658" y="2275"/>
                  </a:lnTo>
                  <a:lnTo>
                    <a:pt x="1035" y="227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29"/>
            <p:cNvSpPr/>
            <p:nvPr/>
          </p:nvSpPr>
          <p:spPr>
            <a:xfrm>
              <a:off x="6666416" y="1642550"/>
              <a:ext cx="213394" cy="216703"/>
            </a:xfrm>
            <a:custGeom>
              <a:rect b="b" l="l" r="r" t="t"/>
              <a:pathLst>
                <a:path extrusionOk="0" h="5763" w="5675">
                  <a:moveTo>
                    <a:pt x="2829" y="946"/>
                  </a:moveTo>
                  <a:cubicBezTo>
                    <a:pt x="3105" y="946"/>
                    <a:pt x="3337" y="981"/>
                    <a:pt x="3543" y="1062"/>
                  </a:cubicBezTo>
                  <a:cubicBezTo>
                    <a:pt x="3748" y="1142"/>
                    <a:pt x="3926" y="1258"/>
                    <a:pt x="4069" y="1410"/>
                  </a:cubicBezTo>
                  <a:cubicBezTo>
                    <a:pt x="4203" y="1570"/>
                    <a:pt x="4310" y="1757"/>
                    <a:pt x="4390" y="1980"/>
                  </a:cubicBezTo>
                  <a:cubicBezTo>
                    <a:pt x="4461" y="2212"/>
                    <a:pt x="4497" y="2471"/>
                    <a:pt x="4497" y="2774"/>
                  </a:cubicBezTo>
                  <a:lnTo>
                    <a:pt x="4497" y="2989"/>
                  </a:lnTo>
                  <a:cubicBezTo>
                    <a:pt x="4497" y="3292"/>
                    <a:pt x="4461" y="3551"/>
                    <a:pt x="4390" y="3774"/>
                  </a:cubicBezTo>
                  <a:cubicBezTo>
                    <a:pt x="4310" y="3997"/>
                    <a:pt x="4203" y="4193"/>
                    <a:pt x="4069" y="4345"/>
                  </a:cubicBezTo>
                  <a:cubicBezTo>
                    <a:pt x="3926" y="4496"/>
                    <a:pt x="3748" y="4612"/>
                    <a:pt x="3543" y="4692"/>
                  </a:cubicBezTo>
                  <a:cubicBezTo>
                    <a:pt x="3337" y="4773"/>
                    <a:pt x="3105" y="4808"/>
                    <a:pt x="2829" y="4808"/>
                  </a:cubicBezTo>
                  <a:cubicBezTo>
                    <a:pt x="2561" y="4808"/>
                    <a:pt x="2320" y="4773"/>
                    <a:pt x="2115" y="4692"/>
                  </a:cubicBezTo>
                  <a:cubicBezTo>
                    <a:pt x="1910" y="4612"/>
                    <a:pt x="1741" y="4496"/>
                    <a:pt x="1598" y="4345"/>
                  </a:cubicBezTo>
                  <a:cubicBezTo>
                    <a:pt x="1464" y="4193"/>
                    <a:pt x="1357" y="3997"/>
                    <a:pt x="1286" y="3774"/>
                  </a:cubicBezTo>
                  <a:cubicBezTo>
                    <a:pt x="1223" y="3551"/>
                    <a:pt x="1187" y="3292"/>
                    <a:pt x="1187" y="2989"/>
                  </a:cubicBezTo>
                  <a:lnTo>
                    <a:pt x="1187" y="2774"/>
                  </a:lnTo>
                  <a:cubicBezTo>
                    <a:pt x="1187" y="2471"/>
                    <a:pt x="1223" y="2212"/>
                    <a:pt x="1286" y="1980"/>
                  </a:cubicBezTo>
                  <a:cubicBezTo>
                    <a:pt x="1357" y="1757"/>
                    <a:pt x="1464" y="1570"/>
                    <a:pt x="1598" y="1410"/>
                  </a:cubicBezTo>
                  <a:cubicBezTo>
                    <a:pt x="1741" y="1258"/>
                    <a:pt x="1910" y="1142"/>
                    <a:pt x="2115" y="1062"/>
                  </a:cubicBezTo>
                  <a:cubicBezTo>
                    <a:pt x="2320" y="981"/>
                    <a:pt x="2561" y="946"/>
                    <a:pt x="2829" y="946"/>
                  </a:cubicBezTo>
                  <a:close/>
                  <a:moveTo>
                    <a:pt x="2829" y="0"/>
                  </a:moveTo>
                  <a:cubicBezTo>
                    <a:pt x="2249" y="0"/>
                    <a:pt x="1741" y="98"/>
                    <a:pt x="1321" y="312"/>
                  </a:cubicBezTo>
                  <a:cubicBezTo>
                    <a:pt x="893" y="517"/>
                    <a:pt x="563" y="830"/>
                    <a:pt x="340" y="1258"/>
                  </a:cubicBezTo>
                  <a:cubicBezTo>
                    <a:pt x="117" y="1686"/>
                    <a:pt x="1" y="2221"/>
                    <a:pt x="1" y="2882"/>
                  </a:cubicBezTo>
                  <a:cubicBezTo>
                    <a:pt x="1" y="3524"/>
                    <a:pt x="117" y="4059"/>
                    <a:pt x="340" y="4487"/>
                  </a:cubicBezTo>
                  <a:cubicBezTo>
                    <a:pt x="563" y="4915"/>
                    <a:pt x="893" y="5237"/>
                    <a:pt x="1321" y="5451"/>
                  </a:cubicBezTo>
                  <a:cubicBezTo>
                    <a:pt x="1741" y="5656"/>
                    <a:pt x="2249" y="5763"/>
                    <a:pt x="2829" y="5763"/>
                  </a:cubicBezTo>
                  <a:cubicBezTo>
                    <a:pt x="3427" y="5763"/>
                    <a:pt x="3935" y="5656"/>
                    <a:pt x="4354" y="5451"/>
                  </a:cubicBezTo>
                  <a:cubicBezTo>
                    <a:pt x="4783" y="5237"/>
                    <a:pt x="5104" y="4915"/>
                    <a:pt x="5336" y="4487"/>
                  </a:cubicBezTo>
                  <a:cubicBezTo>
                    <a:pt x="5559" y="4059"/>
                    <a:pt x="5675" y="3524"/>
                    <a:pt x="5675" y="2882"/>
                  </a:cubicBezTo>
                  <a:cubicBezTo>
                    <a:pt x="5675" y="2221"/>
                    <a:pt x="5559" y="1686"/>
                    <a:pt x="5336" y="1258"/>
                  </a:cubicBezTo>
                  <a:cubicBezTo>
                    <a:pt x="5104" y="830"/>
                    <a:pt x="4783" y="517"/>
                    <a:pt x="4354" y="312"/>
                  </a:cubicBezTo>
                  <a:cubicBezTo>
                    <a:pt x="3935" y="98"/>
                    <a:pt x="3427" y="0"/>
                    <a:pt x="282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29"/>
            <p:cNvSpPr/>
            <p:nvPr/>
          </p:nvSpPr>
          <p:spPr>
            <a:xfrm>
              <a:off x="6958625" y="1645897"/>
              <a:ext cx="186884" cy="213357"/>
            </a:xfrm>
            <a:custGeom>
              <a:rect b="b" l="l" r="r" t="t"/>
              <a:pathLst>
                <a:path extrusionOk="0" h="5674" w="4970">
                  <a:moveTo>
                    <a:pt x="0" y="0"/>
                  </a:moveTo>
                  <a:lnTo>
                    <a:pt x="0" y="3453"/>
                  </a:lnTo>
                  <a:cubicBezTo>
                    <a:pt x="0" y="3943"/>
                    <a:pt x="98" y="4354"/>
                    <a:pt x="295" y="4684"/>
                  </a:cubicBezTo>
                  <a:cubicBezTo>
                    <a:pt x="491" y="5014"/>
                    <a:pt x="776" y="5264"/>
                    <a:pt x="1142" y="5424"/>
                  </a:cubicBezTo>
                  <a:cubicBezTo>
                    <a:pt x="1517" y="5585"/>
                    <a:pt x="1963" y="5674"/>
                    <a:pt x="2480" y="5674"/>
                  </a:cubicBezTo>
                  <a:cubicBezTo>
                    <a:pt x="2998" y="5674"/>
                    <a:pt x="3444" y="5585"/>
                    <a:pt x="3818" y="5424"/>
                  </a:cubicBezTo>
                  <a:cubicBezTo>
                    <a:pt x="4184" y="5264"/>
                    <a:pt x="4470" y="5014"/>
                    <a:pt x="4675" y="4684"/>
                  </a:cubicBezTo>
                  <a:cubicBezTo>
                    <a:pt x="4871" y="4354"/>
                    <a:pt x="4969" y="3943"/>
                    <a:pt x="4969" y="3453"/>
                  </a:cubicBezTo>
                  <a:lnTo>
                    <a:pt x="4969" y="0"/>
                  </a:lnTo>
                  <a:lnTo>
                    <a:pt x="3685" y="0"/>
                  </a:lnTo>
                  <a:lnTo>
                    <a:pt x="3685" y="3426"/>
                  </a:lnTo>
                  <a:cubicBezTo>
                    <a:pt x="3685" y="3810"/>
                    <a:pt x="3578" y="4104"/>
                    <a:pt x="3372" y="4318"/>
                  </a:cubicBezTo>
                  <a:cubicBezTo>
                    <a:pt x="3158" y="4532"/>
                    <a:pt x="2864" y="4639"/>
                    <a:pt x="2471" y="4639"/>
                  </a:cubicBezTo>
                  <a:cubicBezTo>
                    <a:pt x="2088" y="4639"/>
                    <a:pt x="1793" y="4532"/>
                    <a:pt x="1588" y="4318"/>
                  </a:cubicBezTo>
                  <a:cubicBezTo>
                    <a:pt x="1383" y="4104"/>
                    <a:pt x="1276" y="3810"/>
                    <a:pt x="1276" y="3426"/>
                  </a:cubicBezTo>
                  <a:lnTo>
                    <a:pt x="12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29"/>
            <p:cNvSpPr/>
            <p:nvPr/>
          </p:nvSpPr>
          <p:spPr>
            <a:xfrm>
              <a:off x="7223610" y="1642212"/>
              <a:ext cx="187223" cy="217042"/>
            </a:xfrm>
            <a:custGeom>
              <a:rect b="b" l="l" r="r" t="t"/>
              <a:pathLst>
                <a:path extrusionOk="0" h="5772" w="4979">
                  <a:moveTo>
                    <a:pt x="2490" y="0"/>
                  </a:moveTo>
                  <a:cubicBezTo>
                    <a:pt x="2169" y="0"/>
                    <a:pt x="1865" y="27"/>
                    <a:pt x="1580" y="89"/>
                  </a:cubicBezTo>
                  <a:cubicBezTo>
                    <a:pt x="1294" y="152"/>
                    <a:pt x="1036" y="250"/>
                    <a:pt x="822" y="384"/>
                  </a:cubicBezTo>
                  <a:cubicBezTo>
                    <a:pt x="599" y="526"/>
                    <a:pt x="429" y="696"/>
                    <a:pt x="304" y="910"/>
                  </a:cubicBezTo>
                  <a:cubicBezTo>
                    <a:pt x="179" y="1124"/>
                    <a:pt x="117" y="1374"/>
                    <a:pt x="117" y="1668"/>
                  </a:cubicBezTo>
                  <a:cubicBezTo>
                    <a:pt x="117" y="1936"/>
                    <a:pt x="161" y="2159"/>
                    <a:pt x="260" y="2346"/>
                  </a:cubicBezTo>
                  <a:cubicBezTo>
                    <a:pt x="349" y="2534"/>
                    <a:pt x="483" y="2685"/>
                    <a:pt x="643" y="2810"/>
                  </a:cubicBezTo>
                  <a:cubicBezTo>
                    <a:pt x="795" y="2935"/>
                    <a:pt x="982" y="3042"/>
                    <a:pt x="1178" y="3122"/>
                  </a:cubicBezTo>
                  <a:cubicBezTo>
                    <a:pt x="1384" y="3203"/>
                    <a:pt x="1589" y="3274"/>
                    <a:pt x="1803" y="3328"/>
                  </a:cubicBezTo>
                  <a:cubicBezTo>
                    <a:pt x="2017" y="3381"/>
                    <a:pt x="2231" y="3435"/>
                    <a:pt x="2427" y="3479"/>
                  </a:cubicBezTo>
                  <a:cubicBezTo>
                    <a:pt x="2633" y="3524"/>
                    <a:pt x="2811" y="3577"/>
                    <a:pt x="2972" y="3631"/>
                  </a:cubicBezTo>
                  <a:cubicBezTo>
                    <a:pt x="3132" y="3684"/>
                    <a:pt x="3257" y="3756"/>
                    <a:pt x="3346" y="3836"/>
                  </a:cubicBezTo>
                  <a:cubicBezTo>
                    <a:pt x="3444" y="3916"/>
                    <a:pt x="3489" y="4023"/>
                    <a:pt x="3489" y="4148"/>
                  </a:cubicBezTo>
                  <a:cubicBezTo>
                    <a:pt x="3489" y="4220"/>
                    <a:pt x="3480" y="4291"/>
                    <a:pt x="3444" y="4345"/>
                  </a:cubicBezTo>
                  <a:cubicBezTo>
                    <a:pt x="3418" y="4398"/>
                    <a:pt x="3373" y="4452"/>
                    <a:pt x="3311" y="4487"/>
                  </a:cubicBezTo>
                  <a:cubicBezTo>
                    <a:pt x="3248" y="4532"/>
                    <a:pt x="3177" y="4568"/>
                    <a:pt x="3096" y="4594"/>
                  </a:cubicBezTo>
                  <a:cubicBezTo>
                    <a:pt x="3016" y="4621"/>
                    <a:pt x="2918" y="4639"/>
                    <a:pt x="2820" y="4648"/>
                  </a:cubicBezTo>
                  <a:cubicBezTo>
                    <a:pt x="2713" y="4657"/>
                    <a:pt x="2606" y="4666"/>
                    <a:pt x="2490" y="4666"/>
                  </a:cubicBezTo>
                  <a:cubicBezTo>
                    <a:pt x="2267" y="4666"/>
                    <a:pt x="2079" y="4639"/>
                    <a:pt x="1919" y="4594"/>
                  </a:cubicBezTo>
                  <a:cubicBezTo>
                    <a:pt x="1758" y="4550"/>
                    <a:pt x="1633" y="4470"/>
                    <a:pt x="1544" y="4371"/>
                  </a:cubicBezTo>
                  <a:cubicBezTo>
                    <a:pt x="1455" y="4264"/>
                    <a:pt x="1410" y="4122"/>
                    <a:pt x="1410" y="3952"/>
                  </a:cubicBezTo>
                  <a:cubicBezTo>
                    <a:pt x="1410" y="3934"/>
                    <a:pt x="1410" y="3916"/>
                    <a:pt x="1410" y="3890"/>
                  </a:cubicBezTo>
                  <a:cubicBezTo>
                    <a:pt x="1410" y="3863"/>
                    <a:pt x="1410" y="3845"/>
                    <a:pt x="1410" y="3827"/>
                  </a:cubicBezTo>
                  <a:lnTo>
                    <a:pt x="10" y="3827"/>
                  </a:lnTo>
                  <a:cubicBezTo>
                    <a:pt x="1" y="3845"/>
                    <a:pt x="1" y="3863"/>
                    <a:pt x="1" y="3890"/>
                  </a:cubicBezTo>
                  <a:lnTo>
                    <a:pt x="1" y="3970"/>
                  </a:lnTo>
                  <a:cubicBezTo>
                    <a:pt x="1" y="4300"/>
                    <a:pt x="72" y="4585"/>
                    <a:pt x="206" y="4817"/>
                  </a:cubicBezTo>
                  <a:cubicBezTo>
                    <a:pt x="340" y="5040"/>
                    <a:pt x="527" y="5228"/>
                    <a:pt x="759" y="5371"/>
                  </a:cubicBezTo>
                  <a:cubicBezTo>
                    <a:pt x="1000" y="5513"/>
                    <a:pt x="1268" y="5611"/>
                    <a:pt x="1580" y="5674"/>
                  </a:cubicBezTo>
                  <a:cubicBezTo>
                    <a:pt x="1883" y="5736"/>
                    <a:pt x="2213" y="5772"/>
                    <a:pt x="2570" y="5772"/>
                  </a:cubicBezTo>
                  <a:cubicBezTo>
                    <a:pt x="3025" y="5772"/>
                    <a:pt x="3444" y="5710"/>
                    <a:pt x="3801" y="5585"/>
                  </a:cubicBezTo>
                  <a:cubicBezTo>
                    <a:pt x="4167" y="5460"/>
                    <a:pt x="4461" y="5263"/>
                    <a:pt x="4667" y="4987"/>
                  </a:cubicBezTo>
                  <a:cubicBezTo>
                    <a:pt x="4872" y="4719"/>
                    <a:pt x="4979" y="4362"/>
                    <a:pt x="4979" y="3916"/>
                  </a:cubicBezTo>
                  <a:cubicBezTo>
                    <a:pt x="4979" y="3667"/>
                    <a:pt x="4934" y="3444"/>
                    <a:pt x="4836" y="3265"/>
                  </a:cubicBezTo>
                  <a:cubicBezTo>
                    <a:pt x="4738" y="3087"/>
                    <a:pt x="4613" y="2935"/>
                    <a:pt x="4452" y="2819"/>
                  </a:cubicBezTo>
                  <a:cubicBezTo>
                    <a:pt x="4292" y="2694"/>
                    <a:pt x="4104" y="2596"/>
                    <a:pt x="3908" y="2516"/>
                  </a:cubicBezTo>
                  <a:cubicBezTo>
                    <a:pt x="3703" y="2436"/>
                    <a:pt x="3498" y="2373"/>
                    <a:pt x="3284" y="2320"/>
                  </a:cubicBezTo>
                  <a:cubicBezTo>
                    <a:pt x="3070" y="2275"/>
                    <a:pt x="2864" y="2221"/>
                    <a:pt x="2668" y="2177"/>
                  </a:cubicBezTo>
                  <a:cubicBezTo>
                    <a:pt x="2463" y="2132"/>
                    <a:pt x="2285" y="2079"/>
                    <a:pt x="2124" y="2025"/>
                  </a:cubicBezTo>
                  <a:cubicBezTo>
                    <a:pt x="1955" y="1972"/>
                    <a:pt x="1830" y="1909"/>
                    <a:pt x="1731" y="1829"/>
                  </a:cubicBezTo>
                  <a:cubicBezTo>
                    <a:pt x="1642" y="1758"/>
                    <a:pt x="1598" y="1659"/>
                    <a:pt x="1598" y="1543"/>
                  </a:cubicBezTo>
                  <a:cubicBezTo>
                    <a:pt x="1598" y="1445"/>
                    <a:pt x="1633" y="1356"/>
                    <a:pt x="1705" y="1285"/>
                  </a:cubicBezTo>
                  <a:cubicBezTo>
                    <a:pt x="1776" y="1213"/>
                    <a:pt x="1883" y="1160"/>
                    <a:pt x="2017" y="1124"/>
                  </a:cubicBezTo>
                  <a:cubicBezTo>
                    <a:pt x="2160" y="1088"/>
                    <a:pt x="2329" y="1071"/>
                    <a:pt x="2525" y="1071"/>
                  </a:cubicBezTo>
                  <a:cubicBezTo>
                    <a:pt x="2731" y="1071"/>
                    <a:pt x="2891" y="1097"/>
                    <a:pt x="3034" y="1151"/>
                  </a:cubicBezTo>
                  <a:cubicBezTo>
                    <a:pt x="3168" y="1213"/>
                    <a:pt x="3266" y="1285"/>
                    <a:pt x="3337" y="1383"/>
                  </a:cubicBezTo>
                  <a:cubicBezTo>
                    <a:pt x="3400" y="1472"/>
                    <a:pt x="3435" y="1588"/>
                    <a:pt x="3435" y="1713"/>
                  </a:cubicBezTo>
                  <a:lnTo>
                    <a:pt x="3435" y="1766"/>
                  </a:lnTo>
                  <a:lnTo>
                    <a:pt x="4836" y="1766"/>
                  </a:lnTo>
                  <a:lnTo>
                    <a:pt x="4836" y="1668"/>
                  </a:lnTo>
                  <a:cubicBezTo>
                    <a:pt x="4827" y="1374"/>
                    <a:pt x="4765" y="1124"/>
                    <a:pt x="4640" y="919"/>
                  </a:cubicBezTo>
                  <a:cubicBezTo>
                    <a:pt x="4524" y="714"/>
                    <a:pt x="4354" y="535"/>
                    <a:pt x="4131" y="402"/>
                  </a:cubicBezTo>
                  <a:cubicBezTo>
                    <a:pt x="3917" y="259"/>
                    <a:pt x="3667" y="161"/>
                    <a:pt x="3391" y="98"/>
                  </a:cubicBezTo>
                  <a:cubicBezTo>
                    <a:pt x="3114" y="27"/>
                    <a:pt x="2811" y="0"/>
                    <a:pt x="249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29"/>
            <p:cNvSpPr/>
            <p:nvPr/>
          </p:nvSpPr>
          <p:spPr>
            <a:xfrm>
              <a:off x="7489309" y="1645559"/>
              <a:ext cx="181169" cy="210010"/>
            </a:xfrm>
            <a:custGeom>
              <a:rect b="b" l="l" r="r" t="t"/>
              <a:pathLst>
                <a:path extrusionOk="0" h="5585" w="4818">
                  <a:moveTo>
                    <a:pt x="0" y="0"/>
                  </a:moveTo>
                  <a:lnTo>
                    <a:pt x="0" y="5585"/>
                  </a:lnTo>
                  <a:lnTo>
                    <a:pt x="4818" y="5585"/>
                  </a:lnTo>
                  <a:lnTo>
                    <a:pt x="4818" y="4300"/>
                  </a:lnTo>
                  <a:lnTo>
                    <a:pt x="1686" y="4300"/>
                  </a:lnTo>
                  <a:lnTo>
                    <a:pt x="1686" y="3364"/>
                  </a:lnTo>
                  <a:lnTo>
                    <a:pt x="4443" y="3364"/>
                  </a:lnTo>
                  <a:lnTo>
                    <a:pt x="4443" y="2132"/>
                  </a:lnTo>
                  <a:lnTo>
                    <a:pt x="1686" y="2132"/>
                  </a:lnTo>
                  <a:lnTo>
                    <a:pt x="1686" y="1276"/>
                  </a:lnTo>
                  <a:lnTo>
                    <a:pt x="4764" y="1276"/>
                  </a:lnTo>
                  <a:lnTo>
                    <a:pt x="476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29"/>
            <p:cNvSpPr/>
            <p:nvPr/>
          </p:nvSpPr>
          <p:spPr>
            <a:xfrm>
              <a:off x="4935498" y="1646235"/>
              <a:ext cx="178837" cy="208995"/>
            </a:xfrm>
            <a:custGeom>
              <a:rect b="b" l="l" r="r" t="t"/>
              <a:pathLst>
                <a:path extrusionOk="0" h="5558" w="4756">
                  <a:moveTo>
                    <a:pt x="2552" y="437"/>
                  </a:moveTo>
                  <a:cubicBezTo>
                    <a:pt x="3524" y="437"/>
                    <a:pt x="4318" y="1231"/>
                    <a:pt x="4318" y="2204"/>
                  </a:cubicBezTo>
                  <a:lnTo>
                    <a:pt x="4318" y="3354"/>
                  </a:lnTo>
                  <a:cubicBezTo>
                    <a:pt x="4318" y="4327"/>
                    <a:pt x="3524" y="5112"/>
                    <a:pt x="2552" y="5112"/>
                  </a:cubicBezTo>
                  <a:lnTo>
                    <a:pt x="437" y="5112"/>
                  </a:lnTo>
                  <a:lnTo>
                    <a:pt x="437" y="437"/>
                  </a:lnTo>
                  <a:close/>
                  <a:moveTo>
                    <a:pt x="0" y="0"/>
                  </a:moveTo>
                  <a:lnTo>
                    <a:pt x="0" y="5558"/>
                  </a:lnTo>
                  <a:lnTo>
                    <a:pt x="2552" y="5558"/>
                  </a:lnTo>
                  <a:cubicBezTo>
                    <a:pt x="3765" y="5558"/>
                    <a:pt x="4755" y="4568"/>
                    <a:pt x="4755" y="3354"/>
                  </a:cubicBezTo>
                  <a:lnTo>
                    <a:pt x="4755" y="2204"/>
                  </a:lnTo>
                  <a:cubicBezTo>
                    <a:pt x="4755" y="981"/>
                    <a:pt x="3765" y="0"/>
                    <a:pt x="25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6" name="Google Shape;536;p29"/>
          <p:cNvSpPr/>
          <p:nvPr/>
        </p:nvSpPr>
        <p:spPr>
          <a:xfrm flipH="1">
            <a:off x="2313600" y="1028700"/>
            <a:ext cx="2267700" cy="22677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537" name="Google Shape;537;p29"/>
          <p:cNvCxnSpPr>
            <a:stCxn id="536" idx="0"/>
          </p:cNvCxnSpPr>
          <p:nvPr/>
        </p:nvCxnSpPr>
        <p:spPr>
          <a:xfrm>
            <a:off x="3447450" y="1028700"/>
            <a:ext cx="56967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8" name="Google Shape;538;p29"/>
          <p:cNvCxnSpPr>
            <a:stCxn id="536" idx="2"/>
          </p:cNvCxnSpPr>
          <p:nvPr/>
        </p:nvCxnSpPr>
        <p:spPr>
          <a:xfrm>
            <a:off x="2313600" y="2162550"/>
            <a:ext cx="0" cy="296250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9" name="Google Shape;539;p29"/>
          <p:cNvSpPr txBox="1"/>
          <p:nvPr>
            <p:ph type="title"/>
          </p:nvPr>
        </p:nvSpPr>
        <p:spPr>
          <a:xfrm>
            <a:off x="4674750" y="2596313"/>
            <a:ext cx="3555000" cy="5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Montserrat"/>
              <a:buNone/>
              <a:defRPr sz="2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1944">
          <p15:clr>
            <a:srgbClr val="FA7B17"/>
          </p15:clr>
        </p15:guide>
        <p15:guide id="25" orient="horz" pos="2268">
          <p15:clr>
            <a:srgbClr val="FA7B17"/>
          </p15:clr>
        </p15:guide>
        <p15:guide id="26" orient="horz" pos="2592">
          <p15:clr>
            <a:srgbClr val="FA7B17"/>
          </p15:clr>
        </p15:guide>
        <p15:guide id="27" orient="horz" pos="2916">
          <p15:clr>
            <a:srgbClr val="FA7B17"/>
          </p15:clr>
        </p15:guide>
        <p15:guide id="28" pos="2928">
          <p15:clr>
            <a:srgbClr val="FA7B17"/>
          </p15:clr>
        </p15:guide>
        <p15:guide id="29" orient="horz" pos="1974">
          <p15:clr>
            <a:srgbClr val="FA7B17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lusiones">
  <p:cSld name="CUSTOM_9"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30"/>
          <p:cNvSpPr/>
          <p:nvPr/>
        </p:nvSpPr>
        <p:spPr>
          <a:xfrm>
            <a:off x="509613" y="1676400"/>
            <a:ext cx="2046030" cy="89152"/>
          </a:xfrm>
          <a:custGeom>
            <a:rect b="b" l="l" r="r" t="t"/>
            <a:pathLst>
              <a:path extrusionOk="0" h="2075" w="57064">
                <a:moveTo>
                  <a:pt x="47748" y="327"/>
                </a:moveTo>
                <a:cubicBezTo>
                  <a:pt x="50238" y="327"/>
                  <a:pt x="52727" y="348"/>
                  <a:pt x="55216" y="390"/>
                </a:cubicBezTo>
                <a:lnTo>
                  <a:pt x="55216" y="390"/>
                </a:lnTo>
                <a:cubicBezTo>
                  <a:pt x="52141" y="904"/>
                  <a:pt x="49023" y="1114"/>
                  <a:pt x="45909" y="1204"/>
                </a:cubicBezTo>
                <a:cubicBezTo>
                  <a:pt x="42269" y="1310"/>
                  <a:pt x="38625" y="1293"/>
                  <a:pt x="34984" y="1313"/>
                </a:cubicBezTo>
                <a:cubicBezTo>
                  <a:pt x="31318" y="1332"/>
                  <a:pt x="27651" y="1347"/>
                  <a:pt x="23985" y="1347"/>
                </a:cubicBezTo>
                <a:cubicBezTo>
                  <a:pt x="22012" y="1347"/>
                  <a:pt x="20039" y="1343"/>
                  <a:pt x="18067" y="1333"/>
                </a:cubicBezTo>
                <a:lnTo>
                  <a:pt x="18067" y="1333"/>
                </a:lnTo>
                <a:cubicBezTo>
                  <a:pt x="21203" y="1121"/>
                  <a:pt x="24341" y="942"/>
                  <a:pt x="27480" y="797"/>
                </a:cubicBezTo>
                <a:cubicBezTo>
                  <a:pt x="33736" y="508"/>
                  <a:pt x="39999" y="352"/>
                  <a:pt x="46261" y="329"/>
                </a:cubicBezTo>
                <a:cubicBezTo>
                  <a:pt x="46757" y="328"/>
                  <a:pt x="47252" y="327"/>
                  <a:pt x="47748" y="327"/>
                </a:cubicBezTo>
                <a:close/>
                <a:moveTo>
                  <a:pt x="47799" y="0"/>
                </a:moveTo>
                <a:cubicBezTo>
                  <a:pt x="44511" y="0"/>
                  <a:pt x="41223" y="37"/>
                  <a:pt x="37936" y="111"/>
                </a:cubicBezTo>
                <a:cubicBezTo>
                  <a:pt x="31675" y="251"/>
                  <a:pt x="25417" y="525"/>
                  <a:pt x="19167" y="932"/>
                </a:cubicBezTo>
                <a:cubicBezTo>
                  <a:pt x="17429" y="1045"/>
                  <a:pt x="15690" y="1169"/>
                  <a:pt x="13953" y="1303"/>
                </a:cubicBezTo>
                <a:lnTo>
                  <a:pt x="13953" y="1303"/>
                </a:lnTo>
                <a:cubicBezTo>
                  <a:pt x="13549" y="1299"/>
                  <a:pt x="13145" y="1295"/>
                  <a:pt x="12741" y="1291"/>
                </a:cubicBezTo>
                <a:cubicBezTo>
                  <a:pt x="8564" y="1246"/>
                  <a:pt x="4387" y="1168"/>
                  <a:pt x="211" y="1043"/>
                </a:cubicBezTo>
                <a:cubicBezTo>
                  <a:pt x="209" y="1043"/>
                  <a:pt x="207" y="1043"/>
                  <a:pt x="205" y="1043"/>
                </a:cubicBezTo>
                <a:cubicBezTo>
                  <a:pt x="0" y="1043"/>
                  <a:pt x="4" y="1364"/>
                  <a:pt x="211" y="1371"/>
                </a:cubicBezTo>
                <a:cubicBezTo>
                  <a:pt x="3614" y="1472"/>
                  <a:pt x="7018" y="1542"/>
                  <a:pt x="10422" y="1590"/>
                </a:cubicBezTo>
                <a:lnTo>
                  <a:pt x="10422" y="1590"/>
                </a:lnTo>
                <a:cubicBezTo>
                  <a:pt x="9823" y="1641"/>
                  <a:pt x="9223" y="1693"/>
                  <a:pt x="8624" y="1746"/>
                </a:cubicBezTo>
                <a:cubicBezTo>
                  <a:pt x="8421" y="1764"/>
                  <a:pt x="8415" y="2074"/>
                  <a:pt x="8607" y="2074"/>
                </a:cubicBezTo>
                <a:cubicBezTo>
                  <a:pt x="8613" y="2074"/>
                  <a:pt x="8618" y="2074"/>
                  <a:pt x="8624" y="2074"/>
                </a:cubicBezTo>
                <a:cubicBezTo>
                  <a:pt x="10397" y="1915"/>
                  <a:pt x="12172" y="1768"/>
                  <a:pt x="13947" y="1631"/>
                </a:cubicBezTo>
                <a:lnTo>
                  <a:pt x="13947" y="1631"/>
                </a:lnTo>
                <a:cubicBezTo>
                  <a:pt x="16819" y="1658"/>
                  <a:pt x="19692" y="1671"/>
                  <a:pt x="22564" y="1674"/>
                </a:cubicBezTo>
                <a:cubicBezTo>
                  <a:pt x="22912" y="1675"/>
                  <a:pt x="23259" y="1675"/>
                  <a:pt x="23607" y="1675"/>
                </a:cubicBezTo>
                <a:cubicBezTo>
                  <a:pt x="26985" y="1675"/>
                  <a:pt x="30363" y="1663"/>
                  <a:pt x="33743" y="1647"/>
                </a:cubicBezTo>
                <a:cubicBezTo>
                  <a:pt x="37429" y="1627"/>
                  <a:pt x="41120" y="1636"/>
                  <a:pt x="44806" y="1559"/>
                </a:cubicBezTo>
                <a:cubicBezTo>
                  <a:pt x="48851" y="1474"/>
                  <a:pt x="52907" y="1223"/>
                  <a:pt x="56879" y="413"/>
                </a:cubicBezTo>
                <a:cubicBezTo>
                  <a:pt x="57064" y="375"/>
                  <a:pt x="57015" y="95"/>
                  <a:pt x="56836" y="92"/>
                </a:cubicBezTo>
                <a:cubicBezTo>
                  <a:pt x="53824" y="31"/>
                  <a:pt x="50811" y="0"/>
                  <a:pt x="477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30"/>
          <p:cNvSpPr/>
          <p:nvPr/>
        </p:nvSpPr>
        <p:spPr>
          <a:xfrm>
            <a:off x="6400900" y="0"/>
            <a:ext cx="2743200" cy="51759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43" name="Google Shape;543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175900" y="568206"/>
            <a:ext cx="4337365" cy="6134641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30"/>
          <p:cNvSpPr/>
          <p:nvPr/>
        </p:nvSpPr>
        <p:spPr>
          <a:xfrm flipH="1" rot="10800000">
            <a:off x="0" y="1038138"/>
            <a:ext cx="66600" cy="4106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8A6DF1"/>
              </a:solidFill>
            </a:endParaRPr>
          </a:p>
        </p:txBody>
      </p:sp>
      <p:sp>
        <p:nvSpPr>
          <p:cNvPr id="545" name="Google Shape;545;p30"/>
          <p:cNvSpPr txBox="1"/>
          <p:nvPr/>
        </p:nvSpPr>
        <p:spPr>
          <a:xfrm>
            <a:off x="456913" y="1243538"/>
            <a:ext cx="8230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5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Conclusiones</a:t>
            </a:r>
            <a:endParaRPr sz="2500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546" name="Google Shape;546;p30"/>
          <p:cNvGrpSpPr/>
          <p:nvPr/>
        </p:nvGrpSpPr>
        <p:grpSpPr>
          <a:xfrm>
            <a:off x="8746619" y="4870261"/>
            <a:ext cx="214804" cy="89161"/>
            <a:chOff x="1207700" y="4333950"/>
            <a:chExt cx="334325" cy="138750"/>
          </a:xfrm>
        </p:grpSpPr>
        <p:sp>
          <p:nvSpPr>
            <p:cNvPr id="547" name="Google Shape;547;p30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30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9" name="Google Shape;549;p30"/>
          <p:cNvSpPr txBox="1"/>
          <p:nvPr>
            <p:ph idx="1" type="body"/>
          </p:nvPr>
        </p:nvSpPr>
        <p:spPr>
          <a:xfrm>
            <a:off x="457988" y="2115000"/>
            <a:ext cx="3893400" cy="26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332">
          <p15:clr>
            <a:srgbClr val="FA7B17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">
  <p:cSld name="CUSTOM_3">
    <p:bg>
      <p:bgPr>
        <a:solidFill>
          <a:srgbClr val="000000"/>
        </a:solidFill>
      </p:bgPr>
    </p:bg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1" name="Google Shape;551;p31"/>
          <p:cNvGrpSpPr/>
          <p:nvPr/>
        </p:nvGrpSpPr>
        <p:grpSpPr>
          <a:xfrm>
            <a:off x="456894" y="447932"/>
            <a:ext cx="1125991" cy="90007"/>
            <a:chOff x="4935498" y="1642212"/>
            <a:chExt cx="2734980" cy="217042"/>
          </a:xfrm>
        </p:grpSpPr>
        <p:sp>
          <p:nvSpPr>
            <p:cNvPr id="552" name="Google Shape;552;p31"/>
            <p:cNvSpPr/>
            <p:nvPr/>
          </p:nvSpPr>
          <p:spPr>
            <a:xfrm>
              <a:off x="5197136" y="1646235"/>
              <a:ext cx="18839" cy="209333"/>
            </a:xfrm>
            <a:custGeom>
              <a:rect b="b" l="l" r="r" t="t"/>
              <a:pathLst>
                <a:path extrusionOk="0" h="5567" w="501">
                  <a:moveTo>
                    <a:pt x="1" y="0"/>
                  </a:moveTo>
                  <a:lnTo>
                    <a:pt x="1" y="5567"/>
                  </a:lnTo>
                  <a:lnTo>
                    <a:pt x="500" y="5567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553" name="Google Shape;553;p31"/>
            <p:cNvSpPr/>
            <p:nvPr/>
          </p:nvSpPr>
          <p:spPr>
            <a:xfrm>
              <a:off x="5299114" y="1642550"/>
              <a:ext cx="199293" cy="216703"/>
            </a:xfrm>
            <a:custGeom>
              <a:rect b="b" l="l" r="r" t="t"/>
              <a:pathLst>
                <a:path extrusionOk="0" h="5763" w="5300">
                  <a:moveTo>
                    <a:pt x="2820" y="0"/>
                  </a:moveTo>
                  <a:cubicBezTo>
                    <a:pt x="2204" y="0"/>
                    <a:pt x="1687" y="107"/>
                    <a:pt x="1268" y="321"/>
                  </a:cubicBezTo>
                  <a:cubicBezTo>
                    <a:pt x="848" y="544"/>
                    <a:pt x="527" y="865"/>
                    <a:pt x="322" y="1294"/>
                  </a:cubicBezTo>
                  <a:cubicBezTo>
                    <a:pt x="108" y="1722"/>
                    <a:pt x="1" y="2248"/>
                    <a:pt x="1" y="2882"/>
                  </a:cubicBezTo>
                  <a:cubicBezTo>
                    <a:pt x="1" y="3845"/>
                    <a:pt x="233" y="4568"/>
                    <a:pt x="697" y="5049"/>
                  </a:cubicBezTo>
                  <a:cubicBezTo>
                    <a:pt x="1161" y="5522"/>
                    <a:pt x="1856" y="5763"/>
                    <a:pt x="2775" y="5763"/>
                  </a:cubicBezTo>
                  <a:cubicBezTo>
                    <a:pt x="3043" y="5763"/>
                    <a:pt x="3302" y="5727"/>
                    <a:pt x="3560" y="5674"/>
                  </a:cubicBezTo>
                  <a:cubicBezTo>
                    <a:pt x="3810" y="5620"/>
                    <a:pt x="4042" y="5522"/>
                    <a:pt x="4256" y="5397"/>
                  </a:cubicBezTo>
                  <a:cubicBezTo>
                    <a:pt x="4470" y="5272"/>
                    <a:pt x="4649" y="5103"/>
                    <a:pt x="4774" y="4898"/>
                  </a:cubicBezTo>
                  <a:lnTo>
                    <a:pt x="4845" y="5665"/>
                  </a:lnTo>
                  <a:lnTo>
                    <a:pt x="5300" y="5665"/>
                  </a:lnTo>
                  <a:lnTo>
                    <a:pt x="5300" y="2783"/>
                  </a:lnTo>
                  <a:lnTo>
                    <a:pt x="2632" y="2783"/>
                  </a:lnTo>
                  <a:lnTo>
                    <a:pt x="2632" y="3265"/>
                  </a:lnTo>
                  <a:lnTo>
                    <a:pt x="4738" y="3265"/>
                  </a:lnTo>
                  <a:lnTo>
                    <a:pt x="4738" y="3408"/>
                  </a:lnTo>
                  <a:cubicBezTo>
                    <a:pt x="4738" y="3827"/>
                    <a:pt x="4666" y="4175"/>
                    <a:pt x="4542" y="4452"/>
                  </a:cubicBezTo>
                  <a:cubicBezTo>
                    <a:pt x="4408" y="4728"/>
                    <a:pt x="4203" y="4933"/>
                    <a:pt x="3908" y="5067"/>
                  </a:cubicBezTo>
                  <a:cubicBezTo>
                    <a:pt x="3623" y="5201"/>
                    <a:pt x="3230" y="5263"/>
                    <a:pt x="2748" y="5263"/>
                  </a:cubicBezTo>
                  <a:cubicBezTo>
                    <a:pt x="2302" y="5263"/>
                    <a:pt x="1919" y="5192"/>
                    <a:pt x="1598" y="5040"/>
                  </a:cubicBezTo>
                  <a:cubicBezTo>
                    <a:pt x="1276" y="4889"/>
                    <a:pt x="1027" y="4639"/>
                    <a:pt x="857" y="4300"/>
                  </a:cubicBezTo>
                  <a:cubicBezTo>
                    <a:pt x="679" y="3961"/>
                    <a:pt x="598" y="3515"/>
                    <a:pt x="598" y="2971"/>
                  </a:cubicBezTo>
                  <a:lnTo>
                    <a:pt x="598" y="2792"/>
                  </a:lnTo>
                  <a:cubicBezTo>
                    <a:pt x="598" y="2382"/>
                    <a:pt x="643" y="2034"/>
                    <a:pt x="750" y="1740"/>
                  </a:cubicBezTo>
                  <a:cubicBezTo>
                    <a:pt x="848" y="1445"/>
                    <a:pt x="1000" y="1213"/>
                    <a:pt x="1196" y="1026"/>
                  </a:cubicBezTo>
                  <a:cubicBezTo>
                    <a:pt x="1392" y="839"/>
                    <a:pt x="1624" y="705"/>
                    <a:pt x="1901" y="616"/>
                  </a:cubicBezTo>
                  <a:cubicBezTo>
                    <a:pt x="2169" y="535"/>
                    <a:pt x="2481" y="491"/>
                    <a:pt x="2820" y="491"/>
                  </a:cubicBezTo>
                  <a:cubicBezTo>
                    <a:pt x="3087" y="491"/>
                    <a:pt x="3346" y="517"/>
                    <a:pt x="3578" y="571"/>
                  </a:cubicBezTo>
                  <a:cubicBezTo>
                    <a:pt x="3810" y="616"/>
                    <a:pt x="4015" y="705"/>
                    <a:pt x="4185" y="821"/>
                  </a:cubicBezTo>
                  <a:cubicBezTo>
                    <a:pt x="4354" y="937"/>
                    <a:pt x="4488" y="1088"/>
                    <a:pt x="4586" y="1285"/>
                  </a:cubicBezTo>
                  <a:cubicBezTo>
                    <a:pt x="4684" y="1472"/>
                    <a:pt x="4738" y="1713"/>
                    <a:pt x="4738" y="1989"/>
                  </a:cubicBezTo>
                  <a:lnTo>
                    <a:pt x="5300" y="1989"/>
                  </a:lnTo>
                  <a:cubicBezTo>
                    <a:pt x="5300" y="1659"/>
                    <a:pt x="5246" y="1365"/>
                    <a:pt x="5130" y="1115"/>
                  </a:cubicBezTo>
                  <a:cubicBezTo>
                    <a:pt x="5023" y="865"/>
                    <a:pt x="4854" y="660"/>
                    <a:pt x="4640" y="500"/>
                  </a:cubicBezTo>
                  <a:cubicBezTo>
                    <a:pt x="4426" y="330"/>
                    <a:pt x="4167" y="205"/>
                    <a:pt x="3864" y="125"/>
                  </a:cubicBezTo>
                  <a:cubicBezTo>
                    <a:pt x="3560" y="36"/>
                    <a:pt x="3212" y="0"/>
                    <a:pt x="28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554" name="Google Shape;554;p31"/>
            <p:cNvSpPr/>
            <p:nvPr/>
          </p:nvSpPr>
          <p:spPr>
            <a:xfrm>
              <a:off x="5599031" y="1646235"/>
              <a:ext cx="24517" cy="209333"/>
            </a:xfrm>
            <a:custGeom>
              <a:rect b="b" l="l" r="r" t="t"/>
              <a:pathLst>
                <a:path extrusionOk="0" h="5567" w="652">
                  <a:moveTo>
                    <a:pt x="0" y="0"/>
                  </a:moveTo>
                  <a:lnTo>
                    <a:pt x="0" y="5567"/>
                  </a:lnTo>
                  <a:lnTo>
                    <a:pt x="651" y="5567"/>
                  </a:lnTo>
                  <a:lnTo>
                    <a:pt x="65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555" name="Google Shape;555;p31"/>
            <p:cNvSpPr/>
            <p:nvPr/>
          </p:nvSpPr>
          <p:spPr>
            <a:xfrm>
              <a:off x="5703679" y="1645897"/>
              <a:ext cx="173122" cy="209672"/>
            </a:xfrm>
            <a:custGeom>
              <a:rect b="b" l="l" r="r" t="t"/>
              <a:pathLst>
                <a:path extrusionOk="0" h="5576" w="4604">
                  <a:moveTo>
                    <a:pt x="1" y="0"/>
                  </a:moveTo>
                  <a:lnTo>
                    <a:pt x="1" y="651"/>
                  </a:lnTo>
                  <a:lnTo>
                    <a:pt x="1927" y="651"/>
                  </a:lnTo>
                  <a:lnTo>
                    <a:pt x="1927" y="5576"/>
                  </a:lnTo>
                  <a:lnTo>
                    <a:pt x="2677" y="5576"/>
                  </a:lnTo>
                  <a:lnTo>
                    <a:pt x="2677" y="651"/>
                  </a:lnTo>
                  <a:lnTo>
                    <a:pt x="4604" y="651"/>
                  </a:lnTo>
                  <a:lnTo>
                    <a:pt x="460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556" name="Google Shape;556;p31"/>
            <p:cNvSpPr/>
            <p:nvPr/>
          </p:nvSpPr>
          <p:spPr>
            <a:xfrm>
              <a:off x="5915344" y="1646235"/>
              <a:ext cx="206363" cy="209333"/>
            </a:xfrm>
            <a:custGeom>
              <a:rect b="b" l="l" r="r" t="t"/>
              <a:pathLst>
                <a:path extrusionOk="0" h="5567" w="5488">
                  <a:moveTo>
                    <a:pt x="2739" y="714"/>
                  </a:moveTo>
                  <a:cubicBezTo>
                    <a:pt x="2775" y="812"/>
                    <a:pt x="2802" y="910"/>
                    <a:pt x="2838" y="1017"/>
                  </a:cubicBezTo>
                  <a:cubicBezTo>
                    <a:pt x="2873" y="1124"/>
                    <a:pt x="2909" y="1231"/>
                    <a:pt x="2954" y="1338"/>
                  </a:cubicBezTo>
                  <a:cubicBezTo>
                    <a:pt x="2989" y="1445"/>
                    <a:pt x="3025" y="1543"/>
                    <a:pt x="3052" y="1624"/>
                  </a:cubicBezTo>
                  <a:cubicBezTo>
                    <a:pt x="3078" y="1704"/>
                    <a:pt x="3105" y="1775"/>
                    <a:pt x="3132" y="1820"/>
                  </a:cubicBezTo>
                  <a:lnTo>
                    <a:pt x="3774" y="3515"/>
                  </a:lnTo>
                  <a:lnTo>
                    <a:pt x="1651" y="3515"/>
                  </a:lnTo>
                  <a:lnTo>
                    <a:pt x="2302" y="1820"/>
                  </a:lnTo>
                  <a:cubicBezTo>
                    <a:pt x="2338" y="1740"/>
                    <a:pt x="2374" y="1633"/>
                    <a:pt x="2418" y="1499"/>
                  </a:cubicBezTo>
                  <a:cubicBezTo>
                    <a:pt x="2463" y="1365"/>
                    <a:pt x="2516" y="1231"/>
                    <a:pt x="2561" y="1089"/>
                  </a:cubicBezTo>
                  <a:cubicBezTo>
                    <a:pt x="2606" y="955"/>
                    <a:pt x="2650" y="830"/>
                    <a:pt x="2695" y="714"/>
                  </a:cubicBezTo>
                  <a:close/>
                  <a:moveTo>
                    <a:pt x="2195" y="0"/>
                  </a:moveTo>
                  <a:lnTo>
                    <a:pt x="1" y="5567"/>
                  </a:lnTo>
                  <a:lnTo>
                    <a:pt x="866" y="5567"/>
                  </a:lnTo>
                  <a:lnTo>
                    <a:pt x="1375" y="4229"/>
                  </a:lnTo>
                  <a:lnTo>
                    <a:pt x="4051" y="4229"/>
                  </a:lnTo>
                  <a:lnTo>
                    <a:pt x="4577" y="5567"/>
                  </a:lnTo>
                  <a:lnTo>
                    <a:pt x="5487" y="5567"/>
                  </a:lnTo>
                  <a:lnTo>
                    <a:pt x="328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557" name="Google Shape;557;p31"/>
            <p:cNvSpPr/>
            <p:nvPr/>
          </p:nvSpPr>
          <p:spPr>
            <a:xfrm>
              <a:off x="6194467" y="1645897"/>
              <a:ext cx="139919" cy="209672"/>
            </a:xfrm>
            <a:custGeom>
              <a:rect b="b" l="l" r="r" t="t"/>
              <a:pathLst>
                <a:path extrusionOk="0" h="5576" w="3721">
                  <a:moveTo>
                    <a:pt x="0" y="0"/>
                  </a:moveTo>
                  <a:lnTo>
                    <a:pt x="0" y="5576"/>
                  </a:lnTo>
                  <a:lnTo>
                    <a:pt x="3720" y="5576"/>
                  </a:lnTo>
                  <a:lnTo>
                    <a:pt x="3720" y="4764"/>
                  </a:lnTo>
                  <a:lnTo>
                    <a:pt x="937" y="4764"/>
                  </a:lnTo>
                  <a:lnTo>
                    <a:pt x="93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558" name="Google Shape;558;p31"/>
            <p:cNvSpPr/>
            <p:nvPr/>
          </p:nvSpPr>
          <p:spPr>
            <a:xfrm>
              <a:off x="6410155" y="1645897"/>
              <a:ext cx="176469" cy="209672"/>
            </a:xfrm>
            <a:custGeom>
              <a:rect b="b" l="l" r="r" t="t"/>
              <a:pathLst>
                <a:path extrusionOk="0" h="5576" w="4693">
                  <a:moveTo>
                    <a:pt x="0" y="0"/>
                  </a:moveTo>
                  <a:lnTo>
                    <a:pt x="0" y="5576"/>
                  </a:lnTo>
                  <a:lnTo>
                    <a:pt x="1035" y="5576"/>
                  </a:lnTo>
                  <a:lnTo>
                    <a:pt x="1035" y="3167"/>
                  </a:lnTo>
                  <a:lnTo>
                    <a:pt x="3658" y="3167"/>
                  </a:lnTo>
                  <a:lnTo>
                    <a:pt x="3658" y="5576"/>
                  </a:lnTo>
                  <a:lnTo>
                    <a:pt x="4693" y="5576"/>
                  </a:lnTo>
                  <a:lnTo>
                    <a:pt x="4693" y="0"/>
                  </a:lnTo>
                  <a:lnTo>
                    <a:pt x="3658" y="0"/>
                  </a:lnTo>
                  <a:lnTo>
                    <a:pt x="3658" y="2275"/>
                  </a:lnTo>
                  <a:lnTo>
                    <a:pt x="1035" y="227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559" name="Google Shape;559;p31"/>
            <p:cNvSpPr/>
            <p:nvPr/>
          </p:nvSpPr>
          <p:spPr>
            <a:xfrm>
              <a:off x="6666416" y="1642550"/>
              <a:ext cx="213394" cy="216703"/>
            </a:xfrm>
            <a:custGeom>
              <a:rect b="b" l="l" r="r" t="t"/>
              <a:pathLst>
                <a:path extrusionOk="0" h="5763" w="5675">
                  <a:moveTo>
                    <a:pt x="2829" y="946"/>
                  </a:moveTo>
                  <a:cubicBezTo>
                    <a:pt x="3105" y="946"/>
                    <a:pt x="3337" y="981"/>
                    <a:pt x="3543" y="1062"/>
                  </a:cubicBezTo>
                  <a:cubicBezTo>
                    <a:pt x="3748" y="1142"/>
                    <a:pt x="3926" y="1258"/>
                    <a:pt x="4069" y="1410"/>
                  </a:cubicBezTo>
                  <a:cubicBezTo>
                    <a:pt x="4203" y="1570"/>
                    <a:pt x="4310" y="1757"/>
                    <a:pt x="4390" y="1980"/>
                  </a:cubicBezTo>
                  <a:cubicBezTo>
                    <a:pt x="4461" y="2212"/>
                    <a:pt x="4497" y="2471"/>
                    <a:pt x="4497" y="2774"/>
                  </a:cubicBezTo>
                  <a:lnTo>
                    <a:pt x="4497" y="2989"/>
                  </a:lnTo>
                  <a:cubicBezTo>
                    <a:pt x="4497" y="3292"/>
                    <a:pt x="4461" y="3551"/>
                    <a:pt x="4390" y="3774"/>
                  </a:cubicBezTo>
                  <a:cubicBezTo>
                    <a:pt x="4310" y="3997"/>
                    <a:pt x="4203" y="4193"/>
                    <a:pt x="4069" y="4345"/>
                  </a:cubicBezTo>
                  <a:cubicBezTo>
                    <a:pt x="3926" y="4496"/>
                    <a:pt x="3748" y="4612"/>
                    <a:pt x="3543" y="4692"/>
                  </a:cubicBezTo>
                  <a:cubicBezTo>
                    <a:pt x="3337" y="4773"/>
                    <a:pt x="3105" y="4808"/>
                    <a:pt x="2829" y="4808"/>
                  </a:cubicBezTo>
                  <a:cubicBezTo>
                    <a:pt x="2561" y="4808"/>
                    <a:pt x="2320" y="4773"/>
                    <a:pt x="2115" y="4692"/>
                  </a:cubicBezTo>
                  <a:cubicBezTo>
                    <a:pt x="1910" y="4612"/>
                    <a:pt x="1741" y="4496"/>
                    <a:pt x="1598" y="4345"/>
                  </a:cubicBezTo>
                  <a:cubicBezTo>
                    <a:pt x="1464" y="4193"/>
                    <a:pt x="1357" y="3997"/>
                    <a:pt x="1286" y="3774"/>
                  </a:cubicBezTo>
                  <a:cubicBezTo>
                    <a:pt x="1223" y="3551"/>
                    <a:pt x="1187" y="3292"/>
                    <a:pt x="1187" y="2989"/>
                  </a:cubicBezTo>
                  <a:lnTo>
                    <a:pt x="1187" y="2774"/>
                  </a:lnTo>
                  <a:cubicBezTo>
                    <a:pt x="1187" y="2471"/>
                    <a:pt x="1223" y="2212"/>
                    <a:pt x="1286" y="1980"/>
                  </a:cubicBezTo>
                  <a:cubicBezTo>
                    <a:pt x="1357" y="1757"/>
                    <a:pt x="1464" y="1570"/>
                    <a:pt x="1598" y="1410"/>
                  </a:cubicBezTo>
                  <a:cubicBezTo>
                    <a:pt x="1741" y="1258"/>
                    <a:pt x="1910" y="1142"/>
                    <a:pt x="2115" y="1062"/>
                  </a:cubicBezTo>
                  <a:cubicBezTo>
                    <a:pt x="2320" y="981"/>
                    <a:pt x="2561" y="946"/>
                    <a:pt x="2829" y="946"/>
                  </a:cubicBezTo>
                  <a:close/>
                  <a:moveTo>
                    <a:pt x="2829" y="0"/>
                  </a:moveTo>
                  <a:cubicBezTo>
                    <a:pt x="2249" y="0"/>
                    <a:pt x="1741" y="98"/>
                    <a:pt x="1321" y="312"/>
                  </a:cubicBezTo>
                  <a:cubicBezTo>
                    <a:pt x="893" y="517"/>
                    <a:pt x="563" y="830"/>
                    <a:pt x="340" y="1258"/>
                  </a:cubicBezTo>
                  <a:cubicBezTo>
                    <a:pt x="117" y="1686"/>
                    <a:pt x="1" y="2221"/>
                    <a:pt x="1" y="2882"/>
                  </a:cubicBezTo>
                  <a:cubicBezTo>
                    <a:pt x="1" y="3524"/>
                    <a:pt x="117" y="4059"/>
                    <a:pt x="340" y="4487"/>
                  </a:cubicBezTo>
                  <a:cubicBezTo>
                    <a:pt x="563" y="4915"/>
                    <a:pt x="893" y="5237"/>
                    <a:pt x="1321" y="5451"/>
                  </a:cubicBezTo>
                  <a:cubicBezTo>
                    <a:pt x="1741" y="5656"/>
                    <a:pt x="2249" y="5763"/>
                    <a:pt x="2829" y="5763"/>
                  </a:cubicBezTo>
                  <a:cubicBezTo>
                    <a:pt x="3427" y="5763"/>
                    <a:pt x="3935" y="5656"/>
                    <a:pt x="4354" y="5451"/>
                  </a:cubicBezTo>
                  <a:cubicBezTo>
                    <a:pt x="4783" y="5237"/>
                    <a:pt x="5104" y="4915"/>
                    <a:pt x="5336" y="4487"/>
                  </a:cubicBezTo>
                  <a:cubicBezTo>
                    <a:pt x="5559" y="4059"/>
                    <a:pt x="5675" y="3524"/>
                    <a:pt x="5675" y="2882"/>
                  </a:cubicBezTo>
                  <a:cubicBezTo>
                    <a:pt x="5675" y="2221"/>
                    <a:pt x="5559" y="1686"/>
                    <a:pt x="5336" y="1258"/>
                  </a:cubicBezTo>
                  <a:cubicBezTo>
                    <a:pt x="5104" y="830"/>
                    <a:pt x="4783" y="517"/>
                    <a:pt x="4354" y="312"/>
                  </a:cubicBezTo>
                  <a:cubicBezTo>
                    <a:pt x="3935" y="98"/>
                    <a:pt x="3427" y="0"/>
                    <a:pt x="28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560" name="Google Shape;560;p31"/>
            <p:cNvSpPr/>
            <p:nvPr/>
          </p:nvSpPr>
          <p:spPr>
            <a:xfrm>
              <a:off x="6958625" y="1645897"/>
              <a:ext cx="186884" cy="213357"/>
            </a:xfrm>
            <a:custGeom>
              <a:rect b="b" l="l" r="r" t="t"/>
              <a:pathLst>
                <a:path extrusionOk="0" h="5674" w="4970">
                  <a:moveTo>
                    <a:pt x="0" y="0"/>
                  </a:moveTo>
                  <a:lnTo>
                    <a:pt x="0" y="3453"/>
                  </a:lnTo>
                  <a:cubicBezTo>
                    <a:pt x="0" y="3943"/>
                    <a:pt x="98" y="4354"/>
                    <a:pt x="295" y="4684"/>
                  </a:cubicBezTo>
                  <a:cubicBezTo>
                    <a:pt x="491" y="5014"/>
                    <a:pt x="776" y="5264"/>
                    <a:pt x="1142" y="5424"/>
                  </a:cubicBezTo>
                  <a:cubicBezTo>
                    <a:pt x="1517" y="5585"/>
                    <a:pt x="1963" y="5674"/>
                    <a:pt x="2480" y="5674"/>
                  </a:cubicBezTo>
                  <a:cubicBezTo>
                    <a:pt x="2998" y="5674"/>
                    <a:pt x="3444" y="5585"/>
                    <a:pt x="3818" y="5424"/>
                  </a:cubicBezTo>
                  <a:cubicBezTo>
                    <a:pt x="4184" y="5264"/>
                    <a:pt x="4470" y="5014"/>
                    <a:pt x="4675" y="4684"/>
                  </a:cubicBezTo>
                  <a:cubicBezTo>
                    <a:pt x="4871" y="4354"/>
                    <a:pt x="4969" y="3943"/>
                    <a:pt x="4969" y="3453"/>
                  </a:cubicBezTo>
                  <a:lnTo>
                    <a:pt x="4969" y="0"/>
                  </a:lnTo>
                  <a:lnTo>
                    <a:pt x="3685" y="0"/>
                  </a:lnTo>
                  <a:lnTo>
                    <a:pt x="3685" y="3426"/>
                  </a:lnTo>
                  <a:cubicBezTo>
                    <a:pt x="3685" y="3810"/>
                    <a:pt x="3578" y="4104"/>
                    <a:pt x="3372" y="4318"/>
                  </a:cubicBezTo>
                  <a:cubicBezTo>
                    <a:pt x="3158" y="4532"/>
                    <a:pt x="2864" y="4639"/>
                    <a:pt x="2471" y="4639"/>
                  </a:cubicBezTo>
                  <a:cubicBezTo>
                    <a:pt x="2088" y="4639"/>
                    <a:pt x="1793" y="4532"/>
                    <a:pt x="1588" y="4318"/>
                  </a:cubicBezTo>
                  <a:cubicBezTo>
                    <a:pt x="1383" y="4104"/>
                    <a:pt x="1276" y="3810"/>
                    <a:pt x="1276" y="3426"/>
                  </a:cubicBezTo>
                  <a:lnTo>
                    <a:pt x="127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561" name="Google Shape;561;p31"/>
            <p:cNvSpPr/>
            <p:nvPr/>
          </p:nvSpPr>
          <p:spPr>
            <a:xfrm>
              <a:off x="7223610" y="1642212"/>
              <a:ext cx="187223" cy="217042"/>
            </a:xfrm>
            <a:custGeom>
              <a:rect b="b" l="l" r="r" t="t"/>
              <a:pathLst>
                <a:path extrusionOk="0" h="5772" w="4979">
                  <a:moveTo>
                    <a:pt x="2490" y="0"/>
                  </a:moveTo>
                  <a:cubicBezTo>
                    <a:pt x="2169" y="0"/>
                    <a:pt x="1865" y="27"/>
                    <a:pt x="1580" y="89"/>
                  </a:cubicBezTo>
                  <a:cubicBezTo>
                    <a:pt x="1294" y="152"/>
                    <a:pt x="1036" y="250"/>
                    <a:pt x="822" y="384"/>
                  </a:cubicBezTo>
                  <a:cubicBezTo>
                    <a:pt x="599" y="526"/>
                    <a:pt x="429" y="696"/>
                    <a:pt x="304" y="910"/>
                  </a:cubicBezTo>
                  <a:cubicBezTo>
                    <a:pt x="179" y="1124"/>
                    <a:pt x="117" y="1374"/>
                    <a:pt x="117" y="1668"/>
                  </a:cubicBezTo>
                  <a:cubicBezTo>
                    <a:pt x="117" y="1936"/>
                    <a:pt x="161" y="2159"/>
                    <a:pt x="260" y="2346"/>
                  </a:cubicBezTo>
                  <a:cubicBezTo>
                    <a:pt x="349" y="2534"/>
                    <a:pt x="483" y="2685"/>
                    <a:pt x="643" y="2810"/>
                  </a:cubicBezTo>
                  <a:cubicBezTo>
                    <a:pt x="795" y="2935"/>
                    <a:pt x="982" y="3042"/>
                    <a:pt x="1178" y="3122"/>
                  </a:cubicBezTo>
                  <a:cubicBezTo>
                    <a:pt x="1384" y="3203"/>
                    <a:pt x="1589" y="3274"/>
                    <a:pt x="1803" y="3328"/>
                  </a:cubicBezTo>
                  <a:cubicBezTo>
                    <a:pt x="2017" y="3381"/>
                    <a:pt x="2231" y="3435"/>
                    <a:pt x="2427" y="3479"/>
                  </a:cubicBezTo>
                  <a:cubicBezTo>
                    <a:pt x="2633" y="3524"/>
                    <a:pt x="2811" y="3577"/>
                    <a:pt x="2972" y="3631"/>
                  </a:cubicBezTo>
                  <a:cubicBezTo>
                    <a:pt x="3132" y="3684"/>
                    <a:pt x="3257" y="3756"/>
                    <a:pt x="3346" y="3836"/>
                  </a:cubicBezTo>
                  <a:cubicBezTo>
                    <a:pt x="3444" y="3916"/>
                    <a:pt x="3489" y="4023"/>
                    <a:pt x="3489" y="4148"/>
                  </a:cubicBezTo>
                  <a:cubicBezTo>
                    <a:pt x="3489" y="4220"/>
                    <a:pt x="3480" y="4291"/>
                    <a:pt x="3444" y="4345"/>
                  </a:cubicBezTo>
                  <a:cubicBezTo>
                    <a:pt x="3418" y="4398"/>
                    <a:pt x="3373" y="4452"/>
                    <a:pt x="3311" y="4487"/>
                  </a:cubicBezTo>
                  <a:cubicBezTo>
                    <a:pt x="3248" y="4532"/>
                    <a:pt x="3177" y="4568"/>
                    <a:pt x="3096" y="4594"/>
                  </a:cubicBezTo>
                  <a:cubicBezTo>
                    <a:pt x="3016" y="4621"/>
                    <a:pt x="2918" y="4639"/>
                    <a:pt x="2820" y="4648"/>
                  </a:cubicBezTo>
                  <a:cubicBezTo>
                    <a:pt x="2713" y="4657"/>
                    <a:pt x="2606" y="4666"/>
                    <a:pt x="2490" y="4666"/>
                  </a:cubicBezTo>
                  <a:cubicBezTo>
                    <a:pt x="2267" y="4666"/>
                    <a:pt x="2079" y="4639"/>
                    <a:pt x="1919" y="4594"/>
                  </a:cubicBezTo>
                  <a:cubicBezTo>
                    <a:pt x="1758" y="4550"/>
                    <a:pt x="1633" y="4470"/>
                    <a:pt x="1544" y="4371"/>
                  </a:cubicBezTo>
                  <a:cubicBezTo>
                    <a:pt x="1455" y="4264"/>
                    <a:pt x="1410" y="4122"/>
                    <a:pt x="1410" y="3952"/>
                  </a:cubicBezTo>
                  <a:cubicBezTo>
                    <a:pt x="1410" y="3934"/>
                    <a:pt x="1410" y="3916"/>
                    <a:pt x="1410" y="3890"/>
                  </a:cubicBezTo>
                  <a:cubicBezTo>
                    <a:pt x="1410" y="3863"/>
                    <a:pt x="1410" y="3845"/>
                    <a:pt x="1410" y="3827"/>
                  </a:cubicBezTo>
                  <a:lnTo>
                    <a:pt x="10" y="3827"/>
                  </a:lnTo>
                  <a:cubicBezTo>
                    <a:pt x="1" y="3845"/>
                    <a:pt x="1" y="3863"/>
                    <a:pt x="1" y="3890"/>
                  </a:cubicBezTo>
                  <a:lnTo>
                    <a:pt x="1" y="3970"/>
                  </a:lnTo>
                  <a:cubicBezTo>
                    <a:pt x="1" y="4300"/>
                    <a:pt x="72" y="4585"/>
                    <a:pt x="206" y="4817"/>
                  </a:cubicBezTo>
                  <a:cubicBezTo>
                    <a:pt x="340" y="5040"/>
                    <a:pt x="527" y="5228"/>
                    <a:pt x="759" y="5371"/>
                  </a:cubicBezTo>
                  <a:cubicBezTo>
                    <a:pt x="1000" y="5513"/>
                    <a:pt x="1268" y="5611"/>
                    <a:pt x="1580" y="5674"/>
                  </a:cubicBezTo>
                  <a:cubicBezTo>
                    <a:pt x="1883" y="5736"/>
                    <a:pt x="2213" y="5772"/>
                    <a:pt x="2570" y="5772"/>
                  </a:cubicBezTo>
                  <a:cubicBezTo>
                    <a:pt x="3025" y="5772"/>
                    <a:pt x="3444" y="5710"/>
                    <a:pt x="3801" y="5585"/>
                  </a:cubicBezTo>
                  <a:cubicBezTo>
                    <a:pt x="4167" y="5460"/>
                    <a:pt x="4461" y="5263"/>
                    <a:pt x="4667" y="4987"/>
                  </a:cubicBezTo>
                  <a:cubicBezTo>
                    <a:pt x="4872" y="4719"/>
                    <a:pt x="4979" y="4362"/>
                    <a:pt x="4979" y="3916"/>
                  </a:cubicBezTo>
                  <a:cubicBezTo>
                    <a:pt x="4979" y="3667"/>
                    <a:pt x="4934" y="3444"/>
                    <a:pt x="4836" y="3265"/>
                  </a:cubicBezTo>
                  <a:cubicBezTo>
                    <a:pt x="4738" y="3087"/>
                    <a:pt x="4613" y="2935"/>
                    <a:pt x="4452" y="2819"/>
                  </a:cubicBezTo>
                  <a:cubicBezTo>
                    <a:pt x="4292" y="2694"/>
                    <a:pt x="4104" y="2596"/>
                    <a:pt x="3908" y="2516"/>
                  </a:cubicBezTo>
                  <a:cubicBezTo>
                    <a:pt x="3703" y="2436"/>
                    <a:pt x="3498" y="2373"/>
                    <a:pt x="3284" y="2320"/>
                  </a:cubicBezTo>
                  <a:cubicBezTo>
                    <a:pt x="3070" y="2275"/>
                    <a:pt x="2864" y="2221"/>
                    <a:pt x="2668" y="2177"/>
                  </a:cubicBezTo>
                  <a:cubicBezTo>
                    <a:pt x="2463" y="2132"/>
                    <a:pt x="2285" y="2079"/>
                    <a:pt x="2124" y="2025"/>
                  </a:cubicBezTo>
                  <a:cubicBezTo>
                    <a:pt x="1955" y="1972"/>
                    <a:pt x="1830" y="1909"/>
                    <a:pt x="1731" y="1829"/>
                  </a:cubicBezTo>
                  <a:cubicBezTo>
                    <a:pt x="1642" y="1758"/>
                    <a:pt x="1598" y="1659"/>
                    <a:pt x="1598" y="1543"/>
                  </a:cubicBezTo>
                  <a:cubicBezTo>
                    <a:pt x="1598" y="1445"/>
                    <a:pt x="1633" y="1356"/>
                    <a:pt x="1705" y="1285"/>
                  </a:cubicBezTo>
                  <a:cubicBezTo>
                    <a:pt x="1776" y="1213"/>
                    <a:pt x="1883" y="1160"/>
                    <a:pt x="2017" y="1124"/>
                  </a:cubicBezTo>
                  <a:cubicBezTo>
                    <a:pt x="2160" y="1088"/>
                    <a:pt x="2329" y="1071"/>
                    <a:pt x="2525" y="1071"/>
                  </a:cubicBezTo>
                  <a:cubicBezTo>
                    <a:pt x="2731" y="1071"/>
                    <a:pt x="2891" y="1097"/>
                    <a:pt x="3034" y="1151"/>
                  </a:cubicBezTo>
                  <a:cubicBezTo>
                    <a:pt x="3168" y="1213"/>
                    <a:pt x="3266" y="1285"/>
                    <a:pt x="3337" y="1383"/>
                  </a:cubicBezTo>
                  <a:cubicBezTo>
                    <a:pt x="3400" y="1472"/>
                    <a:pt x="3435" y="1588"/>
                    <a:pt x="3435" y="1713"/>
                  </a:cubicBezTo>
                  <a:lnTo>
                    <a:pt x="3435" y="1766"/>
                  </a:lnTo>
                  <a:lnTo>
                    <a:pt x="4836" y="1766"/>
                  </a:lnTo>
                  <a:lnTo>
                    <a:pt x="4836" y="1668"/>
                  </a:lnTo>
                  <a:cubicBezTo>
                    <a:pt x="4827" y="1374"/>
                    <a:pt x="4765" y="1124"/>
                    <a:pt x="4640" y="919"/>
                  </a:cubicBezTo>
                  <a:cubicBezTo>
                    <a:pt x="4524" y="714"/>
                    <a:pt x="4354" y="535"/>
                    <a:pt x="4131" y="402"/>
                  </a:cubicBezTo>
                  <a:cubicBezTo>
                    <a:pt x="3917" y="259"/>
                    <a:pt x="3667" y="161"/>
                    <a:pt x="3391" y="98"/>
                  </a:cubicBezTo>
                  <a:cubicBezTo>
                    <a:pt x="3114" y="27"/>
                    <a:pt x="2811" y="0"/>
                    <a:pt x="24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562" name="Google Shape;562;p31"/>
            <p:cNvSpPr/>
            <p:nvPr/>
          </p:nvSpPr>
          <p:spPr>
            <a:xfrm>
              <a:off x="7489309" y="1645559"/>
              <a:ext cx="181169" cy="210010"/>
            </a:xfrm>
            <a:custGeom>
              <a:rect b="b" l="l" r="r" t="t"/>
              <a:pathLst>
                <a:path extrusionOk="0" h="5585" w="4818">
                  <a:moveTo>
                    <a:pt x="0" y="0"/>
                  </a:moveTo>
                  <a:lnTo>
                    <a:pt x="0" y="5585"/>
                  </a:lnTo>
                  <a:lnTo>
                    <a:pt x="4818" y="5585"/>
                  </a:lnTo>
                  <a:lnTo>
                    <a:pt x="4818" y="4300"/>
                  </a:lnTo>
                  <a:lnTo>
                    <a:pt x="1686" y="4300"/>
                  </a:lnTo>
                  <a:lnTo>
                    <a:pt x="1686" y="3364"/>
                  </a:lnTo>
                  <a:lnTo>
                    <a:pt x="4443" y="3364"/>
                  </a:lnTo>
                  <a:lnTo>
                    <a:pt x="4443" y="2132"/>
                  </a:lnTo>
                  <a:lnTo>
                    <a:pt x="1686" y="2132"/>
                  </a:lnTo>
                  <a:lnTo>
                    <a:pt x="1686" y="1276"/>
                  </a:lnTo>
                  <a:lnTo>
                    <a:pt x="4764" y="1276"/>
                  </a:lnTo>
                  <a:lnTo>
                    <a:pt x="47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563" name="Google Shape;563;p31"/>
            <p:cNvSpPr/>
            <p:nvPr/>
          </p:nvSpPr>
          <p:spPr>
            <a:xfrm>
              <a:off x="4935498" y="1646235"/>
              <a:ext cx="178837" cy="208995"/>
            </a:xfrm>
            <a:custGeom>
              <a:rect b="b" l="l" r="r" t="t"/>
              <a:pathLst>
                <a:path extrusionOk="0" h="5558" w="4756">
                  <a:moveTo>
                    <a:pt x="2552" y="437"/>
                  </a:moveTo>
                  <a:cubicBezTo>
                    <a:pt x="3524" y="437"/>
                    <a:pt x="4318" y="1231"/>
                    <a:pt x="4318" y="2204"/>
                  </a:cubicBezTo>
                  <a:lnTo>
                    <a:pt x="4318" y="3354"/>
                  </a:lnTo>
                  <a:cubicBezTo>
                    <a:pt x="4318" y="4327"/>
                    <a:pt x="3524" y="5112"/>
                    <a:pt x="2552" y="5112"/>
                  </a:cubicBezTo>
                  <a:lnTo>
                    <a:pt x="437" y="5112"/>
                  </a:lnTo>
                  <a:lnTo>
                    <a:pt x="437" y="437"/>
                  </a:lnTo>
                  <a:close/>
                  <a:moveTo>
                    <a:pt x="0" y="0"/>
                  </a:moveTo>
                  <a:lnTo>
                    <a:pt x="0" y="5558"/>
                  </a:lnTo>
                  <a:lnTo>
                    <a:pt x="2552" y="5558"/>
                  </a:lnTo>
                  <a:cubicBezTo>
                    <a:pt x="3765" y="5558"/>
                    <a:pt x="4755" y="4568"/>
                    <a:pt x="4755" y="3354"/>
                  </a:cubicBezTo>
                  <a:lnTo>
                    <a:pt x="4755" y="2204"/>
                  </a:lnTo>
                  <a:cubicBezTo>
                    <a:pt x="4755" y="981"/>
                    <a:pt x="3765" y="0"/>
                    <a:pt x="25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</p:grpSp>
      <p:sp>
        <p:nvSpPr>
          <p:cNvPr id="564" name="Google Shape;564;p31"/>
          <p:cNvSpPr/>
          <p:nvPr/>
        </p:nvSpPr>
        <p:spPr>
          <a:xfrm flipH="1">
            <a:off x="8229600" y="1028700"/>
            <a:ext cx="914700" cy="4114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</p:txBody>
      </p:sp>
      <p:sp>
        <p:nvSpPr>
          <p:cNvPr id="565" name="Google Shape;565;p31"/>
          <p:cNvSpPr/>
          <p:nvPr/>
        </p:nvSpPr>
        <p:spPr>
          <a:xfrm>
            <a:off x="4572000" y="1028700"/>
            <a:ext cx="2267700" cy="22677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566" name="Google Shape;566;p31"/>
          <p:cNvCxnSpPr>
            <a:stCxn id="565" idx="0"/>
          </p:cNvCxnSpPr>
          <p:nvPr/>
        </p:nvCxnSpPr>
        <p:spPr>
          <a:xfrm rot="10800000">
            <a:off x="9450" y="1028700"/>
            <a:ext cx="56964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7" name="Google Shape;567;p31"/>
          <p:cNvCxnSpPr>
            <a:stCxn id="565" idx="2"/>
          </p:cNvCxnSpPr>
          <p:nvPr/>
        </p:nvCxnSpPr>
        <p:spPr>
          <a:xfrm>
            <a:off x="6839700" y="2162550"/>
            <a:ext cx="0" cy="296250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68" name="Google Shape;568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1950" y="3949943"/>
            <a:ext cx="2178826" cy="886212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31"/>
          <p:cNvSpPr txBox="1"/>
          <p:nvPr>
            <p:ph type="title"/>
          </p:nvPr>
        </p:nvSpPr>
        <p:spPr>
          <a:xfrm>
            <a:off x="496163" y="1769625"/>
            <a:ext cx="46971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 SemiBold"/>
              <a:buNone/>
              <a:defRPr sz="35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452">
          <p15:clr>
            <a:srgbClr val="FA7B17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dor">
  <p:cSld name="CUSTOM_5">
    <p:bg>
      <p:bgPr>
        <a:solidFill>
          <a:schemeClr val="accent3"/>
        </a:solidFill>
      </p:bgPr>
    </p:bg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32"/>
          <p:cNvSpPr/>
          <p:nvPr/>
        </p:nvSpPr>
        <p:spPr>
          <a:xfrm rot="10800000">
            <a:off x="7667775" y="3327750"/>
            <a:ext cx="1301400" cy="13014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FFFFFF"/>
              </a:solidFill>
            </a:endParaRPr>
          </a:p>
        </p:txBody>
      </p:sp>
      <p:cxnSp>
        <p:nvCxnSpPr>
          <p:cNvPr id="572" name="Google Shape;572;p32"/>
          <p:cNvCxnSpPr/>
          <p:nvPr/>
        </p:nvCxnSpPr>
        <p:spPr>
          <a:xfrm>
            <a:off x="8309300" y="4629150"/>
            <a:ext cx="8412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3" name="Google Shape;573;p32"/>
          <p:cNvSpPr/>
          <p:nvPr/>
        </p:nvSpPr>
        <p:spPr>
          <a:xfrm flipH="1">
            <a:off x="7667775" y="1076550"/>
            <a:ext cx="1301400" cy="13017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FFFFFF"/>
              </a:solidFill>
            </a:endParaRPr>
          </a:p>
        </p:txBody>
      </p:sp>
      <p:cxnSp>
        <p:nvCxnSpPr>
          <p:cNvPr id="574" name="Google Shape;574;p32"/>
          <p:cNvCxnSpPr/>
          <p:nvPr/>
        </p:nvCxnSpPr>
        <p:spPr>
          <a:xfrm>
            <a:off x="8309300" y="1076550"/>
            <a:ext cx="8412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5" name="Google Shape;575;p32"/>
          <p:cNvCxnSpPr>
            <a:stCxn id="573" idx="2"/>
            <a:endCxn id="571" idx="2"/>
          </p:cNvCxnSpPr>
          <p:nvPr/>
        </p:nvCxnSpPr>
        <p:spPr>
          <a:xfrm>
            <a:off x="7667775" y="1727400"/>
            <a:ext cx="0" cy="22512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6" name="Google Shape;576;p32"/>
          <p:cNvSpPr/>
          <p:nvPr/>
        </p:nvSpPr>
        <p:spPr>
          <a:xfrm>
            <a:off x="-1082347" y="2057400"/>
            <a:ext cx="2454900" cy="685500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577" name="Google Shape;577;p32"/>
          <p:cNvSpPr txBox="1"/>
          <p:nvPr>
            <p:ph type="title"/>
          </p:nvPr>
        </p:nvSpPr>
        <p:spPr>
          <a:xfrm>
            <a:off x="184025" y="2092650"/>
            <a:ext cx="923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78" name="Google Shape;578;p32"/>
          <p:cNvSpPr txBox="1"/>
          <p:nvPr>
            <p:ph idx="2" type="title"/>
          </p:nvPr>
        </p:nvSpPr>
        <p:spPr>
          <a:xfrm>
            <a:off x="1619400" y="2092650"/>
            <a:ext cx="50505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Font typeface="Montserrat"/>
              <a:buNone/>
              <a:defRPr sz="35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1020">
          <p15:clr>
            <a:srgbClr val="FA7B17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">
  <p:cSld name="CUSTOM_6"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33"/>
          <p:cNvSpPr/>
          <p:nvPr/>
        </p:nvSpPr>
        <p:spPr>
          <a:xfrm>
            <a:off x="5021300" y="-33325"/>
            <a:ext cx="4123800" cy="5093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81" name="Google Shape;581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43400" y="1794650"/>
            <a:ext cx="2839852" cy="2673253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33"/>
          <p:cNvSpPr/>
          <p:nvPr/>
        </p:nvSpPr>
        <p:spPr>
          <a:xfrm rot="10800000">
            <a:off x="213370" y="2636738"/>
            <a:ext cx="1818000" cy="18180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583" name="Google Shape;583;p33"/>
          <p:cNvCxnSpPr>
            <a:stCxn id="582" idx="2"/>
          </p:cNvCxnSpPr>
          <p:nvPr/>
        </p:nvCxnSpPr>
        <p:spPr>
          <a:xfrm rot="10800000">
            <a:off x="213370" y="-9262"/>
            <a:ext cx="0" cy="35550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4" name="Google Shape;584;p33"/>
          <p:cNvSpPr/>
          <p:nvPr/>
        </p:nvSpPr>
        <p:spPr>
          <a:xfrm flipH="1" rot="-5400000">
            <a:off x="4759100" y="757788"/>
            <a:ext cx="83700" cy="8688000"/>
          </a:xfrm>
          <a:prstGeom prst="rect">
            <a:avLst/>
          </a:prstGeom>
          <a:solidFill>
            <a:srgbClr val="99761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</p:txBody>
      </p:sp>
      <p:cxnSp>
        <p:nvCxnSpPr>
          <p:cNvPr id="585" name="Google Shape;585;p33"/>
          <p:cNvCxnSpPr>
            <a:stCxn id="582" idx="0"/>
          </p:cNvCxnSpPr>
          <p:nvPr/>
        </p:nvCxnSpPr>
        <p:spPr>
          <a:xfrm>
            <a:off x="1122370" y="4454738"/>
            <a:ext cx="80136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6" name="Google Shape;586;p33"/>
          <p:cNvSpPr txBox="1"/>
          <p:nvPr>
            <p:ph type="title"/>
          </p:nvPr>
        </p:nvSpPr>
        <p:spPr>
          <a:xfrm>
            <a:off x="914425" y="677100"/>
            <a:ext cx="3435900" cy="286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Font typeface="Montserrat"/>
              <a:buNone/>
              <a:defRPr sz="25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587" name="Google Shape;587;p33"/>
          <p:cNvSpPr txBox="1"/>
          <p:nvPr>
            <p:ph idx="1" type="subTitle"/>
          </p:nvPr>
        </p:nvSpPr>
        <p:spPr>
          <a:xfrm>
            <a:off x="914425" y="3850150"/>
            <a:ext cx="33741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532">
          <p15:clr>
            <a:srgbClr val="FA7B17"/>
          </p15:clr>
        </p15:guide>
        <p15:guide id="2" pos="576">
          <p15:clr>
            <a:srgbClr val="FA7B17"/>
          </p15:clr>
        </p15:guide>
        <p15:guide id="3" orient="horz" pos="2234">
          <p15:clr>
            <a:srgbClr val="FA7B17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intro">
  <p:cSld name="CUSTOM_4"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34"/>
          <p:cNvSpPr/>
          <p:nvPr/>
        </p:nvSpPr>
        <p:spPr>
          <a:xfrm flipH="1" rot="10800000">
            <a:off x="456900" y="1049850"/>
            <a:ext cx="6382200" cy="3579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accent1"/>
              </a:solidFill>
            </a:endParaRPr>
          </a:p>
        </p:txBody>
      </p:sp>
      <p:sp>
        <p:nvSpPr>
          <p:cNvPr id="590" name="Google Shape;590;p34"/>
          <p:cNvSpPr/>
          <p:nvPr/>
        </p:nvSpPr>
        <p:spPr>
          <a:xfrm rot="10800000">
            <a:off x="7667775" y="3327750"/>
            <a:ext cx="1301400" cy="13014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591" name="Google Shape;591;p34"/>
          <p:cNvCxnSpPr/>
          <p:nvPr/>
        </p:nvCxnSpPr>
        <p:spPr>
          <a:xfrm>
            <a:off x="8309300" y="4629150"/>
            <a:ext cx="841200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2" name="Google Shape;592;p34"/>
          <p:cNvSpPr/>
          <p:nvPr/>
        </p:nvSpPr>
        <p:spPr>
          <a:xfrm flipH="1">
            <a:off x="7667775" y="1076550"/>
            <a:ext cx="1301400" cy="13017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593" name="Google Shape;593;p34"/>
          <p:cNvCxnSpPr/>
          <p:nvPr/>
        </p:nvCxnSpPr>
        <p:spPr>
          <a:xfrm>
            <a:off x="8309300" y="1076550"/>
            <a:ext cx="841200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4" name="Google Shape;594;p34"/>
          <p:cNvCxnSpPr>
            <a:stCxn id="592" idx="2"/>
            <a:endCxn id="590" idx="2"/>
          </p:cNvCxnSpPr>
          <p:nvPr/>
        </p:nvCxnSpPr>
        <p:spPr>
          <a:xfrm>
            <a:off x="7667775" y="1727400"/>
            <a:ext cx="0" cy="225120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95" name="Google Shape;595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5714673" y="2571750"/>
            <a:ext cx="2286633" cy="21532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6" name="Google Shape;596;p34"/>
          <p:cNvGrpSpPr/>
          <p:nvPr/>
        </p:nvGrpSpPr>
        <p:grpSpPr>
          <a:xfrm>
            <a:off x="456875" y="618432"/>
            <a:ext cx="2671543" cy="422911"/>
            <a:chOff x="913750" y="1236863"/>
            <a:chExt cx="5343086" cy="845821"/>
          </a:xfrm>
        </p:grpSpPr>
        <p:sp>
          <p:nvSpPr>
            <p:cNvPr id="597" name="Google Shape;597;p34"/>
            <p:cNvSpPr/>
            <p:nvPr/>
          </p:nvSpPr>
          <p:spPr>
            <a:xfrm rot="-5400000">
              <a:off x="1596850" y="553885"/>
              <a:ext cx="845700" cy="22119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34"/>
            <p:cNvSpPr/>
            <p:nvPr/>
          </p:nvSpPr>
          <p:spPr>
            <a:xfrm>
              <a:off x="3996936" y="1236867"/>
              <a:ext cx="2259900" cy="8457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34"/>
            <p:cNvSpPr/>
            <p:nvPr/>
          </p:nvSpPr>
          <p:spPr>
            <a:xfrm>
              <a:off x="5493646" y="1376867"/>
              <a:ext cx="565800" cy="565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34"/>
            <p:cNvSpPr/>
            <p:nvPr/>
          </p:nvSpPr>
          <p:spPr>
            <a:xfrm>
              <a:off x="3151108" y="1236863"/>
              <a:ext cx="845700" cy="845700"/>
            </a:xfrm>
            <a:prstGeom prst="ellipse">
              <a:avLst/>
            </a:prstGeom>
            <a:noFill/>
            <a:ln cap="flat" cmpd="sng" w="3810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1" name="Google Shape;601;p34"/>
          <p:cNvSpPr txBox="1"/>
          <p:nvPr>
            <p:ph idx="1" type="subTitle"/>
          </p:nvPr>
        </p:nvSpPr>
        <p:spPr>
          <a:xfrm>
            <a:off x="1207313" y="2133475"/>
            <a:ext cx="4687800" cy="17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Montserrat Medium"/>
              <a:buNone/>
              <a:defRPr sz="25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44">
          <p15:clr>
            <a:srgbClr val="FA7B17"/>
          </p15:clr>
        </p15:guide>
        <p15:guide id="2" pos="3713">
          <p15:clr>
            <a:srgbClr val="FA7B17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base">
  <p:cSld name="CUSTOM_2"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3" name="Google Shape;603;p35"/>
          <p:cNvGrpSpPr/>
          <p:nvPr/>
        </p:nvGrpSpPr>
        <p:grpSpPr>
          <a:xfrm>
            <a:off x="8746619" y="4870261"/>
            <a:ext cx="214804" cy="89161"/>
            <a:chOff x="1207700" y="4333950"/>
            <a:chExt cx="334325" cy="138750"/>
          </a:xfrm>
        </p:grpSpPr>
        <p:sp>
          <p:nvSpPr>
            <p:cNvPr id="604" name="Google Shape;604;p35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35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6" name="Google Shape;606;p35"/>
          <p:cNvSpPr/>
          <p:nvPr/>
        </p:nvSpPr>
        <p:spPr>
          <a:xfrm flipH="1" rot="10800000">
            <a:off x="0" y="1038138"/>
            <a:ext cx="66600" cy="4106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8A6DF1"/>
              </a:solidFill>
            </a:endParaRPr>
          </a:p>
        </p:txBody>
      </p:sp>
      <p:sp>
        <p:nvSpPr>
          <p:cNvPr id="607" name="Google Shape;607;p35"/>
          <p:cNvSpPr txBox="1"/>
          <p:nvPr>
            <p:ph type="title"/>
          </p:nvPr>
        </p:nvSpPr>
        <p:spPr>
          <a:xfrm>
            <a:off x="456975" y="1243538"/>
            <a:ext cx="828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Montserrat SemiBold"/>
              <a:buNone/>
              <a:defRPr sz="25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608" name="Google Shape;608;p35"/>
          <p:cNvSpPr txBox="1"/>
          <p:nvPr>
            <p:ph idx="1" type="body"/>
          </p:nvPr>
        </p:nvSpPr>
        <p:spPr>
          <a:xfrm>
            <a:off x="457988" y="2218400"/>
            <a:ext cx="3893400" cy="15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609" name="Google Shape;609;p35"/>
          <p:cNvSpPr txBox="1"/>
          <p:nvPr>
            <p:ph idx="2" type="body"/>
          </p:nvPr>
        </p:nvSpPr>
        <p:spPr>
          <a:xfrm>
            <a:off x="4793713" y="2218400"/>
            <a:ext cx="3893400" cy="15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026">
          <p15:clr>
            <a:srgbClr val="FA7B17"/>
          </p15:clr>
        </p15:guide>
        <p15:guide id="2" orient="horz" pos="1278">
          <p15:clr>
            <a:srgbClr val="FA7B17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s">
  <p:cSld name="CUSTOM_10"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1" name="Google Shape;611;p36"/>
          <p:cNvGrpSpPr/>
          <p:nvPr/>
        </p:nvGrpSpPr>
        <p:grpSpPr>
          <a:xfrm flipH="1">
            <a:off x="908182" y="1026588"/>
            <a:ext cx="8253004" cy="4112250"/>
            <a:chOff x="376006" y="684875"/>
            <a:chExt cx="16506008" cy="8224500"/>
          </a:xfrm>
        </p:grpSpPr>
        <p:sp>
          <p:nvSpPr>
            <p:cNvPr id="612" name="Google Shape;612;p36"/>
            <p:cNvSpPr/>
            <p:nvPr/>
          </p:nvSpPr>
          <p:spPr>
            <a:xfrm>
              <a:off x="13246014" y="684875"/>
              <a:ext cx="3636000" cy="3636000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cxnSp>
          <p:nvCxnSpPr>
            <p:cNvPr id="613" name="Google Shape;613;p36"/>
            <p:cNvCxnSpPr/>
            <p:nvPr/>
          </p:nvCxnSpPr>
          <p:spPr>
            <a:xfrm rot="10800000">
              <a:off x="376006" y="684875"/>
              <a:ext cx="14716200" cy="0"/>
            </a:xfrm>
            <a:prstGeom prst="straightConnector1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4" name="Google Shape;614;p36"/>
            <p:cNvCxnSpPr>
              <a:stCxn id="612" idx="2"/>
            </p:cNvCxnSpPr>
            <p:nvPr/>
          </p:nvCxnSpPr>
          <p:spPr>
            <a:xfrm>
              <a:off x="16882014" y="2502875"/>
              <a:ext cx="0" cy="6406500"/>
            </a:xfrm>
            <a:prstGeom prst="straightConnector1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15" name="Google Shape;615;p36"/>
          <p:cNvSpPr txBox="1"/>
          <p:nvPr>
            <p:ph idx="1" type="body"/>
          </p:nvPr>
        </p:nvSpPr>
        <p:spPr>
          <a:xfrm>
            <a:off x="1828825" y="2953188"/>
            <a:ext cx="2521500" cy="17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616" name="Google Shape;616;p36"/>
          <p:cNvSpPr txBox="1"/>
          <p:nvPr>
            <p:ph idx="2" type="body"/>
          </p:nvPr>
        </p:nvSpPr>
        <p:spPr>
          <a:xfrm>
            <a:off x="4793713" y="1879513"/>
            <a:ext cx="3893400" cy="28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617" name="Google Shape;617;p36"/>
          <p:cNvSpPr txBox="1"/>
          <p:nvPr>
            <p:ph type="title"/>
          </p:nvPr>
        </p:nvSpPr>
        <p:spPr>
          <a:xfrm>
            <a:off x="1828825" y="1879513"/>
            <a:ext cx="25215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Montserrat SemiBold"/>
              <a:buNone/>
              <a:defRPr sz="25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52">
          <p15:clr>
            <a:srgbClr val="FA7B17"/>
          </p15:clr>
        </p15:guide>
        <p15:guide id="2" orient="horz" pos="1184">
          <p15:clr>
            <a:srgbClr val="FA7B17"/>
          </p15:clr>
        </p15:guide>
        <p15:guide id="3" orient="horz" pos="1860">
          <p15:clr>
            <a:srgbClr val="FA7B17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co 1">
  <p:cSld name="CUSTOM_7"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37"/>
          <p:cNvSpPr/>
          <p:nvPr/>
        </p:nvSpPr>
        <p:spPr>
          <a:xfrm flipH="1">
            <a:off x="175" y="-1625"/>
            <a:ext cx="3504300" cy="514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37"/>
          <p:cNvSpPr txBox="1"/>
          <p:nvPr/>
        </p:nvSpPr>
        <p:spPr>
          <a:xfrm>
            <a:off x="456950" y="464625"/>
            <a:ext cx="1218300" cy="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800">
                <a:latin typeface="Archivo"/>
                <a:ea typeface="Archivo"/>
                <a:cs typeface="Archivo"/>
                <a:sym typeface="Archivo"/>
              </a:rPr>
              <a:t>Certified Tech Developer</a:t>
            </a:r>
            <a:endParaRPr sz="8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21" name="Google Shape;621;p37"/>
          <p:cNvSpPr txBox="1"/>
          <p:nvPr>
            <p:ph type="title"/>
          </p:nvPr>
        </p:nvSpPr>
        <p:spPr>
          <a:xfrm>
            <a:off x="461538" y="1670300"/>
            <a:ext cx="2739000" cy="18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049">
          <p15:clr>
            <a:srgbClr val="FA7B17"/>
          </p15:clr>
        </p15:guide>
        <p15:guide id="2" orient="horz" pos="2239">
          <p15:clr>
            <a:srgbClr val="FA7B17"/>
          </p15:clr>
        </p15:guide>
        <p15:guide id="3" pos="2016">
          <p15:clr>
            <a:srgbClr val="FA7B17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co 2">
  <p:cSld name="CUSTOM_8"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38"/>
          <p:cNvSpPr/>
          <p:nvPr/>
        </p:nvSpPr>
        <p:spPr>
          <a:xfrm>
            <a:off x="-43137" y="2057400"/>
            <a:ext cx="9187200" cy="3084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24" name="Google Shape;624;p38"/>
          <p:cNvGrpSpPr/>
          <p:nvPr/>
        </p:nvGrpSpPr>
        <p:grpSpPr>
          <a:xfrm>
            <a:off x="8746619" y="4870261"/>
            <a:ext cx="214804" cy="89161"/>
            <a:chOff x="1207700" y="4333950"/>
            <a:chExt cx="334325" cy="138750"/>
          </a:xfrm>
        </p:grpSpPr>
        <p:sp>
          <p:nvSpPr>
            <p:cNvPr id="625" name="Google Shape;625;p38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38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7" name="Google Shape;627;p38"/>
          <p:cNvSpPr txBox="1"/>
          <p:nvPr/>
        </p:nvSpPr>
        <p:spPr>
          <a:xfrm>
            <a:off x="456950" y="464625"/>
            <a:ext cx="1218300" cy="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800">
                <a:latin typeface="Archivo"/>
                <a:ea typeface="Archivo"/>
                <a:cs typeface="Archivo"/>
                <a:sym typeface="Archivo"/>
              </a:rPr>
              <a:t>Certified Tech Developer</a:t>
            </a:r>
            <a:endParaRPr sz="8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28" name="Google Shape;628;p38"/>
          <p:cNvSpPr txBox="1"/>
          <p:nvPr>
            <p:ph type="title"/>
          </p:nvPr>
        </p:nvSpPr>
        <p:spPr>
          <a:xfrm>
            <a:off x="461538" y="994350"/>
            <a:ext cx="3893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Montserrat SemiBold"/>
              <a:buNone/>
              <a:defRPr sz="25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629" name="Google Shape;629;p38"/>
          <p:cNvSpPr txBox="1"/>
          <p:nvPr>
            <p:ph idx="1" type="body"/>
          </p:nvPr>
        </p:nvSpPr>
        <p:spPr>
          <a:xfrm>
            <a:off x="4793713" y="994350"/>
            <a:ext cx="3893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850">
          <p15:clr>
            <a:srgbClr val="FA7B17"/>
          </p15:clr>
        </p15:guide>
        <p15:guide id="2" orient="horz" pos="648">
          <p15:clr>
            <a:srgbClr val="FA7B17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quipo">
  <p:cSld name="CUSTOM_12"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39"/>
          <p:cNvSpPr/>
          <p:nvPr/>
        </p:nvSpPr>
        <p:spPr>
          <a:xfrm flipH="1">
            <a:off x="175" y="-1625"/>
            <a:ext cx="3504300" cy="51435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39"/>
          <p:cNvSpPr txBox="1"/>
          <p:nvPr>
            <p:ph idx="1" type="body"/>
          </p:nvPr>
        </p:nvSpPr>
        <p:spPr>
          <a:xfrm>
            <a:off x="636425" y="3170488"/>
            <a:ext cx="35046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2385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■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23850" lvl="1" marL="914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○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23850" lvl="2" marL="1371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■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23850" lvl="3" marL="1828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●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23850" lvl="4" marL="2286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○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■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●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○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■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633" name="Google Shape;633;p39"/>
          <p:cNvSpPr txBox="1"/>
          <p:nvPr>
            <p:ph idx="2" type="body"/>
          </p:nvPr>
        </p:nvSpPr>
        <p:spPr>
          <a:xfrm>
            <a:off x="1235338" y="3459513"/>
            <a:ext cx="1869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■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○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■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●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○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■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●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○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■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634" name="Google Shape;634;p39"/>
          <p:cNvSpPr/>
          <p:nvPr/>
        </p:nvSpPr>
        <p:spPr>
          <a:xfrm>
            <a:off x="456875" y="2445381"/>
            <a:ext cx="2739000" cy="3915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635" name="Google Shape;635;p39"/>
          <p:cNvSpPr txBox="1"/>
          <p:nvPr>
            <p:ph type="title"/>
          </p:nvPr>
        </p:nvSpPr>
        <p:spPr>
          <a:xfrm>
            <a:off x="636425" y="2411875"/>
            <a:ext cx="24147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Font typeface="Montserrat"/>
              <a:buNone/>
              <a:defRPr sz="25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636" name="Google Shape;636;p39"/>
          <p:cNvSpPr txBox="1"/>
          <p:nvPr/>
        </p:nvSpPr>
        <p:spPr>
          <a:xfrm>
            <a:off x="574763" y="3449338"/>
            <a:ext cx="87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Apodo: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637" name="Google Shape;637;p39"/>
          <p:cNvGrpSpPr/>
          <p:nvPr/>
        </p:nvGrpSpPr>
        <p:grpSpPr>
          <a:xfrm flipH="1">
            <a:off x="393" y="4707862"/>
            <a:ext cx="2738745" cy="435698"/>
            <a:chOff x="10502644" y="12808"/>
            <a:chExt cx="5058634" cy="804614"/>
          </a:xfrm>
        </p:grpSpPr>
        <p:sp>
          <p:nvSpPr>
            <p:cNvPr id="638" name="Google Shape;638;p39"/>
            <p:cNvSpPr/>
            <p:nvPr/>
          </p:nvSpPr>
          <p:spPr>
            <a:xfrm rot="-5400000">
              <a:off x="11152444" y="-636992"/>
              <a:ext cx="804600" cy="21042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39"/>
            <p:cNvSpPr/>
            <p:nvPr/>
          </p:nvSpPr>
          <p:spPr>
            <a:xfrm>
              <a:off x="13411478" y="12822"/>
              <a:ext cx="2149800" cy="8046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39"/>
            <p:cNvSpPr/>
            <p:nvPr/>
          </p:nvSpPr>
          <p:spPr>
            <a:xfrm>
              <a:off x="14835222" y="145997"/>
              <a:ext cx="538200" cy="538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39"/>
            <p:cNvSpPr/>
            <p:nvPr/>
          </p:nvSpPr>
          <p:spPr>
            <a:xfrm>
              <a:off x="12606885" y="12818"/>
              <a:ext cx="804600" cy="804600"/>
            </a:xfrm>
            <a:prstGeom prst="ellipse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42" name="Google Shape;642;p39"/>
          <p:cNvGrpSpPr/>
          <p:nvPr/>
        </p:nvGrpSpPr>
        <p:grpSpPr>
          <a:xfrm rot="5400000">
            <a:off x="6698732" y="1774143"/>
            <a:ext cx="4219407" cy="671128"/>
            <a:chOff x="10502644" y="12808"/>
            <a:chExt cx="5058634" cy="804614"/>
          </a:xfrm>
        </p:grpSpPr>
        <p:sp>
          <p:nvSpPr>
            <p:cNvPr id="643" name="Google Shape;643;p39"/>
            <p:cNvSpPr/>
            <p:nvPr/>
          </p:nvSpPr>
          <p:spPr>
            <a:xfrm rot="-5400000">
              <a:off x="11152444" y="-636992"/>
              <a:ext cx="804600" cy="21042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39"/>
            <p:cNvSpPr/>
            <p:nvPr/>
          </p:nvSpPr>
          <p:spPr>
            <a:xfrm>
              <a:off x="13411478" y="12822"/>
              <a:ext cx="2149800" cy="8046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rgbClr val="53419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39"/>
            <p:cNvSpPr/>
            <p:nvPr/>
          </p:nvSpPr>
          <p:spPr>
            <a:xfrm>
              <a:off x="14835222" y="145997"/>
              <a:ext cx="538200" cy="53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39"/>
            <p:cNvSpPr/>
            <p:nvPr/>
          </p:nvSpPr>
          <p:spPr>
            <a:xfrm>
              <a:off x="12606885" y="12818"/>
              <a:ext cx="804600" cy="804600"/>
            </a:xfrm>
            <a:prstGeom prst="ellipse">
              <a:avLst/>
            </a:prstGeom>
            <a:noFill/>
            <a:ln cap="flat" cmpd="sng" w="3810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7" name="Google Shape;647;p39"/>
          <p:cNvSpPr txBox="1"/>
          <p:nvPr>
            <p:ph idx="3" type="body"/>
          </p:nvPr>
        </p:nvSpPr>
        <p:spPr>
          <a:xfrm>
            <a:off x="4069413" y="1526463"/>
            <a:ext cx="3684000" cy="229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0" spcFirstLastPara="1" rIns="45725" wrap="square" tIns="457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563">
          <p15:clr>
            <a:srgbClr val="FA7B17"/>
          </p15:clr>
        </p15:guide>
        <p15:guide id="2" orient="horz" pos="2173">
          <p15:clr>
            <a:srgbClr val="FA7B17"/>
          </p15:clr>
        </p15:guide>
        <p15:guide id="3" orient="horz" pos="2347">
          <p15:clr>
            <a:srgbClr val="FA7B17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ntajas + desventajas">
  <p:cSld name="CUSTOM_11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40"/>
          <p:cNvSpPr/>
          <p:nvPr/>
        </p:nvSpPr>
        <p:spPr>
          <a:xfrm flipH="1">
            <a:off x="457200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40"/>
          <p:cNvSpPr/>
          <p:nvPr/>
        </p:nvSpPr>
        <p:spPr>
          <a:xfrm>
            <a:off x="1791125" y="838093"/>
            <a:ext cx="1248300" cy="36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651" name="Google Shape;651;p40"/>
          <p:cNvSpPr txBox="1"/>
          <p:nvPr/>
        </p:nvSpPr>
        <p:spPr>
          <a:xfrm>
            <a:off x="456875" y="904388"/>
            <a:ext cx="3893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Ventajas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52" name="Google Shape;652;p40"/>
          <p:cNvSpPr/>
          <p:nvPr/>
        </p:nvSpPr>
        <p:spPr>
          <a:xfrm>
            <a:off x="5861381" y="838088"/>
            <a:ext cx="1764900" cy="3636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653" name="Google Shape;653;p40"/>
          <p:cNvSpPr txBox="1"/>
          <p:nvPr/>
        </p:nvSpPr>
        <p:spPr>
          <a:xfrm>
            <a:off x="4793713" y="904388"/>
            <a:ext cx="3893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Desventajas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654" name="Google Shape;654;p40"/>
          <p:cNvGrpSpPr/>
          <p:nvPr/>
        </p:nvGrpSpPr>
        <p:grpSpPr>
          <a:xfrm>
            <a:off x="2182313" y="4352293"/>
            <a:ext cx="466229" cy="466229"/>
            <a:chOff x="3964000" y="1705108"/>
            <a:chExt cx="1047000" cy="1047000"/>
          </a:xfrm>
        </p:grpSpPr>
        <p:sp>
          <p:nvSpPr>
            <p:cNvPr id="655" name="Google Shape;655;p40"/>
            <p:cNvSpPr/>
            <p:nvPr/>
          </p:nvSpPr>
          <p:spPr>
            <a:xfrm>
              <a:off x="3964000" y="1705108"/>
              <a:ext cx="1047000" cy="1047000"/>
            </a:xfrm>
            <a:prstGeom prst="ellipse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56" name="Google Shape;656;p40"/>
            <p:cNvGrpSpPr/>
            <p:nvPr/>
          </p:nvGrpSpPr>
          <p:grpSpPr>
            <a:xfrm>
              <a:off x="4161035" y="2025037"/>
              <a:ext cx="652231" cy="407986"/>
              <a:chOff x="-3323750" y="5971792"/>
              <a:chExt cx="1161586" cy="726600"/>
            </a:xfrm>
          </p:grpSpPr>
          <p:cxnSp>
            <p:nvCxnSpPr>
              <p:cNvPr id="657" name="Google Shape;657;p40"/>
              <p:cNvCxnSpPr/>
              <p:nvPr/>
            </p:nvCxnSpPr>
            <p:spPr>
              <a:xfrm>
                <a:off x="-3323750" y="6246592"/>
                <a:ext cx="451800" cy="4518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8" name="Google Shape;658;p40"/>
              <p:cNvCxnSpPr/>
              <p:nvPr/>
            </p:nvCxnSpPr>
            <p:spPr>
              <a:xfrm flipH="1">
                <a:off x="-2897164" y="5971792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659" name="Google Shape;659;p40"/>
          <p:cNvGrpSpPr/>
          <p:nvPr/>
        </p:nvGrpSpPr>
        <p:grpSpPr>
          <a:xfrm>
            <a:off x="6511395" y="4352298"/>
            <a:ext cx="466229" cy="466229"/>
            <a:chOff x="13185763" y="1833383"/>
            <a:chExt cx="1047000" cy="1047000"/>
          </a:xfrm>
        </p:grpSpPr>
        <p:grpSp>
          <p:nvGrpSpPr>
            <p:cNvPr id="660" name="Google Shape;660;p40"/>
            <p:cNvGrpSpPr/>
            <p:nvPr/>
          </p:nvGrpSpPr>
          <p:grpSpPr>
            <a:xfrm>
              <a:off x="13502462" y="2153171"/>
              <a:ext cx="412703" cy="407986"/>
              <a:chOff x="-4314451" y="4293067"/>
              <a:chExt cx="735000" cy="726600"/>
            </a:xfrm>
          </p:grpSpPr>
          <p:cxnSp>
            <p:nvCxnSpPr>
              <p:cNvPr id="661" name="Google Shape;661;p40"/>
              <p:cNvCxnSpPr/>
              <p:nvPr/>
            </p:nvCxnSpPr>
            <p:spPr>
              <a:xfrm>
                <a:off x="-4314451" y="4293067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2" name="Google Shape;662;p40"/>
              <p:cNvCxnSpPr/>
              <p:nvPr/>
            </p:nvCxnSpPr>
            <p:spPr>
              <a:xfrm flipH="1">
                <a:off x="-4314451" y="4293067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663" name="Google Shape;663;p40"/>
            <p:cNvSpPr/>
            <p:nvPr/>
          </p:nvSpPr>
          <p:spPr>
            <a:xfrm>
              <a:off x="13185763" y="1833383"/>
              <a:ext cx="1047000" cy="10470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4" name="Google Shape;664;p40"/>
          <p:cNvGrpSpPr/>
          <p:nvPr/>
        </p:nvGrpSpPr>
        <p:grpSpPr>
          <a:xfrm>
            <a:off x="8746619" y="4870261"/>
            <a:ext cx="214804" cy="89161"/>
            <a:chOff x="1207700" y="4333950"/>
            <a:chExt cx="334325" cy="138750"/>
          </a:xfrm>
        </p:grpSpPr>
        <p:sp>
          <p:nvSpPr>
            <p:cNvPr id="665" name="Google Shape;665;p40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40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7" name="Google Shape;667;p40"/>
          <p:cNvSpPr txBox="1"/>
          <p:nvPr>
            <p:ph type="title"/>
          </p:nvPr>
        </p:nvSpPr>
        <p:spPr>
          <a:xfrm>
            <a:off x="456875" y="1311450"/>
            <a:ext cx="38934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ontserrat SemiBold"/>
              <a:buNone/>
              <a:defRPr sz="25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8" name="Google Shape;668;p40"/>
          <p:cNvSpPr txBox="1"/>
          <p:nvPr>
            <p:ph idx="2" type="title"/>
          </p:nvPr>
        </p:nvSpPr>
        <p:spPr>
          <a:xfrm>
            <a:off x="4793713" y="1311450"/>
            <a:ext cx="38934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ontserrat SemiBold"/>
              <a:buNone/>
              <a:defRPr sz="25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9" name="Google Shape;669;p40"/>
          <p:cNvSpPr txBox="1"/>
          <p:nvPr>
            <p:ph idx="1" type="body"/>
          </p:nvPr>
        </p:nvSpPr>
        <p:spPr>
          <a:xfrm>
            <a:off x="777800" y="2152650"/>
            <a:ext cx="3251400" cy="15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670" name="Google Shape;670;p40"/>
          <p:cNvSpPr txBox="1"/>
          <p:nvPr>
            <p:ph idx="3" type="body"/>
          </p:nvPr>
        </p:nvSpPr>
        <p:spPr>
          <a:xfrm>
            <a:off x="5118125" y="2152650"/>
            <a:ext cx="3251400" cy="15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049">
          <p15:clr>
            <a:srgbClr val="FA7B17"/>
          </p15:clr>
        </p15:guide>
        <p15:guide id="2" orient="horz" pos="1446">
          <p15:clr>
            <a:srgbClr val="FA7B17"/>
          </p15:clr>
        </p15:guide>
        <p15:guide id="3" pos="490">
          <p15:clr>
            <a:srgbClr val="FA7B17"/>
          </p15:clr>
        </p15:guide>
        <p15:guide id="4" pos="2538">
          <p15:clr>
            <a:srgbClr val="FA7B17"/>
          </p15:clr>
        </p15:guide>
        <p15:guide id="5" pos="3222">
          <p15:clr>
            <a:srgbClr val="FA7B17"/>
          </p15:clr>
        </p15:guide>
        <p15:guide id="6" pos="5270">
          <p15:clr>
            <a:srgbClr val="FA7B17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TITLE_6_1"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4 Blocks 2">
  <p:cSld name="TITLE_3_2">
    <p:bg>
      <p:bgPr>
        <a:solidFill>
          <a:srgbClr val="FDCF49"/>
        </a:solidFill>
      </p:bgPr>
    </p:bg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42"/>
          <p:cNvSpPr txBox="1"/>
          <p:nvPr/>
        </p:nvSpPr>
        <p:spPr>
          <a:xfrm>
            <a:off x="1085025" y="982125"/>
            <a:ext cx="69741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674" name="Google Shape;674;p42"/>
          <p:cNvGrpSpPr/>
          <p:nvPr/>
        </p:nvGrpSpPr>
        <p:grpSpPr>
          <a:xfrm>
            <a:off x="7053731" y="4725000"/>
            <a:ext cx="1978986" cy="268074"/>
            <a:chOff x="913788" y="717625"/>
            <a:chExt cx="3957972" cy="536147"/>
          </a:xfrm>
        </p:grpSpPr>
        <p:grpSp>
          <p:nvGrpSpPr>
            <p:cNvPr id="675" name="Google Shape;675;p42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676" name="Google Shape;676;p42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7" name="Google Shape;677;p42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8" name="Google Shape;678;p42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9" name="Google Shape;679;p42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0" name="Google Shape;680;p42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1" name="Google Shape;681;p42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2" name="Google Shape;682;p42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3" name="Google Shape;683;p42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4" name="Google Shape;684;p42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5" name="Google Shape;685;p42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6" name="Google Shape;686;p42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7" name="Google Shape;687;p42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88" name="Google Shape;688;p42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689" name="Google Shape;689;p42"/>
          <p:cNvSpPr txBox="1"/>
          <p:nvPr/>
        </p:nvSpPr>
        <p:spPr>
          <a:xfrm>
            <a:off x="1211750" y="592988"/>
            <a:ext cx="7332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690" name="Google Shape;690;p42"/>
          <p:cNvSpPr/>
          <p:nvPr/>
        </p:nvSpPr>
        <p:spPr>
          <a:xfrm flipH="1" rot="10800000">
            <a:off x="0" y="174688"/>
            <a:ext cx="9139800" cy="5601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42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92" name="Google Shape;692;p42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693" name="Google Shape;693;p42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42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5" name="Google Shape;695;p42"/>
          <p:cNvSpPr txBox="1"/>
          <p:nvPr/>
        </p:nvSpPr>
        <p:spPr>
          <a:xfrm>
            <a:off x="3462900" y="2643125"/>
            <a:ext cx="522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16161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 - Moodboards ">
  <p:cSld name="TITLE_3_1_1_1_1_1"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43"/>
          <p:cNvSpPr/>
          <p:nvPr/>
        </p:nvSpPr>
        <p:spPr>
          <a:xfrm>
            <a:off x="8428588" y="514500"/>
            <a:ext cx="258357" cy="253596"/>
          </a:xfrm>
          <a:custGeom>
            <a:rect b="b" l="l" r="r" t="t"/>
            <a:pathLst>
              <a:path extrusionOk="0" h="589758" w="600830">
                <a:moveTo>
                  <a:pt x="544572" y="201585"/>
                </a:moveTo>
                <a:cubicBezTo>
                  <a:pt x="547332" y="189641"/>
                  <a:pt x="548843" y="177233"/>
                  <a:pt x="548843" y="164447"/>
                </a:cubicBezTo>
                <a:cubicBezTo>
                  <a:pt x="548843" y="73636"/>
                  <a:pt x="475207" y="0"/>
                  <a:pt x="384368" y="0"/>
                </a:cubicBezTo>
                <a:cubicBezTo>
                  <a:pt x="353419" y="0"/>
                  <a:pt x="324447" y="8573"/>
                  <a:pt x="299718" y="23451"/>
                </a:cubicBezTo>
                <a:cubicBezTo>
                  <a:pt x="275017" y="8573"/>
                  <a:pt x="246045" y="0"/>
                  <a:pt x="215097" y="0"/>
                </a:cubicBezTo>
                <a:cubicBezTo>
                  <a:pt x="124287" y="0"/>
                  <a:pt x="50650" y="73636"/>
                  <a:pt x="50650" y="164447"/>
                </a:cubicBezTo>
                <a:cubicBezTo>
                  <a:pt x="50650" y="177582"/>
                  <a:pt x="52249" y="190339"/>
                  <a:pt x="55155" y="202573"/>
                </a:cubicBezTo>
                <a:cubicBezTo>
                  <a:pt x="21330" y="232707"/>
                  <a:pt x="0" y="276558"/>
                  <a:pt x="0" y="325406"/>
                </a:cubicBezTo>
                <a:cubicBezTo>
                  <a:pt x="0" y="410957"/>
                  <a:pt x="65325" y="481222"/>
                  <a:pt x="148813" y="489097"/>
                </a:cubicBezTo>
                <a:cubicBezTo>
                  <a:pt x="173717" y="548233"/>
                  <a:pt x="232213" y="589759"/>
                  <a:pt x="300415" y="589759"/>
                </a:cubicBezTo>
                <a:cubicBezTo>
                  <a:pt x="368617" y="589759"/>
                  <a:pt x="427114" y="548233"/>
                  <a:pt x="452018" y="489097"/>
                </a:cubicBezTo>
                <a:cubicBezTo>
                  <a:pt x="535505" y="481222"/>
                  <a:pt x="600830" y="410957"/>
                  <a:pt x="600830" y="325406"/>
                </a:cubicBezTo>
                <a:cubicBezTo>
                  <a:pt x="600860" y="276005"/>
                  <a:pt x="579065" y="231719"/>
                  <a:pt x="544572" y="201585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8" name="Google Shape;698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43"/>
          <p:cNvSpPr txBox="1"/>
          <p:nvPr/>
        </p:nvSpPr>
        <p:spPr>
          <a:xfrm>
            <a:off x="914425" y="1063275"/>
            <a:ext cx="6122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700" name="Google Shape;700;p43"/>
          <p:cNvGrpSpPr/>
          <p:nvPr/>
        </p:nvGrpSpPr>
        <p:grpSpPr>
          <a:xfrm>
            <a:off x="6966056" y="4725288"/>
            <a:ext cx="2033948" cy="268074"/>
            <a:chOff x="13906313" y="246425"/>
            <a:chExt cx="4067897" cy="536147"/>
          </a:xfrm>
        </p:grpSpPr>
        <p:sp>
          <p:nvSpPr>
            <p:cNvPr id="701" name="Google Shape;701;p43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702" name="Google Shape;702;p43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703" name="Google Shape;703;p43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04" name="Google Shape;704;p43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05" name="Google Shape;705;p43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06" name="Google Shape;706;p43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07" name="Google Shape;707;p43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08" name="Google Shape;708;p43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09" name="Google Shape;709;p43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10" name="Google Shape;710;p43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11" name="Google Shape;711;p43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12" name="Google Shape;712;p43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13" name="Google Shape;713;p43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14" name="Google Shape;714;p43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715" name="Google Shape;715;p43"/>
          <p:cNvSpPr txBox="1"/>
          <p:nvPr/>
        </p:nvSpPr>
        <p:spPr>
          <a:xfrm>
            <a:off x="914425" y="2969650"/>
            <a:ext cx="6858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16" name="Google Shape;716;p43"/>
          <p:cNvSpPr/>
          <p:nvPr/>
        </p:nvSpPr>
        <p:spPr>
          <a:xfrm flipH="1" rot="10800000">
            <a:off x="-7925" y="5008650"/>
            <a:ext cx="4185000" cy="135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  <p15:guide id="29" orient="horz" pos="1944">
          <p15:clr>
            <a:srgbClr val="FA7B17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Quote">
  <p:cSld name="TITLE_2"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8" name="Google Shape;718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7927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44"/>
          <p:cNvSpPr txBox="1"/>
          <p:nvPr/>
        </p:nvSpPr>
        <p:spPr>
          <a:xfrm>
            <a:off x="4296363" y="1521819"/>
            <a:ext cx="5391300" cy="161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700">
                <a:latin typeface="Montserrat"/>
                <a:ea typeface="Montserrat"/>
                <a:cs typeface="Montserrat"/>
                <a:sym typeface="Montserrat"/>
              </a:rPr>
              <a:t>¿Preguntas?</a:t>
            </a:r>
            <a:endParaRPr b="0" sz="4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0" name="Google Shape;720;p44"/>
          <p:cNvSpPr txBox="1"/>
          <p:nvPr/>
        </p:nvSpPr>
        <p:spPr>
          <a:xfrm>
            <a:off x="5030800" y="2573350"/>
            <a:ext cx="5261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721" name="Google Shape;721;p44"/>
          <p:cNvSpPr/>
          <p:nvPr/>
        </p:nvSpPr>
        <p:spPr>
          <a:xfrm flipH="1" rot="10800000">
            <a:off x="-7925" y="5008650"/>
            <a:ext cx="4185000" cy="135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22" name="Google Shape;722;p44"/>
          <p:cNvGrpSpPr/>
          <p:nvPr/>
        </p:nvGrpSpPr>
        <p:grpSpPr>
          <a:xfrm>
            <a:off x="6966056" y="4725288"/>
            <a:ext cx="2033948" cy="268074"/>
            <a:chOff x="13906313" y="246425"/>
            <a:chExt cx="4067897" cy="536147"/>
          </a:xfrm>
        </p:grpSpPr>
        <p:sp>
          <p:nvSpPr>
            <p:cNvPr id="723" name="Google Shape;723;p44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724" name="Google Shape;724;p44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725" name="Google Shape;725;p44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26" name="Google Shape;726;p44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27" name="Google Shape;727;p44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28" name="Google Shape;728;p44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29" name="Google Shape;729;p44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30" name="Google Shape;730;p44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31" name="Google Shape;731;p44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32" name="Google Shape;732;p44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33" name="Google Shape;733;p44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34" name="Google Shape;734;p44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35" name="Google Shape;735;p44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36" name="Google Shape;736;p44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 - Client / Orchid cover light">
  <p:cSld name="TITLE_1"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45"/>
          <p:cNvSpPr txBox="1"/>
          <p:nvPr/>
        </p:nvSpPr>
        <p:spPr>
          <a:xfrm>
            <a:off x="351725" y="1594538"/>
            <a:ext cx="5391300" cy="161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700">
                <a:latin typeface="Montserrat"/>
                <a:ea typeface="Montserrat"/>
                <a:cs typeface="Montserrat"/>
                <a:sym typeface="Montserrat"/>
              </a:rPr>
              <a:t>¡A trabajar!</a:t>
            </a:r>
            <a:endParaRPr b="0" sz="1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0" name="Google Shape;740;p45"/>
          <p:cNvSpPr txBox="1"/>
          <p:nvPr/>
        </p:nvSpPr>
        <p:spPr>
          <a:xfrm>
            <a:off x="5030800" y="2573350"/>
            <a:ext cx="5261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741" name="Google Shape;741;p45"/>
          <p:cNvSpPr/>
          <p:nvPr/>
        </p:nvSpPr>
        <p:spPr>
          <a:xfrm flipH="1" rot="10800000">
            <a:off x="-7925" y="5008650"/>
            <a:ext cx="4185000" cy="135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42" name="Google Shape;742;p45"/>
          <p:cNvGrpSpPr/>
          <p:nvPr/>
        </p:nvGrpSpPr>
        <p:grpSpPr>
          <a:xfrm>
            <a:off x="6966056" y="4725288"/>
            <a:ext cx="2033948" cy="268074"/>
            <a:chOff x="13906313" y="246425"/>
            <a:chExt cx="4067897" cy="536147"/>
          </a:xfrm>
        </p:grpSpPr>
        <p:sp>
          <p:nvSpPr>
            <p:cNvPr id="743" name="Google Shape;743;p45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744" name="Google Shape;744;p45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745" name="Google Shape;745;p45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46" name="Google Shape;746;p45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47" name="Google Shape;747;p45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48" name="Google Shape;748;p45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49" name="Google Shape;749;p45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50" name="Google Shape;750;p45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51" name="Google Shape;751;p45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52" name="Google Shape;752;p45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53" name="Google Shape;753;p45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54" name="Google Shape;754;p45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55" name="Google Shape;755;p45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56" name="Google Shape;756;p45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1 1">
  <p:cSld name="TITLE_1_1_2_3"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pos="5533">
          <p15:clr>
            <a:srgbClr val="F9AD4C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3 blocks">
  <p:cSld name="TITLE_3_1">
    <p:bg>
      <p:bgPr>
        <a:solidFill>
          <a:schemeClr val="lt1"/>
        </a:solidFill>
      </p:bgPr>
    </p:bg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47"/>
          <p:cNvSpPr txBox="1"/>
          <p:nvPr/>
        </p:nvSpPr>
        <p:spPr>
          <a:xfrm>
            <a:off x="414900" y="958106"/>
            <a:ext cx="83142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60" name="Google Shape;760;p47"/>
          <p:cNvSpPr/>
          <p:nvPr/>
        </p:nvSpPr>
        <p:spPr>
          <a:xfrm flipH="1" rot="10800000">
            <a:off x="0" y="174688"/>
            <a:ext cx="91398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47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2" name="Google Shape;762;p47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63" name="Google Shape;763;p47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764" name="Google Shape;764;p47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47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6" name="Google Shape;766;p47"/>
          <p:cNvGrpSpPr/>
          <p:nvPr/>
        </p:nvGrpSpPr>
        <p:grpSpPr>
          <a:xfrm>
            <a:off x="192894" y="4706800"/>
            <a:ext cx="1978986" cy="268074"/>
            <a:chOff x="913788" y="717625"/>
            <a:chExt cx="3957972" cy="536147"/>
          </a:xfrm>
        </p:grpSpPr>
        <p:grpSp>
          <p:nvGrpSpPr>
            <p:cNvPr id="767" name="Google Shape;767;p47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768" name="Google Shape;768;p47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9" name="Google Shape;769;p47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0" name="Google Shape;770;p47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1" name="Google Shape;771;p47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2" name="Google Shape;772;p47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3" name="Google Shape;773;p47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4" name="Google Shape;774;p47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5" name="Google Shape;775;p47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6" name="Google Shape;776;p47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7" name="Google Shape;777;p47"/>
              <p:cNvSpPr/>
              <p:nvPr/>
            </p:nvSpPr>
            <p:spPr>
              <a:xfrm>
                <a:off x="7223792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8" name="Google Shape;778;p47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9" name="Google Shape;779;p47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80" name="Google Shape;780;p47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3 blocks 1">
  <p:cSld name="TITLE_3_1_2">
    <p:bg>
      <p:bgPr>
        <a:solidFill>
          <a:schemeClr val="lt1"/>
        </a:solidFill>
      </p:bgPr>
    </p:bg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48"/>
          <p:cNvSpPr txBox="1"/>
          <p:nvPr/>
        </p:nvSpPr>
        <p:spPr>
          <a:xfrm>
            <a:off x="414900" y="958106"/>
            <a:ext cx="83142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83" name="Google Shape;783;p48"/>
          <p:cNvSpPr/>
          <p:nvPr/>
        </p:nvSpPr>
        <p:spPr>
          <a:xfrm flipH="1" rot="10800000">
            <a:off x="0" y="174688"/>
            <a:ext cx="91398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48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5" name="Google Shape;785;p48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86" name="Google Shape;786;p48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787" name="Google Shape;787;p48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48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9" name="Google Shape;789;p48"/>
          <p:cNvGrpSpPr/>
          <p:nvPr/>
        </p:nvGrpSpPr>
        <p:grpSpPr>
          <a:xfrm>
            <a:off x="192894" y="4706800"/>
            <a:ext cx="1978986" cy="268074"/>
            <a:chOff x="913788" y="717625"/>
            <a:chExt cx="3957972" cy="536147"/>
          </a:xfrm>
        </p:grpSpPr>
        <p:grpSp>
          <p:nvGrpSpPr>
            <p:cNvPr id="790" name="Google Shape;790;p48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791" name="Google Shape;791;p48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2" name="Google Shape;792;p48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3" name="Google Shape;793;p48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4" name="Google Shape;794;p48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5" name="Google Shape;795;p48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6" name="Google Shape;796;p48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7" name="Google Shape;797;p48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8" name="Google Shape;798;p48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9" name="Google Shape;799;p48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0" name="Google Shape;800;p48"/>
              <p:cNvSpPr/>
              <p:nvPr/>
            </p:nvSpPr>
            <p:spPr>
              <a:xfrm>
                <a:off x="7223792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1" name="Google Shape;801;p48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2" name="Google Shape;802;p48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03" name="Google Shape;803;p48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3 blocks 3">
  <p:cSld name="TITLE_3_1_3">
    <p:bg>
      <p:bgPr>
        <a:solidFill>
          <a:schemeClr val="lt1"/>
        </a:solidFill>
      </p:bgPr>
    </p:bg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49"/>
          <p:cNvSpPr txBox="1"/>
          <p:nvPr/>
        </p:nvSpPr>
        <p:spPr>
          <a:xfrm>
            <a:off x="414900" y="958106"/>
            <a:ext cx="83142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06" name="Google Shape;806;p49"/>
          <p:cNvSpPr/>
          <p:nvPr/>
        </p:nvSpPr>
        <p:spPr>
          <a:xfrm flipH="1" rot="10800000">
            <a:off x="0" y="174688"/>
            <a:ext cx="91398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49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8" name="Google Shape;808;p49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9" name="Google Shape;809;p49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810" name="Google Shape;810;p49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49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2" name="Google Shape;812;p49"/>
          <p:cNvGrpSpPr/>
          <p:nvPr/>
        </p:nvGrpSpPr>
        <p:grpSpPr>
          <a:xfrm>
            <a:off x="192894" y="4706800"/>
            <a:ext cx="1978986" cy="268074"/>
            <a:chOff x="913788" y="717625"/>
            <a:chExt cx="3957972" cy="536147"/>
          </a:xfrm>
        </p:grpSpPr>
        <p:grpSp>
          <p:nvGrpSpPr>
            <p:cNvPr id="813" name="Google Shape;813;p49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814" name="Google Shape;814;p49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5" name="Google Shape;815;p49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6" name="Google Shape;816;p49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7" name="Google Shape;817;p49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8" name="Google Shape;818;p49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9" name="Google Shape;819;p49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0" name="Google Shape;820;p49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1" name="Google Shape;821;p49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2" name="Google Shape;822;p49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3" name="Google Shape;823;p49"/>
              <p:cNvSpPr/>
              <p:nvPr/>
            </p:nvSpPr>
            <p:spPr>
              <a:xfrm>
                <a:off x="7223792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4" name="Google Shape;824;p49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5" name="Google Shape;825;p49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26" name="Google Shape;826;p49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 - Keyframes / Storyboards">
  <p:cSld name="TITLE_3_1_1_1_1_2"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50"/>
          <p:cNvSpPr txBox="1"/>
          <p:nvPr/>
        </p:nvSpPr>
        <p:spPr>
          <a:xfrm>
            <a:off x="1211750" y="592988"/>
            <a:ext cx="7332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829" name="Google Shape;829;p50"/>
          <p:cNvSpPr/>
          <p:nvPr/>
        </p:nvSpPr>
        <p:spPr>
          <a:xfrm flipH="1" rot="10800000">
            <a:off x="0" y="174688"/>
            <a:ext cx="91398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50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1" name="Google Shape;831;p50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32" name="Google Shape;832;p50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833" name="Google Shape;833;p50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50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5" name="Google Shape;835;p50"/>
          <p:cNvGrpSpPr/>
          <p:nvPr/>
        </p:nvGrpSpPr>
        <p:grpSpPr>
          <a:xfrm>
            <a:off x="7116806" y="316181"/>
            <a:ext cx="1978986" cy="268074"/>
            <a:chOff x="913788" y="717625"/>
            <a:chExt cx="3957972" cy="536147"/>
          </a:xfrm>
        </p:grpSpPr>
        <p:grpSp>
          <p:nvGrpSpPr>
            <p:cNvPr id="836" name="Google Shape;836;p50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837" name="Google Shape;837;p50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8" name="Google Shape;838;p50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9" name="Google Shape;839;p50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0" name="Google Shape;840;p50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1" name="Google Shape;841;p50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2" name="Google Shape;842;p50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3" name="Google Shape;843;p50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4" name="Google Shape;844;p50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5" name="Google Shape;845;p50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6" name="Google Shape;846;p50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7" name="Google Shape;847;p50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8" name="Google Shape;848;p50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49" name="Google Shape;849;p50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  <p15:guide id="29" orient="horz" pos="1944">
          <p15:clr>
            <a:srgbClr val="FA7B17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Graphic 1/3">
  <p:cSld name="TITLE_4_1_1"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1" name="Google Shape;851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2" name="Google Shape;852;p51"/>
          <p:cNvGrpSpPr/>
          <p:nvPr/>
        </p:nvGrpSpPr>
        <p:grpSpPr>
          <a:xfrm>
            <a:off x="6966056" y="4725288"/>
            <a:ext cx="2033948" cy="268074"/>
            <a:chOff x="13906313" y="246425"/>
            <a:chExt cx="4067897" cy="536147"/>
          </a:xfrm>
        </p:grpSpPr>
        <p:sp>
          <p:nvSpPr>
            <p:cNvPr id="853" name="Google Shape;853;p51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854" name="Google Shape;854;p51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855" name="Google Shape;855;p51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856" name="Google Shape;856;p51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857" name="Google Shape;857;p51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858" name="Google Shape;858;p51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859" name="Google Shape;859;p51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860" name="Google Shape;860;p51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861" name="Google Shape;861;p51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862" name="Google Shape;862;p51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863" name="Google Shape;863;p51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864" name="Google Shape;864;p51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865" name="Google Shape;865;p51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866" name="Google Shape;866;p51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867" name="Google Shape;867;p51"/>
          <p:cNvSpPr/>
          <p:nvPr/>
        </p:nvSpPr>
        <p:spPr>
          <a:xfrm flipH="1" rot="10800000">
            <a:off x="-7925" y="5008650"/>
            <a:ext cx="4185000" cy="135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400"/>
            </a:lvl1pPr>
            <a:lvl2pPr lvl="1" rtl="0">
              <a:buNone/>
              <a:defRPr sz="1400"/>
            </a:lvl2pPr>
            <a:lvl3pPr lvl="2" rtl="0">
              <a:buNone/>
              <a:defRPr sz="1400"/>
            </a:lvl3pPr>
            <a:lvl4pPr lvl="3" rtl="0">
              <a:buNone/>
              <a:defRPr sz="1400"/>
            </a:lvl4pPr>
            <a:lvl5pPr lvl="4" rtl="0">
              <a:buNone/>
              <a:defRPr sz="1400"/>
            </a:lvl5pPr>
            <a:lvl6pPr lvl="5" rtl="0">
              <a:buNone/>
              <a:defRPr sz="1400"/>
            </a:lvl6pPr>
            <a:lvl7pPr lvl="6" rtl="0">
              <a:buNone/>
              <a:defRPr sz="1400"/>
            </a:lvl7pPr>
            <a:lvl8pPr lvl="7" rtl="0">
              <a:buNone/>
              <a:defRPr sz="1400"/>
            </a:lvl8pPr>
            <a:lvl9pPr lvl="8" rtl="0">
              <a:buNone/>
              <a:defRPr sz="14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40">
          <p15:clr>
            <a:srgbClr val="FA7B17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7" Type="http://schemas.openxmlformats.org/officeDocument/2006/relationships/theme" Target="../theme/theme3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46.xml"/><Relationship Id="rId22" Type="http://schemas.openxmlformats.org/officeDocument/2006/relationships/slideLayout" Target="../slideLayouts/slideLayout48.xml"/><Relationship Id="rId21" Type="http://schemas.openxmlformats.org/officeDocument/2006/relationships/slideLayout" Target="../slideLayouts/slideLayout47.xml"/><Relationship Id="rId24" Type="http://schemas.openxmlformats.org/officeDocument/2006/relationships/slideLayout" Target="../slideLayouts/slideLayout50.xml"/><Relationship Id="rId23" Type="http://schemas.openxmlformats.org/officeDocument/2006/relationships/slideLayout" Target="../slideLayouts/slideLayout49.xml"/><Relationship Id="rId1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9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25" Type="http://schemas.openxmlformats.org/officeDocument/2006/relationships/theme" Target="../theme/theme2.xml"/><Relationship Id="rId5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0.xml"/><Relationship Id="rId17" Type="http://schemas.openxmlformats.org/officeDocument/2006/relationships/slideLayout" Target="../slideLayouts/slideLayout43.xml"/><Relationship Id="rId16" Type="http://schemas.openxmlformats.org/officeDocument/2006/relationships/slideLayout" Target="../slideLayouts/slideLayout42.xml"/><Relationship Id="rId19" Type="http://schemas.openxmlformats.org/officeDocument/2006/relationships/slideLayout" Target="../slideLayouts/slideLayout45.xml"/><Relationship Id="rId18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8" name="Google Shape;518;p28"/>
          <p:cNvGrpSpPr/>
          <p:nvPr/>
        </p:nvGrpSpPr>
        <p:grpSpPr>
          <a:xfrm>
            <a:off x="8746619" y="4870261"/>
            <a:ext cx="214804" cy="89161"/>
            <a:chOff x="1207700" y="4333950"/>
            <a:chExt cx="334325" cy="138750"/>
          </a:xfrm>
        </p:grpSpPr>
        <p:sp>
          <p:nvSpPr>
            <p:cNvPr id="519" name="Google Shape;519;p28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28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3" r:id="rId20"/>
    <p:sldLayoutId id="2147483694" r:id="rId21"/>
    <p:sldLayoutId id="2147483695" r:id="rId22"/>
    <p:sldLayoutId id="2147483696" r:id="rId23"/>
    <p:sldLayoutId id="2147483697" r:id="rId2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EA4335"/>
          </p15:clr>
        </p15:guide>
        <p15:guide id="2" pos="2740">
          <p15:clr>
            <a:srgbClr val="EA4335"/>
          </p15:clr>
        </p15:guide>
        <p15:guide id="3" pos="288">
          <p15:clr>
            <a:srgbClr val="EA4335"/>
          </p15:clr>
        </p15:guide>
        <p15:guide id="4" pos="5472">
          <p15:clr>
            <a:srgbClr val="EA4335"/>
          </p15:clr>
        </p15:guide>
        <p15:guide id="5" orient="horz" pos="425">
          <p15:clr>
            <a:srgbClr val="EA4335"/>
          </p15:clr>
        </p15:guide>
        <p15:guide id="6" orient="horz" pos="2976">
          <p15:clr>
            <a:srgbClr val="EA4335"/>
          </p15:clr>
        </p15:guide>
        <p15:guide id="7" pos="3020">
          <p15:clr>
            <a:srgbClr val="EA4335"/>
          </p15:clr>
        </p15:guide>
        <p15:guide id="8" pos="288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C0C"/>
        </a:solidFill>
      </p:bgPr>
    </p:bg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53"/>
          <p:cNvSpPr/>
          <p:nvPr/>
        </p:nvSpPr>
        <p:spPr>
          <a:xfrm>
            <a:off x="5650" y="0"/>
            <a:ext cx="9144000" cy="514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53"/>
          <p:cNvSpPr/>
          <p:nvPr/>
        </p:nvSpPr>
        <p:spPr>
          <a:xfrm>
            <a:off x="359395" y="1991075"/>
            <a:ext cx="1905000" cy="673200"/>
          </a:xfrm>
          <a:prstGeom prst="roundRect">
            <a:avLst>
              <a:gd fmla="val 50000" name="adj"/>
            </a:avLst>
          </a:prstGeom>
          <a:solidFill>
            <a:srgbClr val="FDBF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876" name="Google Shape;876;p53"/>
          <p:cNvSpPr txBox="1"/>
          <p:nvPr/>
        </p:nvSpPr>
        <p:spPr>
          <a:xfrm>
            <a:off x="460786" y="1455990"/>
            <a:ext cx="5653200" cy="11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Crear gráficos en</a:t>
            </a:r>
            <a:endParaRPr sz="35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Python</a:t>
            </a:r>
            <a:endParaRPr sz="35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877" name="Google Shape;877;p53"/>
          <p:cNvGrpSpPr/>
          <p:nvPr/>
        </p:nvGrpSpPr>
        <p:grpSpPr>
          <a:xfrm flipH="1">
            <a:off x="-77472" y="3326828"/>
            <a:ext cx="2649271" cy="1816717"/>
            <a:chOff x="2914650" y="3280000"/>
            <a:chExt cx="1371400" cy="942525"/>
          </a:xfrm>
        </p:grpSpPr>
        <p:sp>
          <p:nvSpPr>
            <p:cNvPr id="878" name="Google Shape;878;p53"/>
            <p:cNvSpPr/>
            <p:nvPr/>
          </p:nvSpPr>
          <p:spPr>
            <a:xfrm>
              <a:off x="3081700" y="3927650"/>
              <a:ext cx="1164000" cy="292875"/>
            </a:xfrm>
            <a:custGeom>
              <a:rect b="b" l="l" r="r" t="t"/>
              <a:pathLst>
                <a:path extrusionOk="0" h="11715" w="46560">
                  <a:moveTo>
                    <a:pt x="2079" y="1"/>
                  </a:moveTo>
                  <a:cubicBezTo>
                    <a:pt x="928" y="1"/>
                    <a:pt x="0" y="938"/>
                    <a:pt x="0" y="2088"/>
                  </a:cubicBezTo>
                  <a:lnTo>
                    <a:pt x="0" y="11714"/>
                  </a:lnTo>
                  <a:lnTo>
                    <a:pt x="46559" y="11714"/>
                  </a:lnTo>
                  <a:lnTo>
                    <a:pt x="46559" y="2088"/>
                  </a:lnTo>
                  <a:cubicBezTo>
                    <a:pt x="46559" y="938"/>
                    <a:pt x="45631" y="1"/>
                    <a:pt x="44481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53"/>
            <p:cNvSpPr/>
            <p:nvPr/>
          </p:nvSpPr>
          <p:spPr>
            <a:xfrm>
              <a:off x="3079700" y="3925650"/>
              <a:ext cx="1168000" cy="296875"/>
            </a:xfrm>
            <a:custGeom>
              <a:rect b="b" l="l" r="r" t="t"/>
              <a:pathLst>
                <a:path extrusionOk="0" h="11875" w="46720">
                  <a:moveTo>
                    <a:pt x="44561" y="161"/>
                  </a:moveTo>
                  <a:cubicBezTo>
                    <a:pt x="45658" y="161"/>
                    <a:pt x="46559" y="1062"/>
                    <a:pt x="46559" y="2168"/>
                  </a:cubicBezTo>
                  <a:lnTo>
                    <a:pt x="46559" y="11714"/>
                  </a:lnTo>
                  <a:lnTo>
                    <a:pt x="161" y="11714"/>
                  </a:lnTo>
                  <a:lnTo>
                    <a:pt x="161" y="2168"/>
                  </a:lnTo>
                  <a:cubicBezTo>
                    <a:pt x="161" y="1062"/>
                    <a:pt x="1053" y="161"/>
                    <a:pt x="2159" y="161"/>
                  </a:cubicBezTo>
                  <a:close/>
                  <a:moveTo>
                    <a:pt x="2159" y="1"/>
                  </a:moveTo>
                  <a:cubicBezTo>
                    <a:pt x="972" y="1"/>
                    <a:pt x="0" y="973"/>
                    <a:pt x="0" y="2168"/>
                  </a:cubicBezTo>
                  <a:lnTo>
                    <a:pt x="0" y="11874"/>
                  </a:lnTo>
                  <a:lnTo>
                    <a:pt x="46720" y="11874"/>
                  </a:lnTo>
                  <a:lnTo>
                    <a:pt x="46720" y="2168"/>
                  </a:lnTo>
                  <a:cubicBezTo>
                    <a:pt x="46720" y="973"/>
                    <a:pt x="45747" y="1"/>
                    <a:pt x="4456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53"/>
            <p:cNvSpPr/>
            <p:nvPr/>
          </p:nvSpPr>
          <p:spPr>
            <a:xfrm>
              <a:off x="3062075" y="3346450"/>
              <a:ext cx="17200" cy="17650"/>
            </a:xfrm>
            <a:custGeom>
              <a:rect b="b" l="l" r="r" t="t"/>
              <a:pathLst>
                <a:path extrusionOk="0" h="706" w="688">
                  <a:moveTo>
                    <a:pt x="339" y="1"/>
                  </a:moveTo>
                  <a:cubicBezTo>
                    <a:pt x="339" y="1"/>
                    <a:pt x="330" y="358"/>
                    <a:pt x="0" y="358"/>
                  </a:cubicBezTo>
                  <a:cubicBezTo>
                    <a:pt x="330" y="358"/>
                    <a:pt x="339" y="706"/>
                    <a:pt x="339" y="706"/>
                  </a:cubicBezTo>
                  <a:cubicBezTo>
                    <a:pt x="339" y="706"/>
                    <a:pt x="348" y="358"/>
                    <a:pt x="687" y="358"/>
                  </a:cubicBezTo>
                  <a:cubicBezTo>
                    <a:pt x="348" y="358"/>
                    <a:pt x="339" y="1"/>
                    <a:pt x="339" y="1"/>
                  </a:cubicBezTo>
                  <a:close/>
                </a:path>
              </a:pathLst>
            </a:custGeom>
            <a:solidFill>
              <a:srgbClr val="00CC7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53"/>
            <p:cNvSpPr/>
            <p:nvPr/>
          </p:nvSpPr>
          <p:spPr>
            <a:xfrm>
              <a:off x="4268875" y="3730950"/>
              <a:ext cx="17175" cy="17650"/>
            </a:xfrm>
            <a:custGeom>
              <a:rect b="b" l="l" r="r" t="t"/>
              <a:pathLst>
                <a:path extrusionOk="0" h="706" w="687">
                  <a:moveTo>
                    <a:pt x="339" y="1"/>
                  </a:moveTo>
                  <a:cubicBezTo>
                    <a:pt x="339" y="1"/>
                    <a:pt x="330" y="357"/>
                    <a:pt x="0" y="357"/>
                  </a:cubicBezTo>
                  <a:cubicBezTo>
                    <a:pt x="330" y="357"/>
                    <a:pt x="339" y="705"/>
                    <a:pt x="339" y="705"/>
                  </a:cubicBezTo>
                  <a:cubicBezTo>
                    <a:pt x="339" y="705"/>
                    <a:pt x="348" y="357"/>
                    <a:pt x="687" y="357"/>
                  </a:cubicBezTo>
                  <a:cubicBezTo>
                    <a:pt x="348" y="357"/>
                    <a:pt x="339" y="1"/>
                    <a:pt x="339" y="1"/>
                  </a:cubicBezTo>
                  <a:close/>
                </a:path>
              </a:pathLst>
            </a:custGeom>
            <a:solidFill>
              <a:srgbClr val="534192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53"/>
            <p:cNvSpPr/>
            <p:nvPr/>
          </p:nvSpPr>
          <p:spPr>
            <a:xfrm>
              <a:off x="3055825" y="3509525"/>
              <a:ext cx="66050" cy="121750"/>
            </a:xfrm>
            <a:custGeom>
              <a:rect b="b" l="l" r="r" t="t"/>
              <a:pathLst>
                <a:path extrusionOk="0" h="4870" w="2642">
                  <a:moveTo>
                    <a:pt x="2561" y="1"/>
                  </a:moveTo>
                  <a:cubicBezTo>
                    <a:pt x="2391" y="1"/>
                    <a:pt x="2228" y="96"/>
                    <a:pt x="2150" y="258"/>
                  </a:cubicBezTo>
                  <a:lnTo>
                    <a:pt x="0" y="4870"/>
                  </a:lnTo>
                  <a:cubicBezTo>
                    <a:pt x="66" y="4846"/>
                    <a:pt x="135" y="4835"/>
                    <a:pt x="203" y="4835"/>
                  </a:cubicBezTo>
                  <a:cubicBezTo>
                    <a:pt x="264" y="4835"/>
                    <a:pt x="325" y="4844"/>
                    <a:pt x="384" y="4861"/>
                  </a:cubicBezTo>
                  <a:lnTo>
                    <a:pt x="2641" y="8"/>
                  </a:lnTo>
                  <a:cubicBezTo>
                    <a:pt x="2614" y="3"/>
                    <a:pt x="2587" y="1"/>
                    <a:pt x="2561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53"/>
            <p:cNvSpPr/>
            <p:nvPr/>
          </p:nvSpPr>
          <p:spPr>
            <a:xfrm>
              <a:off x="3048025" y="3635975"/>
              <a:ext cx="117775" cy="68250"/>
            </a:xfrm>
            <a:custGeom>
              <a:rect b="b" l="l" r="r" t="t"/>
              <a:pathLst>
                <a:path extrusionOk="0" h="2730" w="4711">
                  <a:moveTo>
                    <a:pt x="515" y="0"/>
                  </a:moveTo>
                  <a:cubicBezTo>
                    <a:pt x="347" y="0"/>
                    <a:pt x="185" y="96"/>
                    <a:pt x="107" y="258"/>
                  </a:cubicBezTo>
                  <a:cubicBezTo>
                    <a:pt x="0" y="490"/>
                    <a:pt x="98" y="758"/>
                    <a:pt x="321" y="865"/>
                  </a:cubicBezTo>
                  <a:lnTo>
                    <a:pt x="4336" y="2729"/>
                  </a:lnTo>
                  <a:cubicBezTo>
                    <a:pt x="4282" y="2568"/>
                    <a:pt x="4291" y="2399"/>
                    <a:pt x="4363" y="2247"/>
                  </a:cubicBezTo>
                  <a:cubicBezTo>
                    <a:pt x="4443" y="2087"/>
                    <a:pt x="4568" y="1971"/>
                    <a:pt x="4711" y="1908"/>
                  </a:cubicBezTo>
                  <a:lnTo>
                    <a:pt x="705" y="44"/>
                  </a:lnTo>
                  <a:cubicBezTo>
                    <a:pt x="644" y="14"/>
                    <a:pt x="579" y="0"/>
                    <a:pt x="515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53"/>
            <p:cNvSpPr/>
            <p:nvPr/>
          </p:nvSpPr>
          <p:spPr>
            <a:xfrm>
              <a:off x="3070550" y="3511725"/>
              <a:ext cx="163050" cy="171075"/>
            </a:xfrm>
            <a:custGeom>
              <a:rect b="b" l="l" r="r" t="t"/>
              <a:pathLst>
                <a:path extrusionOk="0" h="6843" w="6522">
                  <a:moveTo>
                    <a:pt x="2257" y="0"/>
                  </a:moveTo>
                  <a:lnTo>
                    <a:pt x="0" y="4853"/>
                  </a:lnTo>
                  <a:lnTo>
                    <a:pt x="4265" y="6843"/>
                  </a:lnTo>
                  <a:lnTo>
                    <a:pt x="6522" y="1981"/>
                  </a:lnTo>
                  <a:lnTo>
                    <a:pt x="2257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53"/>
            <p:cNvSpPr/>
            <p:nvPr/>
          </p:nvSpPr>
          <p:spPr>
            <a:xfrm>
              <a:off x="3177600" y="3625200"/>
              <a:ext cx="378500" cy="115150"/>
            </a:xfrm>
            <a:custGeom>
              <a:rect b="b" l="l" r="r" t="t"/>
              <a:pathLst>
                <a:path extrusionOk="0" h="4606" w="15140">
                  <a:moveTo>
                    <a:pt x="13513" y="1"/>
                  </a:moveTo>
                  <a:cubicBezTo>
                    <a:pt x="13372" y="1"/>
                    <a:pt x="13229" y="21"/>
                    <a:pt x="13088" y="64"/>
                  </a:cubicBezTo>
                  <a:lnTo>
                    <a:pt x="7985" y="1661"/>
                  </a:lnTo>
                  <a:lnTo>
                    <a:pt x="1945" y="172"/>
                  </a:lnTo>
                  <a:cubicBezTo>
                    <a:pt x="1830" y="144"/>
                    <a:pt x="1716" y="131"/>
                    <a:pt x="1602" y="131"/>
                  </a:cubicBezTo>
                  <a:cubicBezTo>
                    <a:pt x="950" y="131"/>
                    <a:pt x="355" y="572"/>
                    <a:pt x="188" y="1233"/>
                  </a:cubicBezTo>
                  <a:cubicBezTo>
                    <a:pt x="0" y="2009"/>
                    <a:pt x="473" y="2794"/>
                    <a:pt x="1249" y="2982"/>
                  </a:cubicBezTo>
                  <a:lnTo>
                    <a:pt x="7690" y="4570"/>
                  </a:lnTo>
                  <a:cubicBezTo>
                    <a:pt x="7797" y="4596"/>
                    <a:pt x="7913" y="4605"/>
                    <a:pt x="8029" y="4605"/>
                  </a:cubicBezTo>
                  <a:cubicBezTo>
                    <a:pt x="8181" y="4605"/>
                    <a:pt x="8324" y="4587"/>
                    <a:pt x="8466" y="4543"/>
                  </a:cubicBezTo>
                  <a:lnTo>
                    <a:pt x="13944" y="2830"/>
                  </a:lnTo>
                  <a:cubicBezTo>
                    <a:pt x="14711" y="2589"/>
                    <a:pt x="15139" y="1777"/>
                    <a:pt x="14899" y="1019"/>
                  </a:cubicBezTo>
                  <a:cubicBezTo>
                    <a:pt x="14702" y="395"/>
                    <a:pt x="14128" y="1"/>
                    <a:pt x="13513" y="1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53"/>
            <p:cNvSpPr/>
            <p:nvPr/>
          </p:nvSpPr>
          <p:spPr>
            <a:xfrm>
              <a:off x="3043325" y="3770350"/>
              <a:ext cx="644575" cy="337550"/>
            </a:xfrm>
            <a:custGeom>
              <a:rect b="b" l="l" r="r" t="t"/>
              <a:pathLst>
                <a:path extrusionOk="0" h="13502" w="25783">
                  <a:moveTo>
                    <a:pt x="11695" y="0"/>
                  </a:moveTo>
                  <a:cubicBezTo>
                    <a:pt x="11072" y="0"/>
                    <a:pt x="10473" y="248"/>
                    <a:pt x="10037" y="699"/>
                  </a:cubicBezTo>
                  <a:lnTo>
                    <a:pt x="4488" y="6436"/>
                  </a:lnTo>
                  <a:lnTo>
                    <a:pt x="1517" y="8077"/>
                  </a:lnTo>
                  <a:cubicBezTo>
                    <a:pt x="402" y="8693"/>
                    <a:pt x="1" y="10093"/>
                    <a:pt x="616" y="11208"/>
                  </a:cubicBezTo>
                  <a:cubicBezTo>
                    <a:pt x="670" y="11315"/>
                    <a:pt x="732" y="11414"/>
                    <a:pt x="804" y="11503"/>
                  </a:cubicBezTo>
                  <a:cubicBezTo>
                    <a:pt x="875" y="12002"/>
                    <a:pt x="1098" y="12475"/>
                    <a:pt x="1491" y="12850"/>
                  </a:cubicBezTo>
                  <a:cubicBezTo>
                    <a:pt x="1937" y="13287"/>
                    <a:pt x="2517" y="13501"/>
                    <a:pt x="3097" y="13501"/>
                  </a:cubicBezTo>
                  <a:cubicBezTo>
                    <a:pt x="3694" y="13501"/>
                    <a:pt x="4301" y="13269"/>
                    <a:pt x="4756" y="12796"/>
                  </a:cubicBezTo>
                  <a:lnTo>
                    <a:pt x="7325" y="10147"/>
                  </a:lnTo>
                  <a:lnTo>
                    <a:pt x="14453" y="6204"/>
                  </a:lnTo>
                  <a:lnTo>
                    <a:pt x="20930" y="6213"/>
                  </a:lnTo>
                  <a:lnTo>
                    <a:pt x="23401" y="6213"/>
                  </a:lnTo>
                  <a:cubicBezTo>
                    <a:pt x="24614" y="6213"/>
                    <a:pt x="25622" y="5276"/>
                    <a:pt x="25702" y="4063"/>
                  </a:cubicBezTo>
                  <a:cubicBezTo>
                    <a:pt x="25783" y="2849"/>
                    <a:pt x="24917" y="1779"/>
                    <a:pt x="23713" y="1618"/>
                  </a:cubicBezTo>
                  <a:lnTo>
                    <a:pt x="12009" y="21"/>
                  </a:lnTo>
                  <a:cubicBezTo>
                    <a:pt x="11904" y="7"/>
                    <a:pt x="11799" y="0"/>
                    <a:pt x="11695" y="0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53"/>
            <p:cNvSpPr/>
            <p:nvPr/>
          </p:nvSpPr>
          <p:spPr>
            <a:xfrm>
              <a:off x="3509900" y="3624800"/>
              <a:ext cx="165950" cy="164375"/>
            </a:xfrm>
            <a:custGeom>
              <a:rect b="b" l="l" r="r" t="t"/>
              <a:pathLst>
                <a:path extrusionOk="0" h="6575" w="6638">
                  <a:moveTo>
                    <a:pt x="1" y="0"/>
                  </a:moveTo>
                  <a:lnTo>
                    <a:pt x="1018" y="5540"/>
                  </a:lnTo>
                  <a:cubicBezTo>
                    <a:pt x="1107" y="6147"/>
                    <a:pt x="1482" y="6575"/>
                    <a:pt x="2053" y="6575"/>
                  </a:cubicBezTo>
                  <a:lnTo>
                    <a:pt x="5603" y="6575"/>
                  </a:lnTo>
                  <a:cubicBezTo>
                    <a:pt x="6174" y="6575"/>
                    <a:pt x="6638" y="6111"/>
                    <a:pt x="6638" y="5540"/>
                  </a:cubicBezTo>
                  <a:lnTo>
                    <a:pt x="5871" y="1347"/>
                  </a:lnTo>
                  <a:cubicBezTo>
                    <a:pt x="5728" y="571"/>
                    <a:pt x="5050" y="0"/>
                    <a:pt x="4256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53"/>
            <p:cNvSpPr/>
            <p:nvPr/>
          </p:nvSpPr>
          <p:spPr>
            <a:xfrm>
              <a:off x="2919100" y="3953975"/>
              <a:ext cx="215250" cy="176875"/>
            </a:xfrm>
            <a:custGeom>
              <a:rect b="b" l="l" r="r" t="t"/>
              <a:pathLst>
                <a:path extrusionOk="0" h="7075" w="8610">
                  <a:moveTo>
                    <a:pt x="1" y="1"/>
                  </a:moveTo>
                  <a:lnTo>
                    <a:pt x="3989" y="7075"/>
                  </a:lnTo>
                  <a:lnTo>
                    <a:pt x="8610" y="4773"/>
                  </a:lnTo>
                  <a:lnTo>
                    <a:pt x="7298" y="224"/>
                  </a:lnTo>
                  <a:cubicBezTo>
                    <a:pt x="6154" y="790"/>
                    <a:pt x="5021" y="986"/>
                    <a:pt x="4002" y="986"/>
                  </a:cubicBezTo>
                  <a:cubicBezTo>
                    <a:pt x="1716" y="986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53"/>
            <p:cNvSpPr/>
            <p:nvPr/>
          </p:nvSpPr>
          <p:spPr>
            <a:xfrm>
              <a:off x="2914650" y="3949525"/>
              <a:ext cx="221925" cy="183575"/>
            </a:xfrm>
            <a:custGeom>
              <a:rect b="b" l="l" r="r" t="t"/>
              <a:pathLst>
                <a:path extrusionOk="0" h="7343" w="8877">
                  <a:moveTo>
                    <a:pt x="357" y="348"/>
                  </a:moveTo>
                  <a:lnTo>
                    <a:pt x="357" y="348"/>
                  </a:lnTo>
                  <a:cubicBezTo>
                    <a:pt x="881" y="601"/>
                    <a:pt x="2354" y="1225"/>
                    <a:pt x="4183" y="1225"/>
                  </a:cubicBezTo>
                  <a:cubicBezTo>
                    <a:pt x="5191" y="1225"/>
                    <a:pt x="6307" y="1036"/>
                    <a:pt x="7432" y="491"/>
                  </a:cubicBezTo>
                  <a:lnTo>
                    <a:pt x="8707" y="4916"/>
                  </a:lnTo>
                  <a:lnTo>
                    <a:pt x="4193" y="7164"/>
                  </a:lnTo>
                  <a:lnTo>
                    <a:pt x="357" y="348"/>
                  </a:lnTo>
                  <a:close/>
                  <a:moveTo>
                    <a:pt x="0" y="0"/>
                  </a:moveTo>
                  <a:lnTo>
                    <a:pt x="4140" y="7342"/>
                  </a:lnTo>
                  <a:lnTo>
                    <a:pt x="8877" y="4987"/>
                  </a:lnTo>
                  <a:lnTo>
                    <a:pt x="7512" y="295"/>
                  </a:lnTo>
                  <a:lnTo>
                    <a:pt x="7441" y="339"/>
                  </a:lnTo>
                  <a:cubicBezTo>
                    <a:pt x="6314" y="898"/>
                    <a:pt x="5194" y="1092"/>
                    <a:pt x="4184" y="1092"/>
                  </a:cubicBezTo>
                  <a:cubicBezTo>
                    <a:pt x="1940" y="1092"/>
                    <a:pt x="239" y="137"/>
                    <a:pt x="215" y="12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53"/>
            <p:cNvSpPr/>
            <p:nvPr/>
          </p:nvSpPr>
          <p:spPr>
            <a:xfrm>
              <a:off x="3189650" y="3825525"/>
              <a:ext cx="403250" cy="238200"/>
            </a:xfrm>
            <a:custGeom>
              <a:rect b="b" l="l" r="r" t="t"/>
              <a:pathLst>
                <a:path extrusionOk="0" h="9528" w="16130">
                  <a:moveTo>
                    <a:pt x="8564" y="0"/>
                  </a:moveTo>
                  <a:lnTo>
                    <a:pt x="0" y="9394"/>
                  </a:lnTo>
                  <a:lnTo>
                    <a:pt x="152" y="9528"/>
                  </a:lnTo>
                  <a:lnTo>
                    <a:pt x="8654" y="205"/>
                  </a:lnTo>
                  <a:lnTo>
                    <a:pt x="16129" y="205"/>
                  </a:lnTo>
                  <a:lnTo>
                    <a:pt x="161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53"/>
            <p:cNvSpPr/>
            <p:nvPr/>
          </p:nvSpPr>
          <p:spPr>
            <a:xfrm>
              <a:off x="3616300" y="3669625"/>
              <a:ext cx="45075" cy="121350"/>
            </a:xfrm>
            <a:custGeom>
              <a:rect b="b" l="l" r="r" t="t"/>
              <a:pathLst>
                <a:path extrusionOk="0" h="4854" w="1803">
                  <a:moveTo>
                    <a:pt x="1606" y="0"/>
                  </a:moveTo>
                  <a:lnTo>
                    <a:pt x="0" y="4782"/>
                  </a:lnTo>
                  <a:lnTo>
                    <a:pt x="196" y="4853"/>
                  </a:lnTo>
                  <a:lnTo>
                    <a:pt x="1802" y="63"/>
                  </a:lnTo>
                  <a:lnTo>
                    <a:pt x="160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53"/>
            <p:cNvSpPr/>
            <p:nvPr/>
          </p:nvSpPr>
          <p:spPr>
            <a:xfrm>
              <a:off x="3337500" y="3634175"/>
              <a:ext cx="317175" cy="229950"/>
            </a:xfrm>
            <a:custGeom>
              <a:rect b="b" l="l" r="r" t="t"/>
              <a:pathLst>
                <a:path extrusionOk="0" h="9198" w="12687">
                  <a:moveTo>
                    <a:pt x="11076" y="0"/>
                  </a:moveTo>
                  <a:cubicBezTo>
                    <a:pt x="10457" y="0"/>
                    <a:pt x="9879" y="405"/>
                    <a:pt x="9689" y="1026"/>
                  </a:cubicBezTo>
                  <a:lnTo>
                    <a:pt x="8208" y="5861"/>
                  </a:lnTo>
                  <a:lnTo>
                    <a:pt x="2142" y="3604"/>
                  </a:lnTo>
                  <a:cubicBezTo>
                    <a:pt x="1977" y="3543"/>
                    <a:pt x="1808" y="3514"/>
                    <a:pt x="1642" y="3514"/>
                  </a:cubicBezTo>
                  <a:cubicBezTo>
                    <a:pt x="1053" y="3514"/>
                    <a:pt x="500" y="3876"/>
                    <a:pt x="277" y="4460"/>
                  </a:cubicBezTo>
                  <a:cubicBezTo>
                    <a:pt x="1" y="5210"/>
                    <a:pt x="384" y="6039"/>
                    <a:pt x="1134" y="6325"/>
                  </a:cubicBezTo>
                  <a:lnTo>
                    <a:pt x="8636" y="9108"/>
                  </a:lnTo>
                  <a:cubicBezTo>
                    <a:pt x="8806" y="9171"/>
                    <a:pt x="8975" y="9197"/>
                    <a:pt x="9145" y="9197"/>
                  </a:cubicBezTo>
                  <a:cubicBezTo>
                    <a:pt x="9368" y="9197"/>
                    <a:pt x="9582" y="9153"/>
                    <a:pt x="9787" y="9055"/>
                  </a:cubicBezTo>
                  <a:cubicBezTo>
                    <a:pt x="10144" y="8876"/>
                    <a:pt x="10412" y="8555"/>
                    <a:pt x="10528" y="8180"/>
                  </a:cubicBezTo>
                  <a:lnTo>
                    <a:pt x="12455" y="1873"/>
                  </a:lnTo>
                  <a:cubicBezTo>
                    <a:pt x="12686" y="1106"/>
                    <a:pt x="12258" y="303"/>
                    <a:pt x="11491" y="62"/>
                  </a:cubicBezTo>
                  <a:cubicBezTo>
                    <a:pt x="11353" y="20"/>
                    <a:pt x="11213" y="0"/>
                    <a:pt x="11076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53"/>
            <p:cNvSpPr/>
            <p:nvPr/>
          </p:nvSpPr>
          <p:spPr>
            <a:xfrm>
              <a:off x="3196550" y="3711425"/>
              <a:ext cx="199200" cy="84900"/>
            </a:xfrm>
            <a:custGeom>
              <a:rect b="b" l="l" r="r" t="t"/>
              <a:pathLst>
                <a:path extrusionOk="0" h="3396" w="7968">
                  <a:moveTo>
                    <a:pt x="5337" y="0"/>
                  </a:moveTo>
                  <a:cubicBezTo>
                    <a:pt x="4554" y="0"/>
                    <a:pt x="3656" y="148"/>
                    <a:pt x="2731" y="594"/>
                  </a:cubicBezTo>
                  <a:cubicBezTo>
                    <a:pt x="1" y="1915"/>
                    <a:pt x="4907" y="2414"/>
                    <a:pt x="7200" y="3395"/>
                  </a:cubicBezTo>
                  <a:lnTo>
                    <a:pt x="7967" y="567"/>
                  </a:lnTo>
                  <a:cubicBezTo>
                    <a:pt x="7967" y="567"/>
                    <a:pt x="6872" y="0"/>
                    <a:pt x="5337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53"/>
            <p:cNvSpPr/>
            <p:nvPr/>
          </p:nvSpPr>
          <p:spPr>
            <a:xfrm>
              <a:off x="3241825" y="3699550"/>
              <a:ext cx="95925" cy="28975"/>
            </a:xfrm>
            <a:custGeom>
              <a:rect b="b" l="l" r="r" t="t"/>
              <a:pathLst>
                <a:path extrusionOk="0" h="1159" w="3837">
                  <a:moveTo>
                    <a:pt x="631" y="0"/>
                  </a:moveTo>
                  <a:cubicBezTo>
                    <a:pt x="1" y="0"/>
                    <a:pt x="468" y="1062"/>
                    <a:pt x="2873" y="1158"/>
                  </a:cubicBezTo>
                  <a:lnTo>
                    <a:pt x="3837" y="498"/>
                  </a:lnTo>
                  <a:cubicBezTo>
                    <a:pt x="3837" y="498"/>
                    <a:pt x="1696" y="284"/>
                    <a:pt x="884" y="43"/>
                  </a:cubicBezTo>
                  <a:cubicBezTo>
                    <a:pt x="786" y="14"/>
                    <a:pt x="702" y="0"/>
                    <a:pt x="631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53"/>
            <p:cNvSpPr/>
            <p:nvPr/>
          </p:nvSpPr>
          <p:spPr>
            <a:xfrm>
              <a:off x="3240725" y="3734425"/>
              <a:ext cx="78975" cy="10375"/>
            </a:xfrm>
            <a:custGeom>
              <a:rect b="b" l="l" r="r" t="t"/>
              <a:pathLst>
                <a:path extrusionOk="0" h="415" w="3159">
                  <a:moveTo>
                    <a:pt x="2191" y="1"/>
                  </a:moveTo>
                  <a:cubicBezTo>
                    <a:pt x="979" y="1"/>
                    <a:pt x="14" y="211"/>
                    <a:pt x="0" y="218"/>
                  </a:cubicBezTo>
                  <a:lnTo>
                    <a:pt x="45" y="415"/>
                  </a:lnTo>
                  <a:cubicBezTo>
                    <a:pt x="59" y="415"/>
                    <a:pt x="1015" y="209"/>
                    <a:pt x="2206" y="209"/>
                  </a:cubicBezTo>
                  <a:cubicBezTo>
                    <a:pt x="2503" y="209"/>
                    <a:pt x="2816" y="222"/>
                    <a:pt x="3131" y="254"/>
                  </a:cubicBezTo>
                  <a:lnTo>
                    <a:pt x="3158" y="49"/>
                  </a:lnTo>
                  <a:cubicBezTo>
                    <a:pt x="2827" y="14"/>
                    <a:pt x="2501" y="1"/>
                    <a:pt x="219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53"/>
            <p:cNvSpPr/>
            <p:nvPr/>
          </p:nvSpPr>
          <p:spPr>
            <a:xfrm>
              <a:off x="3257675" y="3716225"/>
              <a:ext cx="61800" cy="10725"/>
            </a:xfrm>
            <a:custGeom>
              <a:rect b="b" l="l" r="r" t="t"/>
              <a:pathLst>
                <a:path extrusionOk="0" h="429" w="2472">
                  <a:moveTo>
                    <a:pt x="2402" y="1"/>
                  </a:moveTo>
                  <a:cubicBezTo>
                    <a:pt x="1203" y="1"/>
                    <a:pt x="9" y="224"/>
                    <a:pt x="0" y="224"/>
                  </a:cubicBezTo>
                  <a:lnTo>
                    <a:pt x="36" y="429"/>
                  </a:lnTo>
                  <a:cubicBezTo>
                    <a:pt x="44" y="421"/>
                    <a:pt x="1137" y="213"/>
                    <a:pt x="2267" y="213"/>
                  </a:cubicBezTo>
                  <a:cubicBezTo>
                    <a:pt x="2332" y="213"/>
                    <a:pt x="2397" y="213"/>
                    <a:pt x="2462" y="215"/>
                  </a:cubicBezTo>
                  <a:lnTo>
                    <a:pt x="2471" y="1"/>
                  </a:lnTo>
                  <a:cubicBezTo>
                    <a:pt x="2448" y="1"/>
                    <a:pt x="2425" y="1"/>
                    <a:pt x="240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53"/>
            <p:cNvSpPr/>
            <p:nvPr/>
          </p:nvSpPr>
          <p:spPr>
            <a:xfrm>
              <a:off x="3415800" y="3623225"/>
              <a:ext cx="184675" cy="157700"/>
            </a:xfrm>
            <a:custGeom>
              <a:rect b="b" l="l" r="r" t="t"/>
              <a:pathLst>
                <a:path extrusionOk="0" h="6308" w="7387">
                  <a:moveTo>
                    <a:pt x="7190" y="1"/>
                  </a:moveTo>
                  <a:lnTo>
                    <a:pt x="5058" y="6040"/>
                  </a:lnTo>
                  <a:lnTo>
                    <a:pt x="71" y="4336"/>
                  </a:lnTo>
                  <a:lnTo>
                    <a:pt x="0" y="4533"/>
                  </a:lnTo>
                  <a:lnTo>
                    <a:pt x="5183" y="6308"/>
                  </a:lnTo>
                  <a:lnTo>
                    <a:pt x="7387" y="63"/>
                  </a:lnTo>
                  <a:lnTo>
                    <a:pt x="719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53"/>
            <p:cNvSpPr/>
            <p:nvPr/>
          </p:nvSpPr>
          <p:spPr>
            <a:xfrm>
              <a:off x="2966625" y="3968475"/>
              <a:ext cx="224825" cy="162600"/>
            </a:xfrm>
            <a:custGeom>
              <a:rect b="b" l="l" r="r" t="t"/>
              <a:pathLst>
                <a:path extrusionOk="0" h="6504" w="8993">
                  <a:moveTo>
                    <a:pt x="6147" y="0"/>
                  </a:moveTo>
                  <a:cubicBezTo>
                    <a:pt x="4709" y="1547"/>
                    <a:pt x="2159" y="1764"/>
                    <a:pt x="841" y="1764"/>
                  </a:cubicBezTo>
                  <a:cubicBezTo>
                    <a:pt x="327" y="1764"/>
                    <a:pt x="0" y="1731"/>
                    <a:pt x="0" y="1731"/>
                  </a:cubicBezTo>
                  <a:lnTo>
                    <a:pt x="0" y="1731"/>
                  </a:lnTo>
                  <a:lnTo>
                    <a:pt x="6450" y="6504"/>
                  </a:lnTo>
                  <a:lnTo>
                    <a:pt x="8992" y="3747"/>
                  </a:lnTo>
                  <a:lnTo>
                    <a:pt x="61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53"/>
            <p:cNvSpPr/>
            <p:nvPr/>
          </p:nvSpPr>
          <p:spPr>
            <a:xfrm>
              <a:off x="2960600" y="3965800"/>
              <a:ext cx="233075" cy="167525"/>
            </a:xfrm>
            <a:custGeom>
              <a:rect b="b" l="l" r="r" t="t"/>
              <a:pathLst>
                <a:path extrusionOk="0" h="6701" w="9323">
                  <a:moveTo>
                    <a:pt x="6379" y="214"/>
                  </a:moveTo>
                  <a:lnTo>
                    <a:pt x="9144" y="3845"/>
                  </a:lnTo>
                  <a:lnTo>
                    <a:pt x="6682" y="6513"/>
                  </a:lnTo>
                  <a:lnTo>
                    <a:pt x="473" y="1927"/>
                  </a:lnTo>
                  <a:lnTo>
                    <a:pt x="473" y="1927"/>
                  </a:lnTo>
                  <a:cubicBezTo>
                    <a:pt x="610" y="1934"/>
                    <a:pt x="801" y="1941"/>
                    <a:pt x="1033" y="1941"/>
                  </a:cubicBezTo>
                  <a:cubicBezTo>
                    <a:pt x="2332" y="1941"/>
                    <a:pt x="4911" y="1736"/>
                    <a:pt x="6379" y="214"/>
                  </a:cubicBezTo>
                  <a:close/>
                  <a:moveTo>
                    <a:pt x="6397" y="0"/>
                  </a:moveTo>
                  <a:lnTo>
                    <a:pt x="6334" y="63"/>
                  </a:lnTo>
                  <a:cubicBezTo>
                    <a:pt x="4922" y="1585"/>
                    <a:pt x="2372" y="1800"/>
                    <a:pt x="1067" y="1800"/>
                  </a:cubicBezTo>
                  <a:cubicBezTo>
                    <a:pt x="575" y="1800"/>
                    <a:pt x="260" y="1769"/>
                    <a:pt x="250" y="1767"/>
                  </a:cubicBezTo>
                  <a:lnTo>
                    <a:pt x="0" y="1740"/>
                  </a:lnTo>
                  <a:lnTo>
                    <a:pt x="6700" y="6700"/>
                  </a:lnTo>
                  <a:lnTo>
                    <a:pt x="9323" y="3854"/>
                  </a:lnTo>
                  <a:lnTo>
                    <a:pt x="6397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53"/>
            <p:cNvSpPr/>
            <p:nvPr/>
          </p:nvSpPr>
          <p:spPr>
            <a:xfrm>
              <a:off x="3515700" y="3670075"/>
              <a:ext cx="23000" cy="104850"/>
            </a:xfrm>
            <a:custGeom>
              <a:rect b="b" l="l" r="r" t="t"/>
              <a:pathLst>
                <a:path extrusionOk="0" h="4194" w="920">
                  <a:moveTo>
                    <a:pt x="206" y="0"/>
                  </a:moveTo>
                  <a:lnTo>
                    <a:pt x="1" y="36"/>
                  </a:lnTo>
                  <a:lnTo>
                    <a:pt x="714" y="4193"/>
                  </a:lnTo>
                  <a:lnTo>
                    <a:pt x="920" y="4157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53"/>
            <p:cNvSpPr/>
            <p:nvPr/>
          </p:nvSpPr>
          <p:spPr>
            <a:xfrm>
              <a:off x="3177600" y="3613650"/>
              <a:ext cx="55550" cy="88550"/>
            </a:xfrm>
            <a:custGeom>
              <a:rect b="b" l="l" r="r" t="t"/>
              <a:pathLst>
                <a:path extrusionOk="0" h="3542" w="2222">
                  <a:moveTo>
                    <a:pt x="1330" y="0"/>
                  </a:moveTo>
                  <a:lnTo>
                    <a:pt x="0" y="2578"/>
                  </a:lnTo>
                  <a:cubicBezTo>
                    <a:pt x="0" y="2578"/>
                    <a:pt x="134" y="2980"/>
                    <a:pt x="553" y="3212"/>
                  </a:cubicBezTo>
                  <a:cubicBezTo>
                    <a:pt x="759" y="3328"/>
                    <a:pt x="1419" y="3542"/>
                    <a:pt x="1419" y="3542"/>
                  </a:cubicBezTo>
                  <a:lnTo>
                    <a:pt x="2222" y="598"/>
                  </a:lnTo>
                  <a:lnTo>
                    <a:pt x="1330" y="0"/>
                  </a:ln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53"/>
            <p:cNvSpPr/>
            <p:nvPr/>
          </p:nvSpPr>
          <p:spPr>
            <a:xfrm>
              <a:off x="3177600" y="3606500"/>
              <a:ext cx="12725" cy="19650"/>
            </a:xfrm>
            <a:custGeom>
              <a:rect b="b" l="l" r="r" t="t"/>
              <a:pathLst>
                <a:path extrusionOk="0" h="786" w="509">
                  <a:moveTo>
                    <a:pt x="0" y="1"/>
                  </a:moveTo>
                  <a:lnTo>
                    <a:pt x="0" y="1"/>
                  </a:lnTo>
                  <a:cubicBezTo>
                    <a:pt x="90" y="277"/>
                    <a:pt x="250" y="527"/>
                    <a:pt x="455" y="732"/>
                  </a:cubicBezTo>
                  <a:cubicBezTo>
                    <a:pt x="473" y="750"/>
                    <a:pt x="491" y="768"/>
                    <a:pt x="509" y="786"/>
                  </a:cubicBezTo>
                  <a:cubicBezTo>
                    <a:pt x="339" y="572"/>
                    <a:pt x="206" y="322"/>
                    <a:pt x="143" y="45"/>
                  </a:cubicBezTo>
                  <a:cubicBezTo>
                    <a:pt x="99" y="27"/>
                    <a:pt x="54" y="10"/>
                    <a:pt x="0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53"/>
            <p:cNvSpPr/>
            <p:nvPr/>
          </p:nvSpPr>
          <p:spPr>
            <a:xfrm>
              <a:off x="3181175" y="3607625"/>
              <a:ext cx="43725" cy="30350"/>
            </a:xfrm>
            <a:custGeom>
              <a:rect b="b" l="l" r="r" t="t"/>
              <a:pathLst>
                <a:path extrusionOk="0" h="1214" w="1749">
                  <a:moveTo>
                    <a:pt x="0" y="0"/>
                  </a:moveTo>
                  <a:cubicBezTo>
                    <a:pt x="63" y="277"/>
                    <a:pt x="196" y="527"/>
                    <a:pt x="366" y="741"/>
                  </a:cubicBezTo>
                  <a:cubicBezTo>
                    <a:pt x="598" y="955"/>
                    <a:pt x="883" y="1115"/>
                    <a:pt x="1178" y="1214"/>
                  </a:cubicBezTo>
                  <a:cubicBezTo>
                    <a:pt x="1365" y="1008"/>
                    <a:pt x="1561" y="794"/>
                    <a:pt x="1749" y="589"/>
                  </a:cubicBezTo>
                  <a:cubicBezTo>
                    <a:pt x="1142" y="437"/>
                    <a:pt x="553" y="232"/>
                    <a:pt x="0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53"/>
            <p:cNvSpPr/>
            <p:nvPr/>
          </p:nvSpPr>
          <p:spPr>
            <a:xfrm>
              <a:off x="3175375" y="3589550"/>
              <a:ext cx="5825" cy="18100"/>
            </a:xfrm>
            <a:custGeom>
              <a:rect b="b" l="l" r="r" t="t"/>
              <a:pathLst>
                <a:path extrusionOk="0" h="724" w="233">
                  <a:moveTo>
                    <a:pt x="36" y="1"/>
                  </a:moveTo>
                  <a:cubicBezTo>
                    <a:pt x="0" y="233"/>
                    <a:pt x="18" y="465"/>
                    <a:pt x="89" y="679"/>
                  </a:cubicBezTo>
                  <a:cubicBezTo>
                    <a:pt x="143" y="688"/>
                    <a:pt x="188" y="705"/>
                    <a:pt x="232" y="723"/>
                  </a:cubicBezTo>
                  <a:cubicBezTo>
                    <a:pt x="152" y="509"/>
                    <a:pt x="116" y="277"/>
                    <a:pt x="143" y="54"/>
                  </a:cubicBezTo>
                  <a:cubicBezTo>
                    <a:pt x="107" y="27"/>
                    <a:pt x="72" y="1"/>
                    <a:pt x="36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53"/>
            <p:cNvSpPr/>
            <p:nvPr/>
          </p:nvSpPr>
          <p:spPr>
            <a:xfrm>
              <a:off x="3178275" y="3590900"/>
              <a:ext cx="46625" cy="31475"/>
            </a:xfrm>
            <a:custGeom>
              <a:rect b="b" l="l" r="r" t="t"/>
              <a:pathLst>
                <a:path extrusionOk="0" h="1259" w="1865">
                  <a:moveTo>
                    <a:pt x="27" y="0"/>
                  </a:moveTo>
                  <a:lnTo>
                    <a:pt x="27" y="0"/>
                  </a:lnTo>
                  <a:cubicBezTo>
                    <a:pt x="0" y="223"/>
                    <a:pt x="36" y="455"/>
                    <a:pt x="116" y="669"/>
                  </a:cubicBezTo>
                  <a:cubicBezTo>
                    <a:pt x="669" y="901"/>
                    <a:pt x="1258" y="1106"/>
                    <a:pt x="1865" y="1258"/>
                  </a:cubicBezTo>
                  <a:cubicBezTo>
                    <a:pt x="1677" y="1133"/>
                    <a:pt x="1490" y="1008"/>
                    <a:pt x="1303" y="874"/>
                  </a:cubicBezTo>
                  <a:cubicBezTo>
                    <a:pt x="857" y="607"/>
                    <a:pt x="428" y="312"/>
                    <a:pt x="27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53"/>
            <p:cNvSpPr/>
            <p:nvPr/>
          </p:nvSpPr>
          <p:spPr>
            <a:xfrm>
              <a:off x="3176250" y="3586425"/>
              <a:ext cx="4500" cy="4500"/>
            </a:xfrm>
            <a:custGeom>
              <a:rect b="b" l="l" r="r" t="t"/>
              <a:pathLst>
                <a:path extrusionOk="0" h="180" w="180">
                  <a:moveTo>
                    <a:pt x="90" y="1"/>
                  </a:moveTo>
                  <a:cubicBezTo>
                    <a:pt x="37" y="1"/>
                    <a:pt x="10" y="72"/>
                    <a:pt x="1" y="126"/>
                  </a:cubicBezTo>
                  <a:cubicBezTo>
                    <a:pt x="37" y="126"/>
                    <a:pt x="72" y="152"/>
                    <a:pt x="108" y="179"/>
                  </a:cubicBezTo>
                  <a:cubicBezTo>
                    <a:pt x="108" y="126"/>
                    <a:pt x="135" y="54"/>
                    <a:pt x="179" y="54"/>
                  </a:cubicBezTo>
                  <a:cubicBezTo>
                    <a:pt x="161" y="28"/>
                    <a:pt x="126" y="1"/>
                    <a:pt x="90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53"/>
            <p:cNvSpPr/>
            <p:nvPr/>
          </p:nvSpPr>
          <p:spPr>
            <a:xfrm>
              <a:off x="3178925" y="3587775"/>
              <a:ext cx="31925" cy="25000"/>
            </a:xfrm>
            <a:custGeom>
              <a:rect b="b" l="l" r="r" t="t"/>
              <a:pathLst>
                <a:path extrusionOk="0" h="1000" w="1277">
                  <a:moveTo>
                    <a:pt x="72" y="0"/>
                  </a:moveTo>
                  <a:cubicBezTo>
                    <a:pt x="28" y="0"/>
                    <a:pt x="1" y="72"/>
                    <a:pt x="1" y="125"/>
                  </a:cubicBezTo>
                  <a:cubicBezTo>
                    <a:pt x="402" y="437"/>
                    <a:pt x="831" y="732"/>
                    <a:pt x="1277" y="999"/>
                  </a:cubicBezTo>
                  <a:cubicBezTo>
                    <a:pt x="1232" y="964"/>
                    <a:pt x="1178" y="928"/>
                    <a:pt x="1134" y="892"/>
                  </a:cubicBezTo>
                  <a:cubicBezTo>
                    <a:pt x="768" y="616"/>
                    <a:pt x="411" y="321"/>
                    <a:pt x="72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53"/>
            <p:cNvSpPr/>
            <p:nvPr/>
          </p:nvSpPr>
          <p:spPr>
            <a:xfrm>
              <a:off x="3527075" y="3467550"/>
              <a:ext cx="42175" cy="42175"/>
            </a:xfrm>
            <a:custGeom>
              <a:rect b="b" l="l" r="r" t="t"/>
              <a:pathLst>
                <a:path extrusionOk="0" h="1687" w="1687">
                  <a:moveTo>
                    <a:pt x="848" y="1"/>
                  </a:moveTo>
                  <a:cubicBezTo>
                    <a:pt x="375" y="1"/>
                    <a:pt x="1" y="376"/>
                    <a:pt x="1" y="839"/>
                  </a:cubicBezTo>
                  <a:cubicBezTo>
                    <a:pt x="1" y="1312"/>
                    <a:pt x="375" y="1687"/>
                    <a:pt x="848" y="1687"/>
                  </a:cubicBezTo>
                  <a:cubicBezTo>
                    <a:pt x="1312" y="1687"/>
                    <a:pt x="1687" y="1312"/>
                    <a:pt x="1687" y="839"/>
                  </a:cubicBezTo>
                  <a:cubicBezTo>
                    <a:pt x="1687" y="376"/>
                    <a:pt x="1312" y="1"/>
                    <a:pt x="848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53"/>
            <p:cNvSpPr/>
            <p:nvPr/>
          </p:nvSpPr>
          <p:spPr>
            <a:xfrm>
              <a:off x="3520825" y="3494750"/>
              <a:ext cx="123150" cy="114000"/>
            </a:xfrm>
            <a:custGeom>
              <a:rect b="b" l="l" r="r" t="t"/>
              <a:pathLst>
                <a:path extrusionOk="0" h="4560" w="4926">
                  <a:moveTo>
                    <a:pt x="2402" y="1"/>
                  </a:moveTo>
                  <a:cubicBezTo>
                    <a:pt x="1385" y="1"/>
                    <a:pt x="459" y="683"/>
                    <a:pt x="188" y="1714"/>
                  </a:cubicBezTo>
                  <a:cubicBezTo>
                    <a:pt x="1" y="2446"/>
                    <a:pt x="197" y="3195"/>
                    <a:pt x="652" y="3739"/>
                  </a:cubicBezTo>
                  <a:cubicBezTo>
                    <a:pt x="947" y="4096"/>
                    <a:pt x="1348" y="4364"/>
                    <a:pt x="1830" y="4489"/>
                  </a:cubicBezTo>
                  <a:cubicBezTo>
                    <a:pt x="2017" y="4537"/>
                    <a:pt x="2205" y="4560"/>
                    <a:pt x="2391" y="4560"/>
                  </a:cubicBezTo>
                  <a:cubicBezTo>
                    <a:pt x="2684" y="4560"/>
                    <a:pt x="2972" y="4503"/>
                    <a:pt x="3239" y="4399"/>
                  </a:cubicBezTo>
                  <a:cubicBezTo>
                    <a:pt x="3890" y="4141"/>
                    <a:pt x="4417" y="3579"/>
                    <a:pt x="4604" y="2847"/>
                  </a:cubicBezTo>
                  <a:cubicBezTo>
                    <a:pt x="4925" y="1625"/>
                    <a:pt x="4185" y="385"/>
                    <a:pt x="2972" y="73"/>
                  </a:cubicBezTo>
                  <a:cubicBezTo>
                    <a:pt x="2781" y="24"/>
                    <a:pt x="2590" y="1"/>
                    <a:pt x="2402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53"/>
            <p:cNvSpPr/>
            <p:nvPr/>
          </p:nvSpPr>
          <p:spPr>
            <a:xfrm>
              <a:off x="3576150" y="3542050"/>
              <a:ext cx="18525" cy="10050"/>
            </a:xfrm>
            <a:custGeom>
              <a:rect b="b" l="l" r="r" t="t"/>
              <a:pathLst>
                <a:path extrusionOk="0" h="402" w="741">
                  <a:moveTo>
                    <a:pt x="130" y="0"/>
                  </a:moveTo>
                  <a:cubicBezTo>
                    <a:pt x="86" y="0"/>
                    <a:pt x="41" y="31"/>
                    <a:pt x="27" y="72"/>
                  </a:cubicBezTo>
                  <a:cubicBezTo>
                    <a:pt x="0" y="134"/>
                    <a:pt x="36" y="197"/>
                    <a:pt x="90" y="224"/>
                  </a:cubicBezTo>
                  <a:lnTo>
                    <a:pt x="571" y="402"/>
                  </a:lnTo>
                  <a:lnTo>
                    <a:pt x="607" y="402"/>
                  </a:lnTo>
                  <a:cubicBezTo>
                    <a:pt x="660" y="402"/>
                    <a:pt x="696" y="375"/>
                    <a:pt x="714" y="331"/>
                  </a:cubicBezTo>
                  <a:cubicBezTo>
                    <a:pt x="741" y="277"/>
                    <a:pt x="705" y="206"/>
                    <a:pt x="652" y="188"/>
                  </a:cubicBezTo>
                  <a:lnTo>
                    <a:pt x="170" y="9"/>
                  </a:lnTo>
                  <a:cubicBezTo>
                    <a:pt x="157" y="3"/>
                    <a:pt x="144" y="0"/>
                    <a:pt x="13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53"/>
            <p:cNvSpPr/>
            <p:nvPr/>
          </p:nvSpPr>
          <p:spPr>
            <a:xfrm>
              <a:off x="3533775" y="3533575"/>
              <a:ext cx="16750" cy="6050"/>
            </a:xfrm>
            <a:custGeom>
              <a:rect b="b" l="l" r="r" t="t"/>
              <a:pathLst>
                <a:path extrusionOk="0" h="242" w="670">
                  <a:moveTo>
                    <a:pt x="116" y="1"/>
                  </a:moveTo>
                  <a:cubicBezTo>
                    <a:pt x="54" y="1"/>
                    <a:pt x="0" y="54"/>
                    <a:pt x="0" y="116"/>
                  </a:cubicBezTo>
                  <a:cubicBezTo>
                    <a:pt x="0" y="179"/>
                    <a:pt x="45" y="224"/>
                    <a:pt x="107" y="232"/>
                  </a:cubicBezTo>
                  <a:lnTo>
                    <a:pt x="544" y="241"/>
                  </a:lnTo>
                  <a:lnTo>
                    <a:pt x="553" y="241"/>
                  </a:lnTo>
                  <a:cubicBezTo>
                    <a:pt x="607" y="241"/>
                    <a:pt x="660" y="197"/>
                    <a:pt x="660" y="134"/>
                  </a:cubicBezTo>
                  <a:cubicBezTo>
                    <a:pt x="669" y="72"/>
                    <a:pt x="616" y="18"/>
                    <a:pt x="553" y="18"/>
                  </a:cubicBezTo>
                  <a:lnTo>
                    <a:pt x="11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53"/>
            <p:cNvSpPr/>
            <p:nvPr/>
          </p:nvSpPr>
          <p:spPr>
            <a:xfrm>
              <a:off x="3545150" y="3558600"/>
              <a:ext cx="23650" cy="10900"/>
            </a:xfrm>
            <a:custGeom>
              <a:rect b="b" l="l" r="r" t="t"/>
              <a:pathLst>
                <a:path extrusionOk="0" h="436" w="946">
                  <a:moveTo>
                    <a:pt x="125" y="1"/>
                  </a:moveTo>
                  <a:cubicBezTo>
                    <a:pt x="96" y="1"/>
                    <a:pt x="67" y="12"/>
                    <a:pt x="45" y="34"/>
                  </a:cubicBezTo>
                  <a:cubicBezTo>
                    <a:pt x="0" y="79"/>
                    <a:pt x="0" y="150"/>
                    <a:pt x="36" y="195"/>
                  </a:cubicBezTo>
                  <a:cubicBezTo>
                    <a:pt x="232" y="391"/>
                    <a:pt x="455" y="436"/>
                    <a:pt x="616" y="436"/>
                  </a:cubicBezTo>
                  <a:cubicBezTo>
                    <a:pt x="750" y="436"/>
                    <a:pt x="839" y="400"/>
                    <a:pt x="848" y="400"/>
                  </a:cubicBezTo>
                  <a:cubicBezTo>
                    <a:pt x="910" y="382"/>
                    <a:pt x="946" y="320"/>
                    <a:pt x="928" y="257"/>
                  </a:cubicBezTo>
                  <a:cubicBezTo>
                    <a:pt x="913" y="213"/>
                    <a:pt x="868" y="181"/>
                    <a:pt x="818" y="181"/>
                  </a:cubicBezTo>
                  <a:cubicBezTo>
                    <a:pt x="807" y="181"/>
                    <a:pt x="796" y="183"/>
                    <a:pt x="785" y="186"/>
                  </a:cubicBezTo>
                  <a:cubicBezTo>
                    <a:pt x="785" y="186"/>
                    <a:pt x="720" y="205"/>
                    <a:pt x="626" y="205"/>
                  </a:cubicBezTo>
                  <a:cubicBezTo>
                    <a:pt x="506" y="205"/>
                    <a:pt x="340" y="174"/>
                    <a:pt x="205" y="34"/>
                  </a:cubicBezTo>
                  <a:cubicBezTo>
                    <a:pt x="183" y="12"/>
                    <a:pt x="154" y="1"/>
                    <a:pt x="1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53"/>
            <p:cNvSpPr/>
            <p:nvPr/>
          </p:nvSpPr>
          <p:spPr>
            <a:xfrm>
              <a:off x="3623425" y="3548325"/>
              <a:ext cx="28800" cy="26075"/>
            </a:xfrm>
            <a:custGeom>
              <a:rect b="b" l="l" r="r" t="t"/>
              <a:pathLst>
                <a:path extrusionOk="0" h="1043" w="1152">
                  <a:moveTo>
                    <a:pt x="577" y="1"/>
                  </a:moveTo>
                  <a:cubicBezTo>
                    <a:pt x="346" y="1"/>
                    <a:pt x="132" y="158"/>
                    <a:pt x="72" y="392"/>
                  </a:cubicBezTo>
                  <a:cubicBezTo>
                    <a:pt x="1" y="668"/>
                    <a:pt x="170" y="954"/>
                    <a:pt x="447" y="1025"/>
                  </a:cubicBezTo>
                  <a:cubicBezTo>
                    <a:pt x="491" y="1037"/>
                    <a:pt x="535" y="1042"/>
                    <a:pt x="579" y="1042"/>
                  </a:cubicBezTo>
                  <a:cubicBezTo>
                    <a:pt x="809" y="1042"/>
                    <a:pt x="1020" y="890"/>
                    <a:pt x="1080" y="651"/>
                  </a:cubicBezTo>
                  <a:cubicBezTo>
                    <a:pt x="1151" y="374"/>
                    <a:pt x="982" y="89"/>
                    <a:pt x="705" y="17"/>
                  </a:cubicBezTo>
                  <a:cubicBezTo>
                    <a:pt x="663" y="6"/>
                    <a:pt x="619" y="1"/>
                    <a:pt x="577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53"/>
            <p:cNvSpPr/>
            <p:nvPr/>
          </p:nvSpPr>
          <p:spPr>
            <a:xfrm>
              <a:off x="3614050" y="3480950"/>
              <a:ext cx="42175" cy="42175"/>
            </a:xfrm>
            <a:custGeom>
              <a:rect b="b" l="l" r="r" t="t"/>
              <a:pathLst>
                <a:path extrusionOk="0" h="1687" w="1687">
                  <a:moveTo>
                    <a:pt x="848" y="0"/>
                  </a:moveTo>
                  <a:cubicBezTo>
                    <a:pt x="376" y="0"/>
                    <a:pt x="1" y="375"/>
                    <a:pt x="1" y="839"/>
                  </a:cubicBezTo>
                  <a:cubicBezTo>
                    <a:pt x="1" y="1312"/>
                    <a:pt x="376" y="1686"/>
                    <a:pt x="848" y="1686"/>
                  </a:cubicBezTo>
                  <a:cubicBezTo>
                    <a:pt x="1312" y="1686"/>
                    <a:pt x="1687" y="1312"/>
                    <a:pt x="1687" y="839"/>
                  </a:cubicBezTo>
                  <a:cubicBezTo>
                    <a:pt x="1687" y="375"/>
                    <a:pt x="1312" y="0"/>
                    <a:pt x="848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53"/>
            <p:cNvSpPr/>
            <p:nvPr/>
          </p:nvSpPr>
          <p:spPr>
            <a:xfrm>
              <a:off x="3035525" y="3855175"/>
              <a:ext cx="18975" cy="18975"/>
            </a:xfrm>
            <a:custGeom>
              <a:rect b="b" l="l" r="r" t="t"/>
              <a:pathLst>
                <a:path extrusionOk="0" h="759" w="759">
                  <a:moveTo>
                    <a:pt x="384" y="1"/>
                  </a:moveTo>
                  <a:cubicBezTo>
                    <a:pt x="170" y="1"/>
                    <a:pt x="1" y="170"/>
                    <a:pt x="1" y="375"/>
                  </a:cubicBezTo>
                  <a:cubicBezTo>
                    <a:pt x="1" y="589"/>
                    <a:pt x="170" y="759"/>
                    <a:pt x="384" y="759"/>
                  </a:cubicBezTo>
                  <a:cubicBezTo>
                    <a:pt x="589" y="759"/>
                    <a:pt x="759" y="589"/>
                    <a:pt x="759" y="375"/>
                  </a:cubicBezTo>
                  <a:cubicBezTo>
                    <a:pt x="759" y="170"/>
                    <a:pt x="589" y="1"/>
                    <a:pt x="384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53"/>
            <p:cNvSpPr/>
            <p:nvPr/>
          </p:nvSpPr>
          <p:spPr>
            <a:xfrm>
              <a:off x="3364050" y="3372100"/>
              <a:ext cx="9400" cy="9625"/>
            </a:xfrm>
            <a:custGeom>
              <a:rect b="b" l="l" r="r" t="t"/>
              <a:pathLst>
                <a:path extrusionOk="0" h="385" w="376">
                  <a:moveTo>
                    <a:pt x="188" y="1"/>
                  </a:moveTo>
                  <a:cubicBezTo>
                    <a:pt x="81" y="1"/>
                    <a:pt x="0" y="90"/>
                    <a:pt x="0" y="197"/>
                  </a:cubicBezTo>
                  <a:cubicBezTo>
                    <a:pt x="0" y="304"/>
                    <a:pt x="81" y="384"/>
                    <a:pt x="188" y="384"/>
                  </a:cubicBezTo>
                  <a:cubicBezTo>
                    <a:pt x="295" y="384"/>
                    <a:pt x="375" y="304"/>
                    <a:pt x="375" y="197"/>
                  </a:cubicBezTo>
                  <a:cubicBezTo>
                    <a:pt x="375" y="90"/>
                    <a:pt x="295" y="1"/>
                    <a:pt x="188" y="1"/>
                  </a:cubicBezTo>
                  <a:close/>
                </a:path>
              </a:pathLst>
            </a:custGeom>
            <a:solidFill>
              <a:srgbClr val="8585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53"/>
            <p:cNvSpPr/>
            <p:nvPr/>
          </p:nvSpPr>
          <p:spPr>
            <a:xfrm>
              <a:off x="4145525" y="3428075"/>
              <a:ext cx="9625" cy="9625"/>
            </a:xfrm>
            <a:custGeom>
              <a:rect b="b" l="l" r="r" t="t"/>
              <a:pathLst>
                <a:path extrusionOk="0" h="385" w="385">
                  <a:moveTo>
                    <a:pt x="188" y="1"/>
                  </a:moveTo>
                  <a:cubicBezTo>
                    <a:pt x="90" y="1"/>
                    <a:pt x="1" y="81"/>
                    <a:pt x="1" y="188"/>
                  </a:cubicBezTo>
                  <a:cubicBezTo>
                    <a:pt x="1" y="295"/>
                    <a:pt x="90" y="384"/>
                    <a:pt x="188" y="384"/>
                  </a:cubicBezTo>
                  <a:cubicBezTo>
                    <a:pt x="295" y="384"/>
                    <a:pt x="384" y="295"/>
                    <a:pt x="384" y="188"/>
                  </a:cubicBezTo>
                  <a:cubicBezTo>
                    <a:pt x="384" y="81"/>
                    <a:pt x="295" y="1"/>
                    <a:pt x="188" y="1"/>
                  </a:cubicBezTo>
                  <a:close/>
                </a:path>
              </a:pathLst>
            </a:custGeom>
            <a:solidFill>
              <a:srgbClr val="8585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53"/>
            <p:cNvSpPr/>
            <p:nvPr/>
          </p:nvSpPr>
          <p:spPr>
            <a:xfrm>
              <a:off x="3953725" y="3280000"/>
              <a:ext cx="13625" cy="13625"/>
            </a:xfrm>
            <a:custGeom>
              <a:rect b="b" l="l" r="r" t="t"/>
              <a:pathLst>
                <a:path extrusionOk="0" h="545" w="545">
                  <a:moveTo>
                    <a:pt x="277" y="0"/>
                  </a:moveTo>
                  <a:cubicBezTo>
                    <a:pt x="126" y="0"/>
                    <a:pt x="1" y="125"/>
                    <a:pt x="1" y="268"/>
                  </a:cubicBezTo>
                  <a:cubicBezTo>
                    <a:pt x="1" y="420"/>
                    <a:pt x="126" y="545"/>
                    <a:pt x="277" y="545"/>
                  </a:cubicBezTo>
                  <a:cubicBezTo>
                    <a:pt x="429" y="545"/>
                    <a:pt x="545" y="420"/>
                    <a:pt x="545" y="268"/>
                  </a:cubicBezTo>
                  <a:cubicBezTo>
                    <a:pt x="545" y="125"/>
                    <a:pt x="429" y="0"/>
                    <a:pt x="277" y="0"/>
                  </a:cubicBezTo>
                  <a:close/>
                </a:path>
              </a:pathLst>
            </a:custGeom>
            <a:solidFill>
              <a:srgbClr val="FFADE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53"/>
            <p:cNvSpPr/>
            <p:nvPr/>
          </p:nvSpPr>
          <p:spPr>
            <a:xfrm>
              <a:off x="3722000" y="3835325"/>
              <a:ext cx="363550" cy="89450"/>
            </a:xfrm>
            <a:custGeom>
              <a:rect b="b" l="l" r="r" t="t"/>
              <a:pathLst>
                <a:path extrusionOk="0" h="3578" w="14542">
                  <a:moveTo>
                    <a:pt x="1" y="1"/>
                  </a:moveTo>
                  <a:lnTo>
                    <a:pt x="1" y="3578"/>
                  </a:lnTo>
                  <a:lnTo>
                    <a:pt x="12686" y="3578"/>
                  </a:lnTo>
                  <a:cubicBezTo>
                    <a:pt x="13712" y="3578"/>
                    <a:pt x="14542" y="2748"/>
                    <a:pt x="14542" y="1722"/>
                  </a:cubicBezTo>
                  <a:cubicBezTo>
                    <a:pt x="14542" y="768"/>
                    <a:pt x="13775" y="1"/>
                    <a:pt x="12820" y="1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53"/>
            <p:cNvSpPr/>
            <p:nvPr/>
          </p:nvSpPr>
          <p:spPr>
            <a:xfrm>
              <a:off x="3712425" y="3752800"/>
              <a:ext cx="363550" cy="81000"/>
            </a:xfrm>
            <a:custGeom>
              <a:rect b="b" l="l" r="r" t="t"/>
              <a:pathLst>
                <a:path extrusionOk="0" h="3240" w="14542">
                  <a:moveTo>
                    <a:pt x="1677" y="1"/>
                  </a:moveTo>
                  <a:cubicBezTo>
                    <a:pt x="749" y="1"/>
                    <a:pt x="0" y="750"/>
                    <a:pt x="0" y="1678"/>
                  </a:cubicBezTo>
                  <a:cubicBezTo>
                    <a:pt x="0" y="2543"/>
                    <a:pt x="696" y="3239"/>
                    <a:pt x="1561" y="3239"/>
                  </a:cubicBezTo>
                  <a:lnTo>
                    <a:pt x="14541" y="3239"/>
                  </a:lnTo>
                  <a:lnTo>
                    <a:pt x="145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53"/>
            <p:cNvSpPr/>
            <p:nvPr/>
          </p:nvSpPr>
          <p:spPr>
            <a:xfrm>
              <a:off x="3710850" y="3751250"/>
              <a:ext cx="366450" cy="84100"/>
            </a:xfrm>
            <a:custGeom>
              <a:rect b="b" l="l" r="r" t="t"/>
              <a:pathLst>
                <a:path extrusionOk="0" h="3364" w="14658">
                  <a:moveTo>
                    <a:pt x="14542" y="116"/>
                  </a:moveTo>
                  <a:lnTo>
                    <a:pt x="14542" y="3248"/>
                  </a:lnTo>
                  <a:lnTo>
                    <a:pt x="1624" y="3248"/>
                  </a:lnTo>
                  <a:cubicBezTo>
                    <a:pt x="795" y="3248"/>
                    <a:pt x="117" y="2570"/>
                    <a:pt x="117" y="1740"/>
                  </a:cubicBezTo>
                  <a:cubicBezTo>
                    <a:pt x="117" y="848"/>
                    <a:pt x="848" y="116"/>
                    <a:pt x="1740" y="116"/>
                  </a:cubicBezTo>
                  <a:close/>
                  <a:moveTo>
                    <a:pt x="1740" y="0"/>
                  </a:moveTo>
                  <a:cubicBezTo>
                    <a:pt x="786" y="0"/>
                    <a:pt x="1" y="785"/>
                    <a:pt x="1" y="1740"/>
                  </a:cubicBezTo>
                  <a:cubicBezTo>
                    <a:pt x="1" y="2632"/>
                    <a:pt x="732" y="3364"/>
                    <a:pt x="1624" y="3364"/>
                  </a:cubicBezTo>
                  <a:lnTo>
                    <a:pt x="14658" y="3364"/>
                  </a:lnTo>
                  <a:lnTo>
                    <a:pt x="14658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53"/>
            <p:cNvSpPr/>
            <p:nvPr/>
          </p:nvSpPr>
          <p:spPr>
            <a:xfrm>
              <a:off x="3735375" y="3767750"/>
              <a:ext cx="342825" cy="49750"/>
            </a:xfrm>
            <a:custGeom>
              <a:rect b="b" l="l" r="r" t="t"/>
              <a:pathLst>
                <a:path extrusionOk="0" h="1990" w="13713">
                  <a:moveTo>
                    <a:pt x="1027" y="1"/>
                  </a:moveTo>
                  <a:cubicBezTo>
                    <a:pt x="456" y="1"/>
                    <a:pt x="1" y="464"/>
                    <a:pt x="1" y="1035"/>
                  </a:cubicBezTo>
                  <a:cubicBezTo>
                    <a:pt x="1" y="1562"/>
                    <a:pt x="429" y="1990"/>
                    <a:pt x="955" y="1990"/>
                  </a:cubicBezTo>
                  <a:lnTo>
                    <a:pt x="13713" y="1990"/>
                  </a:lnTo>
                  <a:lnTo>
                    <a:pt x="13713" y="1"/>
                  </a:ln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53"/>
            <p:cNvSpPr/>
            <p:nvPr/>
          </p:nvSpPr>
          <p:spPr>
            <a:xfrm>
              <a:off x="3722000" y="3855175"/>
              <a:ext cx="342825" cy="49750"/>
            </a:xfrm>
            <a:custGeom>
              <a:rect b="b" l="l" r="r" t="t"/>
              <a:pathLst>
                <a:path extrusionOk="0" h="1990" w="13713">
                  <a:moveTo>
                    <a:pt x="1" y="1"/>
                  </a:moveTo>
                  <a:lnTo>
                    <a:pt x="1" y="1990"/>
                  </a:lnTo>
                  <a:lnTo>
                    <a:pt x="12677" y="1990"/>
                  </a:lnTo>
                  <a:cubicBezTo>
                    <a:pt x="13248" y="1990"/>
                    <a:pt x="13712" y="1526"/>
                    <a:pt x="13712" y="955"/>
                  </a:cubicBezTo>
                  <a:cubicBezTo>
                    <a:pt x="13712" y="429"/>
                    <a:pt x="13284" y="1"/>
                    <a:pt x="12758" y="1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53"/>
            <p:cNvSpPr/>
            <p:nvPr/>
          </p:nvSpPr>
          <p:spPr>
            <a:xfrm>
              <a:off x="3720900" y="3854050"/>
              <a:ext cx="345025" cy="52000"/>
            </a:xfrm>
            <a:custGeom>
              <a:rect b="b" l="l" r="r" t="t"/>
              <a:pathLst>
                <a:path extrusionOk="0" h="2080" w="13801">
                  <a:moveTo>
                    <a:pt x="12802" y="81"/>
                  </a:moveTo>
                  <a:cubicBezTo>
                    <a:pt x="13301" y="81"/>
                    <a:pt x="13712" y="501"/>
                    <a:pt x="13712" y="1000"/>
                  </a:cubicBezTo>
                  <a:cubicBezTo>
                    <a:pt x="13712" y="1544"/>
                    <a:pt x="13275" y="1990"/>
                    <a:pt x="12721" y="1990"/>
                  </a:cubicBezTo>
                  <a:lnTo>
                    <a:pt x="89" y="1990"/>
                  </a:lnTo>
                  <a:lnTo>
                    <a:pt x="89" y="81"/>
                  </a:lnTo>
                  <a:close/>
                  <a:moveTo>
                    <a:pt x="0" y="1"/>
                  </a:moveTo>
                  <a:lnTo>
                    <a:pt x="0" y="2080"/>
                  </a:lnTo>
                  <a:lnTo>
                    <a:pt x="12721" y="2080"/>
                  </a:lnTo>
                  <a:cubicBezTo>
                    <a:pt x="13319" y="2080"/>
                    <a:pt x="13801" y="1598"/>
                    <a:pt x="13801" y="1000"/>
                  </a:cubicBezTo>
                  <a:cubicBezTo>
                    <a:pt x="13801" y="447"/>
                    <a:pt x="13355" y="1"/>
                    <a:pt x="12802" y="1"/>
                  </a:cubicBezTo>
                  <a:close/>
                </a:path>
              </a:pathLst>
            </a:custGeom>
            <a:solidFill>
              <a:srgbClr val="B9A7F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53"/>
            <p:cNvSpPr/>
            <p:nvPr/>
          </p:nvSpPr>
          <p:spPr>
            <a:xfrm>
              <a:off x="4059225" y="3632600"/>
              <a:ext cx="138075" cy="295750"/>
            </a:xfrm>
            <a:custGeom>
              <a:rect b="b" l="l" r="r" t="t"/>
              <a:pathLst>
                <a:path extrusionOk="0" h="11830" w="5523">
                  <a:moveTo>
                    <a:pt x="3256" y="0"/>
                  </a:moveTo>
                  <a:lnTo>
                    <a:pt x="0" y="661"/>
                  </a:lnTo>
                  <a:lnTo>
                    <a:pt x="2266" y="11830"/>
                  </a:lnTo>
                  <a:lnTo>
                    <a:pt x="5522" y="11170"/>
                  </a:lnTo>
                  <a:lnTo>
                    <a:pt x="3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53"/>
            <p:cNvSpPr/>
            <p:nvPr/>
          </p:nvSpPr>
          <p:spPr>
            <a:xfrm>
              <a:off x="4057650" y="3630825"/>
              <a:ext cx="141425" cy="299100"/>
            </a:xfrm>
            <a:custGeom>
              <a:rect b="b" l="l" r="r" t="t"/>
              <a:pathLst>
                <a:path extrusionOk="0" h="11964" w="5657">
                  <a:moveTo>
                    <a:pt x="3275" y="143"/>
                  </a:moveTo>
                  <a:lnTo>
                    <a:pt x="5514" y="11196"/>
                  </a:lnTo>
                  <a:lnTo>
                    <a:pt x="2374" y="11829"/>
                  </a:lnTo>
                  <a:lnTo>
                    <a:pt x="135" y="776"/>
                  </a:lnTo>
                  <a:lnTo>
                    <a:pt x="3275" y="143"/>
                  </a:lnTo>
                  <a:close/>
                  <a:moveTo>
                    <a:pt x="3373" y="0"/>
                  </a:moveTo>
                  <a:lnTo>
                    <a:pt x="1" y="687"/>
                  </a:lnTo>
                  <a:lnTo>
                    <a:pt x="2267" y="11910"/>
                  </a:lnTo>
                  <a:lnTo>
                    <a:pt x="2285" y="11963"/>
                  </a:lnTo>
                  <a:lnTo>
                    <a:pt x="5657" y="11285"/>
                  </a:lnTo>
                  <a:lnTo>
                    <a:pt x="3382" y="63"/>
                  </a:lnTo>
                  <a:lnTo>
                    <a:pt x="3373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53"/>
            <p:cNvSpPr/>
            <p:nvPr/>
          </p:nvSpPr>
          <p:spPr>
            <a:xfrm>
              <a:off x="4078400" y="3689475"/>
              <a:ext cx="65150" cy="31900"/>
            </a:xfrm>
            <a:custGeom>
              <a:rect b="b" l="l" r="r" t="t"/>
              <a:pathLst>
                <a:path extrusionOk="0" h="1276" w="2606">
                  <a:moveTo>
                    <a:pt x="2445" y="0"/>
                  </a:moveTo>
                  <a:lnTo>
                    <a:pt x="0" y="500"/>
                  </a:lnTo>
                  <a:lnTo>
                    <a:pt x="161" y="1276"/>
                  </a:lnTo>
                  <a:lnTo>
                    <a:pt x="2605" y="785"/>
                  </a:lnTo>
                  <a:lnTo>
                    <a:pt x="2445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53"/>
            <p:cNvSpPr/>
            <p:nvPr/>
          </p:nvSpPr>
          <p:spPr>
            <a:xfrm>
              <a:off x="3532875" y="3493175"/>
              <a:ext cx="106400" cy="54700"/>
            </a:xfrm>
            <a:custGeom>
              <a:rect b="b" l="l" r="r" t="t"/>
              <a:pathLst>
                <a:path extrusionOk="0" h="2188" w="4256">
                  <a:moveTo>
                    <a:pt x="1973" y="1"/>
                  </a:moveTo>
                  <a:cubicBezTo>
                    <a:pt x="1166" y="1"/>
                    <a:pt x="413" y="431"/>
                    <a:pt x="1" y="1126"/>
                  </a:cubicBezTo>
                  <a:lnTo>
                    <a:pt x="1606" y="350"/>
                  </a:lnTo>
                  <a:cubicBezTo>
                    <a:pt x="1740" y="1385"/>
                    <a:pt x="2632" y="2187"/>
                    <a:pt x="3712" y="2187"/>
                  </a:cubicBezTo>
                  <a:cubicBezTo>
                    <a:pt x="3899" y="2187"/>
                    <a:pt x="4078" y="2161"/>
                    <a:pt x="4256" y="2116"/>
                  </a:cubicBezTo>
                  <a:cubicBezTo>
                    <a:pt x="4185" y="1170"/>
                    <a:pt x="3516" y="323"/>
                    <a:pt x="2543" y="73"/>
                  </a:cubicBezTo>
                  <a:cubicBezTo>
                    <a:pt x="2353" y="24"/>
                    <a:pt x="2161" y="1"/>
                    <a:pt x="1973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9" name="Google Shape;929;p53"/>
          <p:cNvGrpSpPr/>
          <p:nvPr/>
        </p:nvGrpSpPr>
        <p:grpSpPr>
          <a:xfrm>
            <a:off x="6995645" y="123213"/>
            <a:ext cx="2016161" cy="268074"/>
            <a:chOff x="13926838" y="280450"/>
            <a:chExt cx="4032322" cy="536147"/>
          </a:xfrm>
        </p:grpSpPr>
        <p:grpSp>
          <p:nvGrpSpPr>
            <p:cNvPr id="930" name="Google Shape;930;p53"/>
            <p:cNvGrpSpPr/>
            <p:nvPr/>
          </p:nvGrpSpPr>
          <p:grpSpPr>
            <a:xfrm>
              <a:off x="13926838" y="458525"/>
              <a:ext cx="2251983" cy="179993"/>
              <a:chOff x="4935498" y="1642212"/>
              <a:chExt cx="2734980" cy="217042"/>
            </a:xfrm>
          </p:grpSpPr>
          <p:sp>
            <p:nvSpPr>
              <p:cNvPr id="931" name="Google Shape;931;p53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932" name="Google Shape;932;p53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933" name="Google Shape;933;p53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934" name="Google Shape;934;p53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935" name="Google Shape;935;p53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936" name="Google Shape;936;p53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937" name="Google Shape;937;p53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938" name="Google Shape;938;p53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939" name="Google Shape;939;p53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940" name="Google Shape;940;p53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941" name="Google Shape;941;p53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942" name="Google Shape;942;p53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943" name="Google Shape;943;p53"/>
            <p:cNvSpPr/>
            <p:nvPr/>
          </p:nvSpPr>
          <p:spPr>
            <a:xfrm>
              <a:off x="16407600" y="280450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944" name="Google Shape;944;p53"/>
          <p:cNvGrpSpPr/>
          <p:nvPr/>
        </p:nvGrpSpPr>
        <p:grpSpPr>
          <a:xfrm>
            <a:off x="5264130" y="1799942"/>
            <a:ext cx="4532918" cy="3559885"/>
            <a:chOff x="10528261" y="3599884"/>
            <a:chExt cx="9065836" cy="7119770"/>
          </a:xfrm>
        </p:grpSpPr>
        <p:sp>
          <p:nvSpPr>
            <p:cNvPr id="945" name="Google Shape;945;p53"/>
            <p:cNvSpPr/>
            <p:nvPr/>
          </p:nvSpPr>
          <p:spPr>
            <a:xfrm flipH="1">
              <a:off x="11435622" y="9164271"/>
              <a:ext cx="2025203" cy="1536267"/>
            </a:xfrm>
            <a:custGeom>
              <a:rect b="b" l="l" r="r" t="t"/>
              <a:pathLst>
                <a:path extrusionOk="0" h="7321" w="9651">
                  <a:moveTo>
                    <a:pt x="1" y="0"/>
                  </a:moveTo>
                  <a:lnTo>
                    <a:pt x="1" y="5079"/>
                  </a:lnTo>
                  <a:cubicBezTo>
                    <a:pt x="1" y="6318"/>
                    <a:pt x="1003" y="7321"/>
                    <a:pt x="2239" y="7321"/>
                  </a:cubicBezTo>
                  <a:lnTo>
                    <a:pt x="7412" y="7321"/>
                  </a:lnTo>
                  <a:cubicBezTo>
                    <a:pt x="8648" y="7321"/>
                    <a:pt x="9651" y="6318"/>
                    <a:pt x="9651" y="5079"/>
                  </a:cubicBezTo>
                  <a:lnTo>
                    <a:pt x="9651" y="0"/>
                  </a:lnTo>
                  <a:close/>
                </a:path>
              </a:pathLst>
            </a:custGeom>
            <a:solidFill>
              <a:srgbClr val="CC9E1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53"/>
            <p:cNvSpPr/>
            <p:nvPr/>
          </p:nvSpPr>
          <p:spPr>
            <a:xfrm flipH="1">
              <a:off x="12031598" y="7273789"/>
              <a:ext cx="666665" cy="809389"/>
            </a:xfrm>
            <a:custGeom>
              <a:rect b="b" l="l" r="r" t="t"/>
              <a:pathLst>
                <a:path extrusionOk="0" h="3660" w="2954">
                  <a:moveTo>
                    <a:pt x="1517" y="1"/>
                  </a:moveTo>
                  <a:lnTo>
                    <a:pt x="1616" y="15"/>
                  </a:lnTo>
                  <a:cubicBezTo>
                    <a:pt x="1566" y="10"/>
                    <a:pt x="1517" y="8"/>
                    <a:pt x="1469" y="8"/>
                  </a:cubicBezTo>
                  <a:cubicBezTo>
                    <a:pt x="966" y="8"/>
                    <a:pt x="530" y="281"/>
                    <a:pt x="274" y="730"/>
                  </a:cubicBezTo>
                  <a:cubicBezTo>
                    <a:pt x="66" y="1094"/>
                    <a:pt x="1" y="1524"/>
                    <a:pt x="15" y="1944"/>
                  </a:cubicBezTo>
                  <a:cubicBezTo>
                    <a:pt x="30" y="2323"/>
                    <a:pt x="117" y="2709"/>
                    <a:pt x="329" y="3023"/>
                  </a:cubicBezTo>
                  <a:cubicBezTo>
                    <a:pt x="577" y="3387"/>
                    <a:pt x="992" y="3632"/>
                    <a:pt x="1434" y="3657"/>
                  </a:cubicBezTo>
                  <a:cubicBezTo>
                    <a:pt x="1458" y="3659"/>
                    <a:pt x="1483" y="3659"/>
                    <a:pt x="1507" y="3659"/>
                  </a:cubicBezTo>
                  <a:cubicBezTo>
                    <a:pt x="1921" y="3659"/>
                    <a:pt x="2334" y="3459"/>
                    <a:pt x="2578" y="3129"/>
                  </a:cubicBezTo>
                  <a:cubicBezTo>
                    <a:pt x="2768" y="2873"/>
                    <a:pt x="2855" y="2556"/>
                    <a:pt x="2881" y="2243"/>
                  </a:cubicBezTo>
                  <a:cubicBezTo>
                    <a:pt x="2954" y="1371"/>
                    <a:pt x="2545" y="88"/>
                    <a:pt x="1517" y="1"/>
                  </a:cubicBezTo>
                  <a:close/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53"/>
            <p:cNvSpPr/>
            <p:nvPr/>
          </p:nvSpPr>
          <p:spPr>
            <a:xfrm flipH="1">
              <a:off x="12529540" y="7607451"/>
              <a:ext cx="649677" cy="628902"/>
            </a:xfrm>
            <a:custGeom>
              <a:rect b="b" l="l" r="r" t="t"/>
              <a:pathLst>
                <a:path extrusionOk="0" h="2997" w="3096">
                  <a:moveTo>
                    <a:pt x="1433" y="0"/>
                  </a:moveTo>
                  <a:lnTo>
                    <a:pt x="0" y="1433"/>
                  </a:lnTo>
                  <a:lnTo>
                    <a:pt x="1265" y="2698"/>
                  </a:lnTo>
                  <a:cubicBezTo>
                    <a:pt x="1462" y="2897"/>
                    <a:pt x="1721" y="2996"/>
                    <a:pt x="1980" y="2996"/>
                  </a:cubicBezTo>
                  <a:cubicBezTo>
                    <a:pt x="2240" y="2996"/>
                    <a:pt x="2499" y="2897"/>
                    <a:pt x="2698" y="2698"/>
                  </a:cubicBezTo>
                  <a:cubicBezTo>
                    <a:pt x="3095" y="2304"/>
                    <a:pt x="3095" y="1659"/>
                    <a:pt x="2698" y="1265"/>
                  </a:cubicBezTo>
                  <a:lnTo>
                    <a:pt x="1433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53"/>
            <p:cNvSpPr/>
            <p:nvPr/>
          </p:nvSpPr>
          <p:spPr>
            <a:xfrm flipH="1">
              <a:off x="11987096" y="7876679"/>
              <a:ext cx="912191" cy="845461"/>
            </a:xfrm>
            <a:custGeom>
              <a:rect b="b" l="l" r="r" t="t"/>
              <a:pathLst>
                <a:path extrusionOk="0" h="4029" w="4347">
                  <a:moveTo>
                    <a:pt x="1" y="0"/>
                  </a:moveTo>
                  <a:lnTo>
                    <a:pt x="1" y="3107"/>
                  </a:lnTo>
                  <a:cubicBezTo>
                    <a:pt x="1" y="3617"/>
                    <a:pt x="412" y="4029"/>
                    <a:pt x="919" y="4029"/>
                  </a:cubicBezTo>
                  <a:lnTo>
                    <a:pt x="3424" y="4029"/>
                  </a:lnTo>
                  <a:cubicBezTo>
                    <a:pt x="3934" y="4029"/>
                    <a:pt x="4346" y="3617"/>
                    <a:pt x="4346" y="3107"/>
                  </a:cubicBezTo>
                  <a:lnTo>
                    <a:pt x="4346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53"/>
            <p:cNvSpPr/>
            <p:nvPr/>
          </p:nvSpPr>
          <p:spPr>
            <a:xfrm flipH="1">
              <a:off x="12140913" y="7346407"/>
              <a:ext cx="531115" cy="492503"/>
            </a:xfrm>
            <a:custGeom>
              <a:rect b="b" l="l" r="r" t="t"/>
              <a:pathLst>
                <a:path extrusionOk="0" h="2347" w="2531">
                  <a:moveTo>
                    <a:pt x="1232" y="0"/>
                  </a:moveTo>
                  <a:cubicBezTo>
                    <a:pt x="710" y="0"/>
                    <a:pt x="234" y="350"/>
                    <a:pt x="99" y="880"/>
                  </a:cubicBezTo>
                  <a:cubicBezTo>
                    <a:pt x="0" y="1259"/>
                    <a:pt x="99" y="1645"/>
                    <a:pt x="332" y="1926"/>
                  </a:cubicBezTo>
                  <a:cubicBezTo>
                    <a:pt x="485" y="2108"/>
                    <a:pt x="693" y="2247"/>
                    <a:pt x="941" y="2309"/>
                  </a:cubicBezTo>
                  <a:cubicBezTo>
                    <a:pt x="1039" y="2335"/>
                    <a:pt x="1137" y="2347"/>
                    <a:pt x="1234" y="2347"/>
                  </a:cubicBezTo>
                  <a:cubicBezTo>
                    <a:pt x="1383" y="2347"/>
                    <a:pt x="1528" y="2318"/>
                    <a:pt x="1663" y="2265"/>
                  </a:cubicBezTo>
                  <a:cubicBezTo>
                    <a:pt x="2002" y="2130"/>
                    <a:pt x="2272" y="1842"/>
                    <a:pt x="2366" y="1467"/>
                  </a:cubicBezTo>
                  <a:cubicBezTo>
                    <a:pt x="2530" y="840"/>
                    <a:pt x="2151" y="202"/>
                    <a:pt x="1524" y="37"/>
                  </a:cubicBezTo>
                  <a:cubicBezTo>
                    <a:pt x="1426" y="12"/>
                    <a:pt x="1328" y="0"/>
                    <a:pt x="1232" y="0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53"/>
            <p:cNvSpPr/>
            <p:nvPr/>
          </p:nvSpPr>
          <p:spPr>
            <a:xfrm flipH="1">
              <a:off x="12068963" y="7291431"/>
              <a:ext cx="378139" cy="348551"/>
            </a:xfrm>
            <a:custGeom>
              <a:rect b="b" l="l" r="r" t="t"/>
              <a:pathLst>
                <a:path extrusionOk="0" h="1661" w="1802">
                  <a:moveTo>
                    <a:pt x="1" y="1"/>
                  </a:moveTo>
                  <a:lnTo>
                    <a:pt x="1" y="1"/>
                  </a:lnTo>
                  <a:cubicBezTo>
                    <a:pt x="40" y="887"/>
                    <a:pt x="863" y="1660"/>
                    <a:pt x="1747" y="1660"/>
                  </a:cubicBezTo>
                  <a:cubicBezTo>
                    <a:pt x="1765" y="1660"/>
                    <a:pt x="1784" y="1660"/>
                    <a:pt x="1802" y="1659"/>
                  </a:cubicBezTo>
                  <a:lnTo>
                    <a:pt x="1135" y="32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53"/>
            <p:cNvSpPr/>
            <p:nvPr/>
          </p:nvSpPr>
          <p:spPr>
            <a:xfrm flipH="1">
              <a:off x="12337832" y="7308970"/>
              <a:ext cx="307848" cy="191847"/>
            </a:xfrm>
            <a:custGeom>
              <a:rect b="b" l="l" r="r" t="t"/>
              <a:pathLst>
                <a:path extrusionOk="0" h="1098" w="1762">
                  <a:moveTo>
                    <a:pt x="1762" y="1"/>
                  </a:moveTo>
                  <a:lnTo>
                    <a:pt x="526" y="223"/>
                  </a:lnTo>
                  <a:lnTo>
                    <a:pt x="1" y="1062"/>
                  </a:lnTo>
                  <a:cubicBezTo>
                    <a:pt x="102" y="1086"/>
                    <a:pt x="205" y="1098"/>
                    <a:pt x="308" y="1098"/>
                  </a:cubicBezTo>
                  <a:cubicBezTo>
                    <a:pt x="955" y="1098"/>
                    <a:pt x="1601" y="636"/>
                    <a:pt x="1762" y="1"/>
                  </a:cubicBezTo>
                  <a:close/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952" name="Google Shape;952;p53"/>
            <p:cNvSpPr/>
            <p:nvPr/>
          </p:nvSpPr>
          <p:spPr>
            <a:xfrm flipH="1">
              <a:off x="12345932" y="7544079"/>
              <a:ext cx="95059" cy="57497"/>
            </a:xfrm>
            <a:custGeom>
              <a:rect b="b" l="l" r="r" t="t"/>
              <a:pathLst>
                <a:path extrusionOk="0" h="274" w="453">
                  <a:moveTo>
                    <a:pt x="103" y="1"/>
                  </a:moveTo>
                  <a:cubicBezTo>
                    <a:pt x="67" y="1"/>
                    <a:pt x="33" y="24"/>
                    <a:pt x="19" y="58"/>
                  </a:cubicBezTo>
                  <a:cubicBezTo>
                    <a:pt x="0" y="105"/>
                    <a:pt x="26" y="160"/>
                    <a:pt x="73" y="178"/>
                  </a:cubicBezTo>
                  <a:lnTo>
                    <a:pt x="317" y="269"/>
                  </a:lnTo>
                  <a:cubicBezTo>
                    <a:pt x="328" y="273"/>
                    <a:pt x="339" y="273"/>
                    <a:pt x="350" y="273"/>
                  </a:cubicBezTo>
                  <a:cubicBezTo>
                    <a:pt x="387" y="273"/>
                    <a:pt x="423" y="251"/>
                    <a:pt x="434" y="215"/>
                  </a:cubicBezTo>
                  <a:cubicBezTo>
                    <a:pt x="452" y="167"/>
                    <a:pt x="431" y="116"/>
                    <a:pt x="383" y="98"/>
                  </a:cubicBezTo>
                  <a:lnTo>
                    <a:pt x="135" y="7"/>
                  </a:lnTo>
                  <a:cubicBezTo>
                    <a:pt x="125" y="3"/>
                    <a:pt x="114" y="1"/>
                    <a:pt x="10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53"/>
            <p:cNvSpPr/>
            <p:nvPr/>
          </p:nvSpPr>
          <p:spPr>
            <a:xfrm flipH="1">
              <a:off x="12537308" y="7507986"/>
              <a:ext cx="86666" cy="39241"/>
            </a:xfrm>
            <a:custGeom>
              <a:rect b="b" l="l" r="r" t="t"/>
              <a:pathLst>
                <a:path extrusionOk="0" h="187" w="413">
                  <a:moveTo>
                    <a:pt x="96" y="0"/>
                  </a:moveTo>
                  <a:cubicBezTo>
                    <a:pt x="45" y="0"/>
                    <a:pt x="5" y="37"/>
                    <a:pt x="5" y="88"/>
                  </a:cubicBezTo>
                  <a:cubicBezTo>
                    <a:pt x="1" y="139"/>
                    <a:pt x="41" y="179"/>
                    <a:pt x="92" y="183"/>
                  </a:cubicBezTo>
                  <a:lnTo>
                    <a:pt x="318" y="186"/>
                  </a:lnTo>
                  <a:cubicBezTo>
                    <a:pt x="369" y="186"/>
                    <a:pt x="409" y="150"/>
                    <a:pt x="409" y="99"/>
                  </a:cubicBezTo>
                  <a:cubicBezTo>
                    <a:pt x="413" y="48"/>
                    <a:pt x="373" y="8"/>
                    <a:pt x="322" y="4"/>
                  </a:cubicBezTo>
                  <a:lnTo>
                    <a:pt x="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53"/>
            <p:cNvSpPr/>
            <p:nvPr/>
          </p:nvSpPr>
          <p:spPr>
            <a:xfrm flipH="1">
              <a:off x="12457568" y="7615215"/>
              <a:ext cx="118142" cy="60435"/>
            </a:xfrm>
            <a:custGeom>
              <a:rect b="b" l="l" r="r" t="t"/>
              <a:pathLst>
                <a:path extrusionOk="0" h="288" w="563">
                  <a:moveTo>
                    <a:pt x="101" y="1"/>
                  </a:moveTo>
                  <a:cubicBezTo>
                    <a:pt x="79" y="1"/>
                    <a:pt x="57" y="9"/>
                    <a:pt x="41" y="25"/>
                  </a:cubicBezTo>
                  <a:cubicBezTo>
                    <a:pt x="4" y="62"/>
                    <a:pt x="1" y="120"/>
                    <a:pt x="37" y="156"/>
                  </a:cubicBezTo>
                  <a:cubicBezTo>
                    <a:pt x="143" y="266"/>
                    <a:pt x="267" y="288"/>
                    <a:pt x="358" y="288"/>
                  </a:cubicBezTo>
                  <a:cubicBezTo>
                    <a:pt x="431" y="288"/>
                    <a:pt x="482" y="273"/>
                    <a:pt x="489" y="273"/>
                  </a:cubicBezTo>
                  <a:cubicBezTo>
                    <a:pt x="537" y="258"/>
                    <a:pt x="562" y="207"/>
                    <a:pt x="548" y="160"/>
                  </a:cubicBezTo>
                  <a:cubicBezTo>
                    <a:pt x="536" y="121"/>
                    <a:pt x="499" y="94"/>
                    <a:pt x="460" y="94"/>
                  </a:cubicBezTo>
                  <a:cubicBezTo>
                    <a:pt x="451" y="94"/>
                    <a:pt x="443" y="96"/>
                    <a:pt x="435" y="98"/>
                  </a:cubicBezTo>
                  <a:cubicBezTo>
                    <a:pt x="431" y="98"/>
                    <a:pt x="401" y="106"/>
                    <a:pt x="359" y="106"/>
                  </a:cubicBezTo>
                  <a:cubicBezTo>
                    <a:pt x="304" y="106"/>
                    <a:pt x="230" y="93"/>
                    <a:pt x="168" y="29"/>
                  </a:cubicBezTo>
                  <a:cubicBezTo>
                    <a:pt x="150" y="10"/>
                    <a:pt x="125" y="1"/>
                    <a:pt x="10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53"/>
            <p:cNvSpPr/>
            <p:nvPr/>
          </p:nvSpPr>
          <p:spPr>
            <a:xfrm flipH="1">
              <a:off x="12123289" y="7585628"/>
              <a:ext cx="124228" cy="112476"/>
            </a:xfrm>
            <a:custGeom>
              <a:rect b="b" l="l" r="r" t="t"/>
              <a:pathLst>
                <a:path extrusionOk="0" h="536" w="592">
                  <a:moveTo>
                    <a:pt x="294" y="1"/>
                  </a:moveTo>
                  <a:cubicBezTo>
                    <a:pt x="176" y="1"/>
                    <a:pt x="68" y="79"/>
                    <a:pt x="37" y="199"/>
                  </a:cubicBezTo>
                  <a:cubicBezTo>
                    <a:pt x="1" y="345"/>
                    <a:pt x="85" y="491"/>
                    <a:pt x="227" y="527"/>
                  </a:cubicBezTo>
                  <a:cubicBezTo>
                    <a:pt x="249" y="533"/>
                    <a:pt x="272" y="535"/>
                    <a:pt x="294" y="535"/>
                  </a:cubicBezTo>
                  <a:cubicBezTo>
                    <a:pt x="415" y="535"/>
                    <a:pt x="524" y="454"/>
                    <a:pt x="555" y="334"/>
                  </a:cubicBezTo>
                  <a:cubicBezTo>
                    <a:pt x="591" y="192"/>
                    <a:pt x="504" y="46"/>
                    <a:pt x="362" y="9"/>
                  </a:cubicBezTo>
                  <a:cubicBezTo>
                    <a:pt x="339" y="4"/>
                    <a:pt x="317" y="1"/>
                    <a:pt x="294" y="1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53"/>
            <p:cNvSpPr/>
            <p:nvPr/>
          </p:nvSpPr>
          <p:spPr>
            <a:xfrm flipH="1">
              <a:off x="12155390" y="8295943"/>
              <a:ext cx="876308" cy="713889"/>
            </a:xfrm>
            <a:custGeom>
              <a:rect b="b" l="l" r="r" t="t"/>
              <a:pathLst>
                <a:path extrusionOk="0" h="3402" w="4176">
                  <a:moveTo>
                    <a:pt x="1" y="0"/>
                  </a:moveTo>
                  <a:lnTo>
                    <a:pt x="1" y="3402"/>
                  </a:lnTo>
                  <a:lnTo>
                    <a:pt x="4175" y="3402"/>
                  </a:lnTo>
                  <a:lnTo>
                    <a:pt x="4175" y="0"/>
                  </a:lnTo>
                  <a:close/>
                </a:path>
              </a:pathLst>
            </a:custGeom>
            <a:solidFill>
              <a:srgbClr val="4A4848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53"/>
            <p:cNvSpPr/>
            <p:nvPr/>
          </p:nvSpPr>
          <p:spPr>
            <a:xfrm flipH="1">
              <a:off x="10528261" y="8334764"/>
              <a:ext cx="2473639" cy="1469956"/>
            </a:xfrm>
            <a:custGeom>
              <a:rect b="b" l="l" r="r" t="t"/>
              <a:pathLst>
                <a:path extrusionOk="0" h="7005" w="11788">
                  <a:moveTo>
                    <a:pt x="9815" y="1"/>
                  </a:moveTo>
                  <a:cubicBezTo>
                    <a:pt x="9577" y="1"/>
                    <a:pt x="9335" y="50"/>
                    <a:pt x="9104" y="154"/>
                  </a:cubicBezTo>
                  <a:lnTo>
                    <a:pt x="1259" y="3691"/>
                  </a:lnTo>
                  <a:cubicBezTo>
                    <a:pt x="387" y="4084"/>
                    <a:pt x="1" y="5109"/>
                    <a:pt x="395" y="5984"/>
                  </a:cubicBezTo>
                  <a:cubicBezTo>
                    <a:pt x="683" y="6622"/>
                    <a:pt x="1313" y="7005"/>
                    <a:pt x="1973" y="7005"/>
                  </a:cubicBezTo>
                  <a:cubicBezTo>
                    <a:pt x="2210" y="7005"/>
                    <a:pt x="2451" y="6954"/>
                    <a:pt x="2684" y="6848"/>
                  </a:cubicBezTo>
                  <a:lnTo>
                    <a:pt x="10530" y="3312"/>
                  </a:lnTo>
                  <a:cubicBezTo>
                    <a:pt x="11401" y="2918"/>
                    <a:pt x="11788" y="1893"/>
                    <a:pt x="11398" y="1022"/>
                  </a:cubicBezTo>
                  <a:cubicBezTo>
                    <a:pt x="11108" y="381"/>
                    <a:pt x="10476" y="1"/>
                    <a:pt x="9815" y="1"/>
                  </a:cubicBezTo>
                  <a:close/>
                </a:path>
              </a:pathLst>
            </a:custGeom>
            <a:solidFill>
              <a:srgbClr val="00E0C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53"/>
            <p:cNvSpPr/>
            <p:nvPr/>
          </p:nvSpPr>
          <p:spPr>
            <a:xfrm flipH="1">
              <a:off x="12224215" y="9006679"/>
              <a:ext cx="1217514" cy="919746"/>
            </a:xfrm>
            <a:custGeom>
              <a:rect b="b" l="l" r="r" t="t"/>
              <a:pathLst>
                <a:path extrusionOk="0" h="4383" w="5802">
                  <a:moveTo>
                    <a:pt x="4288" y="0"/>
                  </a:moveTo>
                  <a:cubicBezTo>
                    <a:pt x="3605" y="528"/>
                    <a:pt x="2696" y="676"/>
                    <a:pt x="1890" y="676"/>
                  </a:cubicBezTo>
                  <a:cubicBezTo>
                    <a:pt x="861" y="676"/>
                    <a:pt x="1" y="434"/>
                    <a:pt x="1" y="434"/>
                  </a:cubicBezTo>
                  <a:lnTo>
                    <a:pt x="1" y="434"/>
                  </a:lnTo>
                  <a:lnTo>
                    <a:pt x="3810" y="4382"/>
                  </a:lnTo>
                  <a:lnTo>
                    <a:pt x="5801" y="2837"/>
                  </a:lnTo>
                  <a:lnTo>
                    <a:pt x="428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53"/>
            <p:cNvSpPr/>
            <p:nvPr/>
          </p:nvSpPr>
          <p:spPr>
            <a:xfrm flipH="1">
              <a:off x="12202811" y="8987374"/>
              <a:ext cx="1259483" cy="958147"/>
            </a:xfrm>
            <a:custGeom>
              <a:rect b="b" l="l" r="r" t="t"/>
              <a:pathLst>
                <a:path extrusionOk="0" h="4566" w="6002">
                  <a:moveTo>
                    <a:pt x="4357" y="227"/>
                  </a:moveTo>
                  <a:lnTo>
                    <a:pt x="5782" y="2903"/>
                  </a:lnTo>
                  <a:lnTo>
                    <a:pt x="3916" y="4354"/>
                  </a:lnTo>
                  <a:lnTo>
                    <a:pt x="379" y="686"/>
                  </a:lnTo>
                  <a:lnTo>
                    <a:pt x="379" y="686"/>
                  </a:lnTo>
                  <a:cubicBezTo>
                    <a:pt x="664" y="748"/>
                    <a:pt x="1123" y="829"/>
                    <a:pt x="1655" y="851"/>
                  </a:cubicBezTo>
                  <a:cubicBezTo>
                    <a:pt x="1761" y="856"/>
                    <a:pt x="1873" y="859"/>
                    <a:pt x="1989" y="859"/>
                  </a:cubicBezTo>
                  <a:cubicBezTo>
                    <a:pt x="2732" y="859"/>
                    <a:pt x="3647" y="729"/>
                    <a:pt x="4357" y="227"/>
                  </a:cubicBezTo>
                  <a:close/>
                  <a:moveTo>
                    <a:pt x="4393" y="0"/>
                  </a:moveTo>
                  <a:cubicBezTo>
                    <a:pt x="4370" y="0"/>
                    <a:pt x="4350" y="7"/>
                    <a:pt x="4331" y="19"/>
                  </a:cubicBezTo>
                  <a:cubicBezTo>
                    <a:pt x="3670" y="531"/>
                    <a:pt x="2781" y="675"/>
                    <a:pt x="1990" y="675"/>
                  </a:cubicBezTo>
                  <a:cubicBezTo>
                    <a:pt x="984" y="675"/>
                    <a:pt x="138" y="443"/>
                    <a:pt x="124" y="439"/>
                  </a:cubicBezTo>
                  <a:cubicBezTo>
                    <a:pt x="116" y="436"/>
                    <a:pt x="108" y="435"/>
                    <a:pt x="101" y="435"/>
                  </a:cubicBezTo>
                  <a:cubicBezTo>
                    <a:pt x="68" y="435"/>
                    <a:pt x="36" y="453"/>
                    <a:pt x="18" y="482"/>
                  </a:cubicBezTo>
                  <a:cubicBezTo>
                    <a:pt x="0" y="515"/>
                    <a:pt x="4" y="562"/>
                    <a:pt x="33" y="592"/>
                  </a:cubicBezTo>
                  <a:lnTo>
                    <a:pt x="3843" y="4536"/>
                  </a:lnTo>
                  <a:cubicBezTo>
                    <a:pt x="3861" y="4555"/>
                    <a:pt x="3883" y="4565"/>
                    <a:pt x="3908" y="4565"/>
                  </a:cubicBezTo>
                  <a:cubicBezTo>
                    <a:pt x="3927" y="4565"/>
                    <a:pt x="3949" y="4558"/>
                    <a:pt x="3963" y="4547"/>
                  </a:cubicBezTo>
                  <a:lnTo>
                    <a:pt x="5954" y="2998"/>
                  </a:lnTo>
                  <a:cubicBezTo>
                    <a:pt x="5990" y="2972"/>
                    <a:pt x="6001" y="2925"/>
                    <a:pt x="5979" y="2885"/>
                  </a:cubicBezTo>
                  <a:lnTo>
                    <a:pt x="4466" y="48"/>
                  </a:lnTo>
                  <a:cubicBezTo>
                    <a:pt x="4455" y="27"/>
                    <a:pt x="4433" y="8"/>
                    <a:pt x="4408" y="1"/>
                  </a:cubicBezTo>
                  <a:cubicBezTo>
                    <a:pt x="4403" y="0"/>
                    <a:pt x="4398" y="0"/>
                    <a:pt x="439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53"/>
            <p:cNvSpPr/>
            <p:nvPr/>
          </p:nvSpPr>
          <p:spPr>
            <a:xfrm flipH="1">
              <a:off x="11616931" y="8903437"/>
              <a:ext cx="1338174" cy="1012916"/>
            </a:xfrm>
            <a:custGeom>
              <a:rect b="b" l="l" r="r" t="t"/>
              <a:pathLst>
                <a:path extrusionOk="0" h="4827" w="6377">
                  <a:moveTo>
                    <a:pt x="6377" y="0"/>
                  </a:moveTo>
                  <a:lnTo>
                    <a:pt x="6377" y="0"/>
                  </a:lnTo>
                  <a:cubicBezTo>
                    <a:pt x="6377" y="0"/>
                    <a:pt x="4807" y="642"/>
                    <a:pt x="3200" y="642"/>
                  </a:cubicBezTo>
                  <a:cubicBezTo>
                    <a:pt x="2755" y="642"/>
                    <a:pt x="2307" y="592"/>
                    <a:pt x="1889" y="467"/>
                  </a:cubicBezTo>
                  <a:lnTo>
                    <a:pt x="0" y="3110"/>
                  </a:lnTo>
                  <a:lnTo>
                    <a:pt x="2924" y="4827"/>
                  </a:lnTo>
                  <a:lnTo>
                    <a:pt x="3486" y="4043"/>
                  </a:lnTo>
                  <a:lnTo>
                    <a:pt x="2771" y="3533"/>
                  </a:lnTo>
                  <a:lnTo>
                    <a:pt x="2771" y="3533"/>
                  </a:lnTo>
                  <a:cubicBezTo>
                    <a:pt x="2812" y="3536"/>
                    <a:pt x="2853" y="3537"/>
                    <a:pt x="2894" y="3537"/>
                  </a:cubicBezTo>
                  <a:cubicBezTo>
                    <a:pt x="3583" y="3537"/>
                    <a:pt x="4146" y="3121"/>
                    <a:pt x="4146" y="3121"/>
                  </a:cubicBezTo>
                  <a:lnTo>
                    <a:pt x="63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53"/>
            <p:cNvSpPr/>
            <p:nvPr/>
          </p:nvSpPr>
          <p:spPr>
            <a:xfrm flipH="1">
              <a:off x="11596156" y="8884341"/>
              <a:ext cx="1378884" cy="1051318"/>
            </a:xfrm>
            <a:custGeom>
              <a:rect b="b" l="l" r="r" t="t"/>
              <a:pathLst>
                <a:path extrusionOk="0" h="5010" w="6571">
                  <a:moveTo>
                    <a:pt x="6224" y="281"/>
                  </a:moveTo>
                  <a:lnTo>
                    <a:pt x="4175" y="3146"/>
                  </a:lnTo>
                  <a:cubicBezTo>
                    <a:pt x="4093" y="3204"/>
                    <a:pt x="3588" y="3537"/>
                    <a:pt x="2989" y="3537"/>
                  </a:cubicBezTo>
                  <a:cubicBezTo>
                    <a:pt x="2951" y="3537"/>
                    <a:pt x="2912" y="3535"/>
                    <a:pt x="2873" y="3533"/>
                  </a:cubicBezTo>
                  <a:cubicBezTo>
                    <a:pt x="2871" y="3532"/>
                    <a:pt x="2868" y="3532"/>
                    <a:pt x="2865" y="3532"/>
                  </a:cubicBezTo>
                  <a:cubicBezTo>
                    <a:pt x="2825" y="3532"/>
                    <a:pt x="2792" y="3557"/>
                    <a:pt x="2779" y="3595"/>
                  </a:cubicBezTo>
                  <a:cubicBezTo>
                    <a:pt x="2768" y="3631"/>
                    <a:pt x="2779" y="3675"/>
                    <a:pt x="2811" y="3700"/>
                  </a:cubicBezTo>
                  <a:lnTo>
                    <a:pt x="3453" y="4156"/>
                  </a:lnTo>
                  <a:lnTo>
                    <a:pt x="2994" y="4798"/>
                  </a:lnTo>
                  <a:lnTo>
                    <a:pt x="227" y="3172"/>
                  </a:lnTo>
                  <a:lnTo>
                    <a:pt x="2020" y="663"/>
                  </a:lnTo>
                  <a:cubicBezTo>
                    <a:pt x="2432" y="779"/>
                    <a:pt x="2868" y="823"/>
                    <a:pt x="3295" y="823"/>
                  </a:cubicBezTo>
                  <a:cubicBezTo>
                    <a:pt x="3908" y="823"/>
                    <a:pt x="4501" y="732"/>
                    <a:pt x="4970" y="631"/>
                  </a:cubicBezTo>
                  <a:cubicBezTo>
                    <a:pt x="5502" y="518"/>
                    <a:pt x="5954" y="375"/>
                    <a:pt x="6224" y="281"/>
                  </a:cubicBezTo>
                  <a:close/>
                  <a:moveTo>
                    <a:pt x="6472" y="1"/>
                  </a:moveTo>
                  <a:cubicBezTo>
                    <a:pt x="6461" y="1"/>
                    <a:pt x="6450" y="3"/>
                    <a:pt x="6439" y="7"/>
                  </a:cubicBezTo>
                  <a:cubicBezTo>
                    <a:pt x="6419" y="16"/>
                    <a:pt x="4866" y="641"/>
                    <a:pt x="3294" y="641"/>
                  </a:cubicBezTo>
                  <a:cubicBezTo>
                    <a:pt x="2858" y="641"/>
                    <a:pt x="2420" y="593"/>
                    <a:pt x="2013" y="470"/>
                  </a:cubicBezTo>
                  <a:cubicBezTo>
                    <a:pt x="2004" y="468"/>
                    <a:pt x="1995" y="467"/>
                    <a:pt x="1986" y="467"/>
                  </a:cubicBezTo>
                  <a:cubicBezTo>
                    <a:pt x="1956" y="467"/>
                    <a:pt x="1928" y="480"/>
                    <a:pt x="1911" y="503"/>
                  </a:cubicBezTo>
                  <a:lnTo>
                    <a:pt x="22" y="3146"/>
                  </a:lnTo>
                  <a:cubicBezTo>
                    <a:pt x="8" y="3168"/>
                    <a:pt x="1" y="3194"/>
                    <a:pt x="4" y="3219"/>
                  </a:cubicBezTo>
                  <a:cubicBezTo>
                    <a:pt x="12" y="3245"/>
                    <a:pt x="26" y="3266"/>
                    <a:pt x="48" y="3277"/>
                  </a:cubicBezTo>
                  <a:lnTo>
                    <a:pt x="2972" y="4998"/>
                  </a:lnTo>
                  <a:cubicBezTo>
                    <a:pt x="2986" y="5005"/>
                    <a:pt x="3005" y="5009"/>
                    <a:pt x="3019" y="5009"/>
                  </a:cubicBezTo>
                  <a:cubicBezTo>
                    <a:pt x="3048" y="5009"/>
                    <a:pt x="3078" y="4998"/>
                    <a:pt x="3092" y="4973"/>
                  </a:cubicBezTo>
                  <a:lnTo>
                    <a:pt x="3654" y="4189"/>
                  </a:lnTo>
                  <a:cubicBezTo>
                    <a:pt x="3683" y="4149"/>
                    <a:pt x="3676" y="4090"/>
                    <a:pt x="3632" y="4061"/>
                  </a:cubicBezTo>
                  <a:lnTo>
                    <a:pt x="3147" y="3715"/>
                  </a:lnTo>
                  <a:cubicBezTo>
                    <a:pt x="3781" y="3660"/>
                    <a:pt x="4270" y="3303"/>
                    <a:pt x="4295" y="3288"/>
                  </a:cubicBezTo>
                  <a:cubicBezTo>
                    <a:pt x="4303" y="3281"/>
                    <a:pt x="4310" y="3274"/>
                    <a:pt x="4314" y="3266"/>
                  </a:cubicBezTo>
                  <a:lnTo>
                    <a:pt x="6545" y="146"/>
                  </a:lnTo>
                  <a:cubicBezTo>
                    <a:pt x="6570" y="113"/>
                    <a:pt x="6570" y="69"/>
                    <a:pt x="6545" y="36"/>
                  </a:cubicBezTo>
                  <a:cubicBezTo>
                    <a:pt x="6527" y="13"/>
                    <a:pt x="6499" y="1"/>
                    <a:pt x="647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53"/>
            <p:cNvSpPr/>
            <p:nvPr/>
          </p:nvSpPr>
          <p:spPr>
            <a:xfrm flipH="1">
              <a:off x="11027066" y="7893256"/>
              <a:ext cx="1114061" cy="1265778"/>
            </a:xfrm>
            <a:custGeom>
              <a:rect b="b" l="l" r="r" t="t"/>
              <a:pathLst>
                <a:path extrusionOk="0" h="6032" w="5309">
                  <a:moveTo>
                    <a:pt x="1042" y="0"/>
                  </a:moveTo>
                  <a:cubicBezTo>
                    <a:pt x="757" y="0"/>
                    <a:pt x="477" y="134"/>
                    <a:pt x="299" y="384"/>
                  </a:cubicBezTo>
                  <a:cubicBezTo>
                    <a:pt x="8" y="793"/>
                    <a:pt x="103" y="1362"/>
                    <a:pt x="515" y="1657"/>
                  </a:cubicBezTo>
                  <a:lnTo>
                    <a:pt x="2669" y="3188"/>
                  </a:lnTo>
                  <a:lnTo>
                    <a:pt x="602" y="4322"/>
                  </a:lnTo>
                  <a:cubicBezTo>
                    <a:pt x="161" y="4566"/>
                    <a:pt x="0" y="5120"/>
                    <a:pt x="245" y="5561"/>
                  </a:cubicBezTo>
                  <a:cubicBezTo>
                    <a:pt x="409" y="5864"/>
                    <a:pt x="722" y="6032"/>
                    <a:pt x="1043" y="6032"/>
                  </a:cubicBezTo>
                  <a:cubicBezTo>
                    <a:pt x="1193" y="6032"/>
                    <a:pt x="1342" y="5995"/>
                    <a:pt x="1481" y="5922"/>
                  </a:cubicBezTo>
                  <a:lnTo>
                    <a:pt x="4816" y="4089"/>
                  </a:lnTo>
                  <a:cubicBezTo>
                    <a:pt x="5094" y="3935"/>
                    <a:pt x="5272" y="3655"/>
                    <a:pt x="5290" y="3341"/>
                  </a:cubicBezTo>
                  <a:cubicBezTo>
                    <a:pt x="5309" y="3028"/>
                    <a:pt x="5163" y="2729"/>
                    <a:pt x="4908" y="2546"/>
                  </a:cubicBezTo>
                  <a:lnTo>
                    <a:pt x="1572" y="169"/>
                  </a:lnTo>
                  <a:cubicBezTo>
                    <a:pt x="1411" y="55"/>
                    <a:pt x="1226" y="0"/>
                    <a:pt x="1042" y="0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53"/>
            <p:cNvSpPr/>
            <p:nvPr/>
          </p:nvSpPr>
          <p:spPr>
            <a:xfrm flipH="1">
              <a:off x="11501313" y="7865977"/>
              <a:ext cx="666674" cy="601412"/>
            </a:xfrm>
            <a:custGeom>
              <a:rect b="b" l="l" r="r" t="t"/>
              <a:pathLst>
                <a:path extrusionOk="0" h="2866" w="3177">
                  <a:moveTo>
                    <a:pt x="1145" y="0"/>
                  </a:moveTo>
                  <a:cubicBezTo>
                    <a:pt x="832" y="0"/>
                    <a:pt x="524" y="146"/>
                    <a:pt x="325" y="420"/>
                  </a:cubicBezTo>
                  <a:cubicBezTo>
                    <a:pt x="1" y="872"/>
                    <a:pt x="103" y="1502"/>
                    <a:pt x="555" y="1827"/>
                  </a:cubicBezTo>
                  <a:lnTo>
                    <a:pt x="1999" y="2866"/>
                  </a:lnTo>
                  <a:lnTo>
                    <a:pt x="3176" y="1229"/>
                  </a:lnTo>
                  <a:lnTo>
                    <a:pt x="1733" y="190"/>
                  </a:lnTo>
                  <a:cubicBezTo>
                    <a:pt x="1554" y="62"/>
                    <a:pt x="1349" y="0"/>
                    <a:pt x="1145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53"/>
            <p:cNvSpPr/>
            <p:nvPr/>
          </p:nvSpPr>
          <p:spPr>
            <a:xfrm flipH="1">
              <a:off x="11834122" y="8776902"/>
              <a:ext cx="708223" cy="613793"/>
            </a:xfrm>
            <a:custGeom>
              <a:rect b="b" l="l" r="r" t="t"/>
              <a:pathLst>
                <a:path extrusionOk="0" h="2925" w="3375">
                  <a:moveTo>
                    <a:pt x="2896" y="1"/>
                  </a:moveTo>
                  <a:cubicBezTo>
                    <a:pt x="2141" y="1"/>
                    <a:pt x="813" y="636"/>
                    <a:pt x="451" y="1088"/>
                  </a:cubicBezTo>
                  <a:cubicBezTo>
                    <a:pt x="107" y="1515"/>
                    <a:pt x="0" y="2700"/>
                    <a:pt x="289" y="2700"/>
                  </a:cubicBezTo>
                  <a:cubicBezTo>
                    <a:pt x="313" y="2700"/>
                    <a:pt x="340" y="2692"/>
                    <a:pt x="370" y="2674"/>
                  </a:cubicBezTo>
                  <a:cubicBezTo>
                    <a:pt x="757" y="2448"/>
                    <a:pt x="1661" y="2149"/>
                    <a:pt x="1661" y="2149"/>
                  </a:cubicBezTo>
                  <a:lnTo>
                    <a:pt x="1661" y="2149"/>
                  </a:lnTo>
                  <a:cubicBezTo>
                    <a:pt x="1661" y="2149"/>
                    <a:pt x="921" y="2924"/>
                    <a:pt x="1077" y="2924"/>
                  </a:cubicBezTo>
                  <a:cubicBezTo>
                    <a:pt x="1113" y="2924"/>
                    <a:pt x="1198" y="2883"/>
                    <a:pt x="1351" y="2780"/>
                  </a:cubicBezTo>
                  <a:cubicBezTo>
                    <a:pt x="2164" y="2233"/>
                    <a:pt x="3374" y="1730"/>
                    <a:pt x="3374" y="1730"/>
                  </a:cubicBezTo>
                  <a:lnTo>
                    <a:pt x="2933" y="1"/>
                  </a:lnTo>
                  <a:cubicBezTo>
                    <a:pt x="2921" y="1"/>
                    <a:pt x="2908" y="1"/>
                    <a:pt x="2896" y="1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53"/>
            <p:cNvSpPr/>
            <p:nvPr/>
          </p:nvSpPr>
          <p:spPr>
            <a:xfrm flipH="1">
              <a:off x="12234295" y="9090826"/>
              <a:ext cx="293152" cy="188440"/>
            </a:xfrm>
            <a:custGeom>
              <a:rect b="b" l="l" r="r" t="t"/>
              <a:pathLst>
                <a:path extrusionOk="0" h="898" w="1397">
                  <a:moveTo>
                    <a:pt x="1342" y="0"/>
                  </a:moveTo>
                  <a:cubicBezTo>
                    <a:pt x="813" y="164"/>
                    <a:pt x="33" y="726"/>
                    <a:pt x="0" y="748"/>
                  </a:cubicBezTo>
                  <a:lnTo>
                    <a:pt x="106" y="897"/>
                  </a:lnTo>
                  <a:cubicBezTo>
                    <a:pt x="113" y="890"/>
                    <a:pt x="897" y="328"/>
                    <a:pt x="1397" y="172"/>
                  </a:cubicBezTo>
                  <a:lnTo>
                    <a:pt x="134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53"/>
            <p:cNvSpPr/>
            <p:nvPr/>
          </p:nvSpPr>
          <p:spPr>
            <a:xfrm flipH="1">
              <a:off x="12223592" y="8970586"/>
              <a:ext cx="306162" cy="219077"/>
            </a:xfrm>
            <a:custGeom>
              <a:rect b="b" l="l" r="r" t="t"/>
              <a:pathLst>
                <a:path extrusionOk="0" h="1044" w="1459">
                  <a:moveTo>
                    <a:pt x="1404" y="1"/>
                  </a:moveTo>
                  <a:cubicBezTo>
                    <a:pt x="777" y="190"/>
                    <a:pt x="15" y="879"/>
                    <a:pt x="0" y="974"/>
                  </a:cubicBezTo>
                  <a:lnTo>
                    <a:pt x="99" y="985"/>
                  </a:lnTo>
                  <a:lnTo>
                    <a:pt x="161" y="1044"/>
                  </a:lnTo>
                  <a:cubicBezTo>
                    <a:pt x="168" y="1036"/>
                    <a:pt x="821" y="369"/>
                    <a:pt x="1459" y="176"/>
                  </a:cubicBezTo>
                  <a:lnTo>
                    <a:pt x="140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53"/>
            <p:cNvSpPr/>
            <p:nvPr/>
          </p:nvSpPr>
          <p:spPr>
            <a:xfrm flipH="1">
              <a:off x="12236603" y="8892525"/>
              <a:ext cx="271748" cy="205437"/>
            </a:xfrm>
            <a:custGeom>
              <a:rect b="b" l="l" r="r" t="t"/>
              <a:pathLst>
                <a:path extrusionOk="0" h="979" w="1295">
                  <a:moveTo>
                    <a:pt x="1251" y="1"/>
                  </a:moveTo>
                  <a:cubicBezTo>
                    <a:pt x="566" y="176"/>
                    <a:pt x="26" y="839"/>
                    <a:pt x="0" y="912"/>
                  </a:cubicBezTo>
                  <a:lnTo>
                    <a:pt x="172" y="971"/>
                  </a:lnTo>
                  <a:cubicBezTo>
                    <a:pt x="172" y="971"/>
                    <a:pt x="172" y="972"/>
                    <a:pt x="172" y="972"/>
                  </a:cubicBezTo>
                  <a:lnTo>
                    <a:pt x="172" y="972"/>
                  </a:lnTo>
                  <a:cubicBezTo>
                    <a:pt x="240" y="868"/>
                    <a:pt x="734" y="322"/>
                    <a:pt x="1295" y="176"/>
                  </a:cubicBezTo>
                  <a:lnTo>
                    <a:pt x="1251" y="1"/>
                  </a:lnTo>
                  <a:close/>
                  <a:moveTo>
                    <a:pt x="172" y="972"/>
                  </a:moveTo>
                  <a:cubicBezTo>
                    <a:pt x="170" y="974"/>
                    <a:pt x="169" y="976"/>
                    <a:pt x="168" y="978"/>
                  </a:cubicBezTo>
                  <a:cubicBezTo>
                    <a:pt x="171" y="975"/>
                    <a:pt x="172" y="974"/>
                    <a:pt x="172" y="97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68" name="Google Shape;968;p53"/>
            <p:cNvGrpSpPr/>
            <p:nvPr/>
          </p:nvGrpSpPr>
          <p:grpSpPr>
            <a:xfrm>
              <a:off x="12173846" y="3599884"/>
              <a:ext cx="7420250" cy="7119770"/>
              <a:chOff x="12173846" y="3599884"/>
              <a:chExt cx="7420250" cy="7119770"/>
            </a:xfrm>
          </p:grpSpPr>
          <p:sp>
            <p:nvSpPr>
              <p:cNvPr id="969" name="Google Shape;969;p53"/>
              <p:cNvSpPr/>
              <p:nvPr/>
            </p:nvSpPr>
            <p:spPr>
              <a:xfrm flipH="1">
                <a:off x="17981246" y="6321328"/>
                <a:ext cx="333652" cy="69039"/>
              </a:xfrm>
              <a:custGeom>
                <a:rect b="b" l="l" r="r" t="t"/>
                <a:pathLst>
                  <a:path extrusionOk="0" h="329" w="1590">
                    <a:moveTo>
                      <a:pt x="1312" y="1"/>
                    </a:moveTo>
                    <a:cubicBezTo>
                      <a:pt x="749" y="1"/>
                      <a:pt x="34" y="144"/>
                      <a:pt x="0" y="150"/>
                    </a:cubicBezTo>
                    <a:lnTo>
                      <a:pt x="37" y="329"/>
                    </a:lnTo>
                    <a:cubicBezTo>
                      <a:pt x="46" y="326"/>
                      <a:pt x="768" y="181"/>
                      <a:pt x="1314" y="181"/>
                    </a:cubicBezTo>
                    <a:cubicBezTo>
                      <a:pt x="1405" y="181"/>
                      <a:pt x="1491" y="185"/>
                      <a:pt x="1568" y="194"/>
                    </a:cubicBezTo>
                    <a:lnTo>
                      <a:pt x="1590" y="15"/>
                    </a:lnTo>
                    <a:cubicBezTo>
                      <a:pt x="1505" y="5"/>
                      <a:pt x="1411" y="1"/>
                      <a:pt x="131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0" name="Google Shape;970;p53"/>
              <p:cNvSpPr/>
              <p:nvPr/>
            </p:nvSpPr>
            <p:spPr>
              <a:xfrm flipH="1">
                <a:off x="17919132" y="6212630"/>
                <a:ext cx="365968" cy="97577"/>
              </a:xfrm>
              <a:custGeom>
                <a:rect b="b" l="l" r="r" t="t"/>
                <a:pathLst>
                  <a:path extrusionOk="0" h="465" w="1744">
                    <a:moveTo>
                      <a:pt x="1492" y="1"/>
                    </a:moveTo>
                    <a:cubicBezTo>
                      <a:pt x="843" y="1"/>
                      <a:pt x="49" y="259"/>
                      <a:pt x="0" y="333"/>
                    </a:cubicBezTo>
                    <a:lnTo>
                      <a:pt x="84" y="388"/>
                    </a:lnTo>
                    <a:lnTo>
                      <a:pt x="121" y="464"/>
                    </a:lnTo>
                    <a:cubicBezTo>
                      <a:pt x="205" y="425"/>
                      <a:pt x="900" y="181"/>
                      <a:pt x="1493" y="181"/>
                    </a:cubicBezTo>
                    <a:cubicBezTo>
                      <a:pt x="1570" y="181"/>
                      <a:pt x="1646" y="185"/>
                      <a:pt x="1718" y="194"/>
                    </a:cubicBezTo>
                    <a:lnTo>
                      <a:pt x="1743" y="16"/>
                    </a:lnTo>
                    <a:cubicBezTo>
                      <a:pt x="1663" y="5"/>
                      <a:pt x="1579" y="1"/>
                      <a:pt x="149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1" name="Google Shape;971;p53"/>
              <p:cNvSpPr/>
              <p:nvPr/>
            </p:nvSpPr>
            <p:spPr>
              <a:xfrm flipH="1">
                <a:off x="17897099" y="6132050"/>
                <a:ext cx="329035" cy="101564"/>
              </a:xfrm>
              <a:custGeom>
                <a:rect b="b" l="l" r="r" t="t"/>
                <a:pathLst>
                  <a:path extrusionOk="0" h="484" w="1568">
                    <a:moveTo>
                      <a:pt x="1274" y="0"/>
                    </a:moveTo>
                    <a:cubicBezTo>
                      <a:pt x="646" y="0"/>
                      <a:pt x="48" y="302"/>
                      <a:pt x="0" y="352"/>
                    </a:cubicBezTo>
                    <a:lnTo>
                      <a:pt x="135" y="476"/>
                    </a:lnTo>
                    <a:cubicBezTo>
                      <a:pt x="131" y="480"/>
                      <a:pt x="131" y="480"/>
                      <a:pt x="128" y="483"/>
                    </a:cubicBezTo>
                    <a:cubicBezTo>
                      <a:pt x="169" y="452"/>
                      <a:pt x="717" y="182"/>
                      <a:pt x="1280" y="182"/>
                    </a:cubicBezTo>
                    <a:cubicBezTo>
                      <a:pt x="1367" y="182"/>
                      <a:pt x="1453" y="188"/>
                      <a:pt x="1539" y="203"/>
                    </a:cubicBezTo>
                    <a:lnTo>
                      <a:pt x="1568" y="24"/>
                    </a:lnTo>
                    <a:cubicBezTo>
                      <a:pt x="1471" y="7"/>
                      <a:pt x="1372" y="0"/>
                      <a:pt x="127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2" name="Google Shape;972;p53"/>
              <p:cNvSpPr/>
              <p:nvPr/>
            </p:nvSpPr>
            <p:spPr>
              <a:xfrm flipH="1">
                <a:off x="14276863" y="6387848"/>
                <a:ext cx="5317233" cy="4331806"/>
              </a:xfrm>
              <a:custGeom>
                <a:rect b="b" l="l" r="r" t="t"/>
                <a:pathLst>
                  <a:path extrusionOk="0" h="20643" w="25339">
                    <a:moveTo>
                      <a:pt x="20800" y="183"/>
                    </a:moveTo>
                    <a:cubicBezTo>
                      <a:pt x="23202" y="183"/>
                      <a:pt x="25156" y="2137"/>
                      <a:pt x="25156" y="4536"/>
                    </a:cubicBezTo>
                    <a:lnTo>
                      <a:pt x="25156" y="20461"/>
                    </a:lnTo>
                    <a:lnTo>
                      <a:pt x="183" y="20461"/>
                    </a:lnTo>
                    <a:lnTo>
                      <a:pt x="183" y="4536"/>
                    </a:lnTo>
                    <a:cubicBezTo>
                      <a:pt x="183" y="2137"/>
                      <a:pt x="2137" y="183"/>
                      <a:pt x="4540" y="183"/>
                    </a:cubicBezTo>
                    <a:close/>
                    <a:moveTo>
                      <a:pt x="4540" y="1"/>
                    </a:moveTo>
                    <a:cubicBezTo>
                      <a:pt x="2035" y="1"/>
                      <a:pt x="1" y="2035"/>
                      <a:pt x="1" y="4536"/>
                    </a:cubicBezTo>
                    <a:lnTo>
                      <a:pt x="1" y="20643"/>
                    </a:lnTo>
                    <a:lnTo>
                      <a:pt x="25339" y="20643"/>
                    </a:lnTo>
                    <a:lnTo>
                      <a:pt x="25339" y="4536"/>
                    </a:lnTo>
                    <a:cubicBezTo>
                      <a:pt x="25339" y="2035"/>
                      <a:pt x="23301" y="1"/>
                      <a:pt x="20800" y="1"/>
                    </a:cubicBezTo>
                    <a:close/>
                  </a:path>
                </a:pathLst>
              </a:custGeom>
              <a:solidFill>
                <a:srgbClr val="CC9E15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3" name="Google Shape;973;p53"/>
              <p:cNvSpPr/>
              <p:nvPr/>
            </p:nvSpPr>
            <p:spPr>
              <a:xfrm flipH="1">
                <a:off x="13363872" y="6053569"/>
                <a:ext cx="777052" cy="706334"/>
              </a:xfrm>
              <a:custGeom>
                <a:rect b="b" l="l" r="r" t="t"/>
                <a:pathLst>
                  <a:path extrusionOk="0" h="3366" w="3703">
                    <a:moveTo>
                      <a:pt x="3490" y="1"/>
                    </a:moveTo>
                    <a:cubicBezTo>
                      <a:pt x="3463" y="1"/>
                      <a:pt x="3436" y="7"/>
                      <a:pt x="3409" y="19"/>
                    </a:cubicBezTo>
                    <a:lnTo>
                      <a:pt x="117" y="1696"/>
                    </a:lnTo>
                    <a:cubicBezTo>
                      <a:pt x="44" y="1732"/>
                      <a:pt x="0" y="1809"/>
                      <a:pt x="11" y="1886"/>
                    </a:cubicBezTo>
                    <a:cubicBezTo>
                      <a:pt x="62" y="2400"/>
                      <a:pt x="576" y="3366"/>
                      <a:pt x="576" y="3366"/>
                    </a:cubicBezTo>
                    <a:cubicBezTo>
                      <a:pt x="576" y="3366"/>
                      <a:pt x="3373" y="1762"/>
                      <a:pt x="3675" y="227"/>
                    </a:cubicBezTo>
                    <a:cubicBezTo>
                      <a:pt x="3702" y="105"/>
                      <a:pt x="3604" y="1"/>
                      <a:pt x="3490" y="1"/>
                    </a:cubicBezTo>
                    <a:close/>
                  </a:path>
                </a:pathLst>
              </a:custGeom>
              <a:solidFill>
                <a:srgbClr val="FDCF49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4" name="Google Shape;974;p53"/>
              <p:cNvSpPr/>
              <p:nvPr/>
            </p:nvSpPr>
            <p:spPr>
              <a:xfrm flipH="1">
                <a:off x="13365764" y="6068258"/>
                <a:ext cx="349810" cy="299237"/>
              </a:xfrm>
              <a:custGeom>
                <a:rect b="b" l="l" r="r" t="t"/>
                <a:pathLst>
                  <a:path extrusionOk="0" h="1426" w="1667">
                    <a:moveTo>
                      <a:pt x="1503" y="0"/>
                    </a:moveTo>
                    <a:cubicBezTo>
                      <a:pt x="1120" y="540"/>
                      <a:pt x="602" y="970"/>
                      <a:pt x="1" y="1247"/>
                    </a:cubicBezTo>
                    <a:lnTo>
                      <a:pt x="84" y="1425"/>
                    </a:lnTo>
                    <a:cubicBezTo>
                      <a:pt x="715" y="1137"/>
                      <a:pt x="1262" y="682"/>
                      <a:pt x="1667" y="113"/>
                    </a:cubicBezTo>
                    <a:lnTo>
                      <a:pt x="150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5" name="Google Shape;975;p53"/>
              <p:cNvSpPr/>
              <p:nvPr/>
            </p:nvSpPr>
            <p:spPr>
              <a:xfrm flipH="1">
                <a:off x="12637393" y="6428348"/>
                <a:ext cx="1449182" cy="1696378"/>
              </a:xfrm>
              <a:custGeom>
                <a:rect b="b" l="l" r="r" t="t"/>
                <a:pathLst>
                  <a:path extrusionOk="0" h="8084" w="6906">
                    <a:moveTo>
                      <a:pt x="1036" y="1"/>
                    </a:moveTo>
                    <a:cubicBezTo>
                      <a:pt x="905" y="1"/>
                      <a:pt x="772" y="29"/>
                      <a:pt x="646" y="89"/>
                    </a:cubicBezTo>
                    <a:cubicBezTo>
                      <a:pt x="194" y="304"/>
                      <a:pt x="0" y="851"/>
                      <a:pt x="215" y="1303"/>
                    </a:cubicBezTo>
                    <a:lnTo>
                      <a:pt x="1652" y="4321"/>
                    </a:lnTo>
                    <a:cubicBezTo>
                      <a:pt x="1699" y="4423"/>
                      <a:pt x="1765" y="4515"/>
                      <a:pt x="1845" y="4591"/>
                    </a:cubicBezTo>
                    <a:lnTo>
                      <a:pt x="5272" y="7832"/>
                    </a:lnTo>
                    <a:cubicBezTo>
                      <a:pt x="5447" y="8000"/>
                      <a:pt x="5673" y="8084"/>
                      <a:pt x="5899" y="8084"/>
                    </a:cubicBezTo>
                    <a:cubicBezTo>
                      <a:pt x="6140" y="8084"/>
                      <a:pt x="6380" y="7989"/>
                      <a:pt x="6559" y="7799"/>
                    </a:cubicBezTo>
                    <a:cubicBezTo>
                      <a:pt x="6905" y="7431"/>
                      <a:pt x="6891" y="6855"/>
                      <a:pt x="6526" y="6509"/>
                    </a:cubicBezTo>
                    <a:lnTo>
                      <a:pt x="3223" y="3384"/>
                    </a:lnTo>
                    <a:lnTo>
                      <a:pt x="1863" y="522"/>
                    </a:lnTo>
                    <a:cubicBezTo>
                      <a:pt x="1705" y="193"/>
                      <a:pt x="1377" y="1"/>
                      <a:pt x="1036" y="1"/>
                    </a:cubicBezTo>
                    <a:close/>
                  </a:path>
                </a:pathLst>
              </a:custGeom>
              <a:solidFill>
                <a:srgbClr val="FDCF49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/>
              </a:p>
            </p:txBody>
          </p:sp>
          <p:sp>
            <p:nvSpPr>
              <p:cNvPr id="976" name="Google Shape;976;p53"/>
              <p:cNvSpPr/>
              <p:nvPr/>
            </p:nvSpPr>
            <p:spPr>
              <a:xfrm flipH="1">
                <a:off x="12173846" y="8335184"/>
                <a:ext cx="2211964" cy="1380772"/>
              </a:xfrm>
              <a:custGeom>
                <a:rect b="b" l="l" r="r" t="t"/>
                <a:pathLst>
                  <a:path extrusionOk="0" h="6580" w="10541">
                    <a:moveTo>
                      <a:pt x="1975" y="0"/>
                    </a:moveTo>
                    <a:cubicBezTo>
                      <a:pt x="1326" y="0"/>
                      <a:pt x="704" y="366"/>
                      <a:pt x="409" y="991"/>
                    </a:cubicBezTo>
                    <a:cubicBezTo>
                      <a:pt x="1" y="1855"/>
                      <a:pt x="373" y="2890"/>
                      <a:pt x="1237" y="3299"/>
                    </a:cubicBezTo>
                    <a:lnTo>
                      <a:pt x="7828" y="6412"/>
                    </a:lnTo>
                    <a:cubicBezTo>
                      <a:pt x="8065" y="6525"/>
                      <a:pt x="8317" y="6580"/>
                      <a:pt x="8565" y="6580"/>
                    </a:cubicBezTo>
                    <a:cubicBezTo>
                      <a:pt x="9214" y="6580"/>
                      <a:pt x="9837" y="6212"/>
                      <a:pt x="10132" y="5584"/>
                    </a:cubicBezTo>
                    <a:cubicBezTo>
                      <a:pt x="10541" y="4720"/>
                      <a:pt x="10172" y="3689"/>
                      <a:pt x="9305" y="3280"/>
                    </a:cubicBezTo>
                    <a:lnTo>
                      <a:pt x="2717" y="167"/>
                    </a:lnTo>
                    <a:cubicBezTo>
                      <a:pt x="2477" y="54"/>
                      <a:pt x="2224" y="0"/>
                      <a:pt x="1975" y="0"/>
                    </a:cubicBezTo>
                    <a:close/>
                  </a:path>
                </a:pathLst>
              </a:custGeom>
              <a:solidFill>
                <a:srgbClr val="00E0CA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7" name="Google Shape;977;p53"/>
              <p:cNvSpPr/>
              <p:nvPr/>
            </p:nvSpPr>
            <p:spPr>
              <a:xfrm flipH="1">
                <a:off x="15819237" y="3599884"/>
                <a:ext cx="772015" cy="717666"/>
              </a:xfrm>
              <a:custGeom>
                <a:rect b="b" l="l" r="r" t="t"/>
                <a:pathLst>
                  <a:path extrusionOk="0" h="3420" w="3679">
                    <a:moveTo>
                      <a:pt x="1838" y="1"/>
                    </a:moveTo>
                    <a:cubicBezTo>
                      <a:pt x="1015" y="1"/>
                      <a:pt x="291" y="595"/>
                      <a:pt x="153" y="1431"/>
                    </a:cubicBezTo>
                    <a:cubicBezTo>
                      <a:pt x="0" y="2361"/>
                      <a:pt x="627" y="3239"/>
                      <a:pt x="1561" y="3396"/>
                    </a:cubicBezTo>
                    <a:cubicBezTo>
                      <a:pt x="1654" y="3412"/>
                      <a:pt x="1747" y="3419"/>
                      <a:pt x="1839" y="3419"/>
                    </a:cubicBezTo>
                    <a:cubicBezTo>
                      <a:pt x="2660" y="3419"/>
                      <a:pt x="3385" y="2825"/>
                      <a:pt x="3526" y="1989"/>
                    </a:cubicBezTo>
                    <a:cubicBezTo>
                      <a:pt x="3679" y="1059"/>
                      <a:pt x="3048" y="177"/>
                      <a:pt x="2118" y="24"/>
                    </a:cubicBezTo>
                    <a:cubicBezTo>
                      <a:pt x="2024" y="8"/>
                      <a:pt x="1931" y="1"/>
                      <a:pt x="1838" y="1"/>
                    </a:cubicBezTo>
                    <a:close/>
                  </a:path>
                </a:pathLst>
              </a:custGeom>
              <a:solidFill>
                <a:srgbClr val="ABB4B7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8" name="Google Shape;978;p53"/>
              <p:cNvSpPr/>
              <p:nvPr/>
            </p:nvSpPr>
            <p:spPr>
              <a:xfrm flipH="1">
                <a:off x="13910504" y="4421207"/>
                <a:ext cx="1787240" cy="1831517"/>
              </a:xfrm>
              <a:custGeom>
                <a:rect b="b" l="l" r="r" t="t"/>
                <a:pathLst>
                  <a:path extrusionOk="0" h="8728" w="8517">
                    <a:moveTo>
                      <a:pt x="1134" y="1"/>
                    </a:moveTo>
                    <a:cubicBezTo>
                      <a:pt x="925" y="1"/>
                      <a:pt x="715" y="66"/>
                      <a:pt x="536" y="200"/>
                    </a:cubicBezTo>
                    <a:cubicBezTo>
                      <a:pt x="92" y="532"/>
                      <a:pt x="0" y="1159"/>
                      <a:pt x="328" y="1604"/>
                    </a:cubicBezTo>
                    <a:lnTo>
                      <a:pt x="3344" y="5647"/>
                    </a:lnTo>
                    <a:cubicBezTo>
                      <a:pt x="3391" y="5709"/>
                      <a:pt x="3446" y="5767"/>
                      <a:pt x="3508" y="5818"/>
                    </a:cubicBezTo>
                    <a:lnTo>
                      <a:pt x="6752" y="8498"/>
                    </a:lnTo>
                    <a:cubicBezTo>
                      <a:pt x="6938" y="8651"/>
                      <a:pt x="7164" y="8728"/>
                      <a:pt x="7390" y="8728"/>
                    </a:cubicBezTo>
                    <a:cubicBezTo>
                      <a:pt x="7678" y="8728"/>
                      <a:pt x="7966" y="8604"/>
                      <a:pt x="8163" y="8363"/>
                    </a:cubicBezTo>
                    <a:cubicBezTo>
                      <a:pt x="8517" y="7937"/>
                      <a:pt x="8455" y="7306"/>
                      <a:pt x="8028" y="6952"/>
                    </a:cubicBezTo>
                    <a:lnTo>
                      <a:pt x="4878" y="4349"/>
                    </a:lnTo>
                    <a:lnTo>
                      <a:pt x="1936" y="404"/>
                    </a:lnTo>
                    <a:cubicBezTo>
                      <a:pt x="1741" y="140"/>
                      <a:pt x="1439" y="1"/>
                      <a:pt x="1134" y="1"/>
                    </a:cubicBezTo>
                    <a:close/>
                  </a:path>
                </a:pathLst>
              </a:custGeom>
              <a:solidFill>
                <a:srgbClr val="FFDC76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9" name="Google Shape;979;p53"/>
              <p:cNvSpPr/>
              <p:nvPr/>
            </p:nvSpPr>
            <p:spPr>
              <a:xfrm flipH="1">
                <a:off x="14047315" y="5776788"/>
                <a:ext cx="2705517" cy="2900252"/>
              </a:xfrm>
              <a:custGeom>
                <a:rect b="b" l="l" r="r" t="t"/>
                <a:pathLst>
                  <a:path extrusionOk="0" h="13821" w="12893">
                    <a:moveTo>
                      <a:pt x="6180" y="3733"/>
                    </a:moveTo>
                    <a:lnTo>
                      <a:pt x="8809" y="5140"/>
                    </a:lnTo>
                    <a:lnTo>
                      <a:pt x="6749" y="8885"/>
                    </a:lnTo>
                    <a:cubicBezTo>
                      <a:pt x="6687" y="8990"/>
                      <a:pt x="6640" y="9103"/>
                      <a:pt x="6607" y="9216"/>
                    </a:cubicBezTo>
                    <a:lnTo>
                      <a:pt x="6264" y="4160"/>
                    </a:lnTo>
                    <a:cubicBezTo>
                      <a:pt x="6257" y="4014"/>
                      <a:pt x="6228" y="3872"/>
                      <a:pt x="6180" y="3733"/>
                    </a:cubicBezTo>
                    <a:close/>
                    <a:moveTo>
                      <a:pt x="1838" y="0"/>
                    </a:moveTo>
                    <a:cubicBezTo>
                      <a:pt x="1142" y="0"/>
                      <a:pt x="515" y="427"/>
                      <a:pt x="260" y="1072"/>
                    </a:cubicBezTo>
                    <a:cubicBezTo>
                      <a:pt x="1" y="1721"/>
                      <a:pt x="165" y="2461"/>
                      <a:pt x="672" y="2938"/>
                    </a:cubicBezTo>
                    <a:lnTo>
                      <a:pt x="2917" y="5053"/>
                    </a:lnTo>
                    <a:lnTo>
                      <a:pt x="3402" y="12235"/>
                    </a:lnTo>
                    <a:cubicBezTo>
                      <a:pt x="3461" y="13132"/>
                      <a:pt x="4208" y="13821"/>
                      <a:pt x="5098" y="13821"/>
                    </a:cubicBezTo>
                    <a:cubicBezTo>
                      <a:pt x="5134" y="13821"/>
                      <a:pt x="5174" y="13821"/>
                      <a:pt x="5214" y="13817"/>
                    </a:cubicBezTo>
                    <a:cubicBezTo>
                      <a:pt x="6151" y="13755"/>
                      <a:pt x="6859" y="12942"/>
                      <a:pt x="6797" y="12005"/>
                    </a:cubicBezTo>
                    <a:lnTo>
                      <a:pt x="6687" y="10405"/>
                    </a:lnTo>
                    <a:lnTo>
                      <a:pt x="6687" y="10405"/>
                    </a:lnTo>
                    <a:cubicBezTo>
                      <a:pt x="6833" y="10729"/>
                      <a:pt x="7081" y="11010"/>
                      <a:pt x="7416" y="11196"/>
                    </a:cubicBezTo>
                    <a:cubicBezTo>
                      <a:pt x="7677" y="11339"/>
                      <a:pt x="7958" y="11407"/>
                      <a:pt x="8236" y="11407"/>
                    </a:cubicBezTo>
                    <a:cubicBezTo>
                      <a:pt x="8836" y="11407"/>
                      <a:pt x="9419" y="11089"/>
                      <a:pt x="9728" y="10525"/>
                    </a:cubicBezTo>
                    <a:lnTo>
                      <a:pt x="12622" y="5272"/>
                    </a:lnTo>
                    <a:cubicBezTo>
                      <a:pt x="12841" y="4874"/>
                      <a:pt x="12892" y="4404"/>
                      <a:pt x="12761" y="3967"/>
                    </a:cubicBezTo>
                    <a:cubicBezTo>
                      <a:pt x="12633" y="3529"/>
                      <a:pt x="12334" y="3164"/>
                      <a:pt x="11933" y="2949"/>
                    </a:cubicBezTo>
                    <a:lnTo>
                      <a:pt x="6789" y="201"/>
                    </a:lnTo>
                    <a:cubicBezTo>
                      <a:pt x="6541" y="69"/>
                      <a:pt x="6268" y="0"/>
                      <a:pt x="5987" y="0"/>
                    </a:cubicBezTo>
                    <a:close/>
                  </a:path>
                </a:pathLst>
              </a:custGeom>
              <a:solidFill>
                <a:srgbClr val="B9A7F7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0" name="Google Shape;980;p53"/>
              <p:cNvSpPr/>
              <p:nvPr/>
            </p:nvSpPr>
            <p:spPr>
              <a:xfrm flipH="1">
                <a:off x="14957832" y="8151992"/>
                <a:ext cx="1063489" cy="747674"/>
              </a:xfrm>
              <a:custGeom>
                <a:rect b="b" l="l" r="r" t="t"/>
                <a:pathLst>
                  <a:path extrusionOk="0" h="3563" w="5068">
                    <a:moveTo>
                      <a:pt x="0" y="1"/>
                    </a:moveTo>
                    <a:lnTo>
                      <a:pt x="0" y="3563"/>
                    </a:lnTo>
                    <a:lnTo>
                      <a:pt x="5068" y="3563"/>
                    </a:lnTo>
                    <a:cubicBezTo>
                      <a:pt x="5068" y="3563"/>
                      <a:pt x="3278" y="2039"/>
                      <a:pt x="324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1" name="Google Shape;981;p53"/>
              <p:cNvSpPr/>
              <p:nvPr/>
            </p:nvSpPr>
            <p:spPr>
              <a:xfrm flipH="1">
                <a:off x="14898027" y="8129958"/>
                <a:ext cx="1145538" cy="791951"/>
              </a:xfrm>
              <a:custGeom>
                <a:rect b="b" l="l" r="r" t="t"/>
                <a:pathLst>
                  <a:path extrusionOk="0" h="3774" w="5459">
                    <a:moveTo>
                      <a:pt x="3249" y="208"/>
                    </a:moveTo>
                    <a:cubicBezTo>
                      <a:pt x="3318" y="1834"/>
                      <a:pt x="4445" y="3106"/>
                      <a:pt x="4911" y="3562"/>
                    </a:cubicBezTo>
                    <a:lnTo>
                      <a:pt x="212" y="3562"/>
                    </a:lnTo>
                    <a:lnTo>
                      <a:pt x="212" y="208"/>
                    </a:lnTo>
                    <a:close/>
                    <a:moveTo>
                      <a:pt x="0" y="0"/>
                    </a:moveTo>
                    <a:lnTo>
                      <a:pt x="0" y="3774"/>
                    </a:lnTo>
                    <a:lnTo>
                      <a:pt x="5458" y="3774"/>
                    </a:lnTo>
                    <a:lnTo>
                      <a:pt x="5243" y="3588"/>
                    </a:lnTo>
                    <a:cubicBezTo>
                      <a:pt x="5225" y="3573"/>
                      <a:pt x="3486" y="2071"/>
                      <a:pt x="3453" y="102"/>
                    </a:cubicBezTo>
                    <a:lnTo>
                      <a:pt x="3453" y="0"/>
                    </a:lnTo>
                    <a:close/>
                  </a:path>
                </a:pathLst>
              </a:custGeom>
              <a:solidFill>
                <a:srgbClr val="99761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2" name="Google Shape;982;p53"/>
              <p:cNvSpPr/>
              <p:nvPr/>
            </p:nvSpPr>
            <p:spPr>
              <a:xfrm flipH="1">
                <a:off x="14569835" y="7318289"/>
                <a:ext cx="971787" cy="1190444"/>
              </a:xfrm>
              <a:custGeom>
                <a:rect b="b" l="l" r="r" t="t"/>
                <a:pathLst>
                  <a:path extrusionOk="0" h="5673" w="4631">
                    <a:moveTo>
                      <a:pt x="1976" y="0"/>
                    </a:moveTo>
                    <a:lnTo>
                      <a:pt x="0" y="2742"/>
                    </a:lnTo>
                    <a:lnTo>
                      <a:pt x="4058" y="5673"/>
                    </a:lnTo>
                    <a:cubicBezTo>
                      <a:pt x="4058" y="5673"/>
                      <a:pt x="3522" y="3507"/>
                      <a:pt x="4630" y="1918"/>
                    </a:cubicBezTo>
                    <a:lnTo>
                      <a:pt x="19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3" name="Google Shape;983;p53"/>
              <p:cNvSpPr/>
              <p:nvPr/>
            </p:nvSpPr>
            <p:spPr>
              <a:xfrm flipH="1">
                <a:off x="14543814" y="7291429"/>
                <a:ext cx="1024667" cy="1263260"/>
              </a:xfrm>
              <a:custGeom>
                <a:rect b="b" l="l" r="r" t="t"/>
                <a:pathLst>
                  <a:path extrusionOk="0" h="6020" w="4883">
                    <a:moveTo>
                      <a:pt x="2122" y="256"/>
                    </a:moveTo>
                    <a:lnTo>
                      <a:pt x="4631" y="2068"/>
                    </a:lnTo>
                    <a:cubicBezTo>
                      <a:pt x="3774" y="3373"/>
                      <a:pt x="3949" y="4991"/>
                      <a:pt x="4051" y="5589"/>
                    </a:cubicBezTo>
                    <a:lnTo>
                      <a:pt x="256" y="2851"/>
                    </a:lnTo>
                    <a:lnTo>
                      <a:pt x="2122" y="256"/>
                    </a:lnTo>
                    <a:close/>
                    <a:moveTo>
                      <a:pt x="2082" y="1"/>
                    </a:moveTo>
                    <a:lnTo>
                      <a:pt x="1" y="2892"/>
                    </a:lnTo>
                    <a:lnTo>
                      <a:pt x="4335" y="6020"/>
                    </a:lnTo>
                    <a:lnTo>
                      <a:pt x="4277" y="5779"/>
                    </a:lnTo>
                    <a:cubicBezTo>
                      <a:pt x="4270" y="5757"/>
                      <a:pt x="3763" y="3635"/>
                      <a:pt x="4831" y="2100"/>
                    </a:cubicBezTo>
                    <a:lnTo>
                      <a:pt x="4882" y="2024"/>
                    </a:lnTo>
                    <a:lnTo>
                      <a:pt x="2082" y="1"/>
                    </a:lnTo>
                    <a:close/>
                  </a:path>
                </a:pathLst>
              </a:custGeom>
              <a:solidFill>
                <a:srgbClr val="99761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4" name="Google Shape;984;p53"/>
              <p:cNvSpPr/>
              <p:nvPr/>
            </p:nvSpPr>
            <p:spPr>
              <a:xfrm flipH="1">
                <a:off x="15849037" y="3881493"/>
                <a:ext cx="521252" cy="492084"/>
              </a:xfrm>
              <a:custGeom>
                <a:rect b="b" l="l" r="r" t="t"/>
                <a:pathLst>
                  <a:path extrusionOk="0" h="2345" w="2484">
                    <a:moveTo>
                      <a:pt x="1218" y="0"/>
                    </a:moveTo>
                    <a:cubicBezTo>
                      <a:pt x="656" y="0"/>
                      <a:pt x="158" y="406"/>
                      <a:pt x="63" y="982"/>
                    </a:cubicBezTo>
                    <a:cubicBezTo>
                      <a:pt x="1" y="1365"/>
                      <a:pt x="132" y="1737"/>
                      <a:pt x="384" y="1996"/>
                    </a:cubicBezTo>
                    <a:cubicBezTo>
                      <a:pt x="551" y="2167"/>
                      <a:pt x="774" y="2287"/>
                      <a:pt x="1029" y="2328"/>
                    </a:cubicBezTo>
                    <a:cubicBezTo>
                      <a:pt x="1094" y="2339"/>
                      <a:pt x="1159" y="2344"/>
                      <a:pt x="1224" y="2344"/>
                    </a:cubicBezTo>
                    <a:cubicBezTo>
                      <a:pt x="1407" y="2344"/>
                      <a:pt x="1583" y="2300"/>
                      <a:pt x="1740" y="2222"/>
                    </a:cubicBezTo>
                    <a:cubicBezTo>
                      <a:pt x="2068" y="2061"/>
                      <a:pt x="2312" y="1752"/>
                      <a:pt x="2378" y="1365"/>
                    </a:cubicBezTo>
                    <a:cubicBezTo>
                      <a:pt x="2484" y="723"/>
                      <a:pt x="2050" y="122"/>
                      <a:pt x="1412" y="16"/>
                    </a:cubicBezTo>
                    <a:cubicBezTo>
                      <a:pt x="1347" y="5"/>
                      <a:pt x="1282" y="0"/>
                      <a:pt x="1218" y="0"/>
                    </a:cubicBezTo>
                    <a:close/>
                  </a:path>
                </a:pathLst>
              </a:custGeom>
              <a:solidFill>
                <a:srgbClr val="964335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5" name="Google Shape;985;p53"/>
              <p:cNvSpPr/>
              <p:nvPr/>
            </p:nvSpPr>
            <p:spPr>
              <a:xfrm flipH="1">
                <a:off x="15893315" y="4162681"/>
                <a:ext cx="307841" cy="286857"/>
              </a:xfrm>
              <a:custGeom>
                <a:rect b="b" l="l" r="r" t="t"/>
                <a:pathLst>
                  <a:path extrusionOk="0" h="1367" w="1467">
                    <a:moveTo>
                      <a:pt x="770" y="0"/>
                    </a:moveTo>
                    <a:cubicBezTo>
                      <a:pt x="421" y="0"/>
                      <a:pt x="93" y="351"/>
                      <a:pt x="15" y="831"/>
                    </a:cubicBezTo>
                    <a:cubicBezTo>
                      <a:pt x="8" y="867"/>
                      <a:pt x="4" y="904"/>
                      <a:pt x="0" y="936"/>
                    </a:cubicBezTo>
                    <a:cubicBezTo>
                      <a:pt x="161" y="1163"/>
                      <a:pt x="380" y="1312"/>
                      <a:pt x="631" y="1356"/>
                    </a:cubicBezTo>
                    <a:cubicBezTo>
                      <a:pt x="678" y="1363"/>
                      <a:pt x="725" y="1367"/>
                      <a:pt x="772" y="1367"/>
                    </a:cubicBezTo>
                    <a:cubicBezTo>
                      <a:pt x="976" y="1367"/>
                      <a:pt x="1176" y="1297"/>
                      <a:pt x="1357" y="1170"/>
                    </a:cubicBezTo>
                    <a:cubicBezTo>
                      <a:pt x="1368" y="1133"/>
                      <a:pt x="1375" y="1093"/>
                      <a:pt x="1382" y="1057"/>
                    </a:cubicBezTo>
                    <a:cubicBezTo>
                      <a:pt x="1466" y="539"/>
                      <a:pt x="1229" y="69"/>
                      <a:pt x="854" y="7"/>
                    </a:cubicBezTo>
                    <a:cubicBezTo>
                      <a:pt x="826" y="2"/>
                      <a:pt x="798" y="0"/>
                      <a:pt x="77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6" name="Google Shape;986;p53"/>
              <p:cNvSpPr/>
              <p:nvPr/>
            </p:nvSpPr>
            <p:spPr>
              <a:xfrm flipH="1">
                <a:off x="16062449" y="4051255"/>
                <a:ext cx="80580" cy="45746"/>
              </a:xfrm>
              <a:custGeom>
                <a:rect b="b" l="l" r="r" t="t"/>
                <a:pathLst>
                  <a:path extrusionOk="0" h="218" w="384">
                    <a:moveTo>
                      <a:pt x="100" y="1"/>
                    </a:moveTo>
                    <a:cubicBezTo>
                      <a:pt x="58" y="1"/>
                      <a:pt x="18" y="32"/>
                      <a:pt x="11" y="78"/>
                    </a:cubicBezTo>
                    <a:cubicBezTo>
                      <a:pt x="1" y="130"/>
                      <a:pt x="33" y="173"/>
                      <a:pt x="84" y="184"/>
                    </a:cubicBezTo>
                    <a:lnTo>
                      <a:pt x="270" y="213"/>
                    </a:lnTo>
                    <a:cubicBezTo>
                      <a:pt x="278" y="213"/>
                      <a:pt x="281" y="217"/>
                      <a:pt x="289" y="217"/>
                    </a:cubicBezTo>
                    <a:cubicBezTo>
                      <a:pt x="332" y="217"/>
                      <a:pt x="369" y="184"/>
                      <a:pt x="376" y="140"/>
                    </a:cubicBezTo>
                    <a:cubicBezTo>
                      <a:pt x="383" y="89"/>
                      <a:pt x="351" y="42"/>
                      <a:pt x="303" y="35"/>
                    </a:cubicBezTo>
                    <a:lnTo>
                      <a:pt x="114" y="2"/>
                    </a:lnTo>
                    <a:cubicBezTo>
                      <a:pt x="109" y="1"/>
                      <a:pt x="105" y="1"/>
                      <a:pt x="10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7" name="Google Shape;987;p53"/>
              <p:cNvSpPr/>
              <p:nvPr/>
            </p:nvSpPr>
            <p:spPr>
              <a:xfrm flipH="1">
                <a:off x="15875900" y="4081892"/>
                <a:ext cx="82678" cy="45536"/>
              </a:xfrm>
              <a:custGeom>
                <a:rect b="b" l="l" r="r" t="t"/>
                <a:pathLst>
                  <a:path extrusionOk="0" h="217" w="394">
                    <a:moveTo>
                      <a:pt x="100" y="1"/>
                    </a:moveTo>
                    <a:cubicBezTo>
                      <a:pt x="57" y="1"/>
                      <a:pt x="18" y="32"/>
                      <a:pt x="11" y="78"/>
                    </a:cubicBezTo>
                    <a:cubicBezTo>
                      <a:pt x="0" y="129"/>
                      <a:pt x="37" y="173"/>
                      <a:pt x="84" y="184"/>
                    </a:cubicBezTo>
                    <a:lnTo>
                      <a:pt x="281" y="217"/>
                    </a:lnTo>
                    <a:lnTo>
                      <a:pt x="295" y="217"/>
                    </a:lnTo>
                    <a:cubicBezTo>
                      <a:pt x="339" y="217"/>
                      <a:pt x="379" y="184"/>
                      <a:pt x="387" y="140"/>
                    </a:cubicBezTo>
                    <a:cubicBezTo>
                      <a:pt x="394" y="89"/>
                      <a:pt x="361" y="42"/>
                      <a:pt x="310" y="35"/>
                    </a:cubicBezTo>
                    <a:lnTo>
                      <a:pt x="113" y="2"/>
                    </a:lnTo>
                    <a:cubicBezTo>
                      <a:pt x="109" y="1"/>
                      <a:pt x="104" y="1"/>
                      <a:pt x="10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8" name="Google Shape;988;p53"/>
              <p:cNvSpPr/>
              <p:nvPr/>
            </p:nvSpPr>
            <p:spPr>
              <a:xfrm flipH="1">
                <a:off x="15975365" y="4208846"/>
                <a:ext cx="117932" cy="52461"/>
              </a:xfrm>
              <a:custGeom>
                <a:rect b="b" l="l" r="r" t="t"/>
                <a:pathLst>
                  <a:path extrusionOk="0" h="250" w="562">
                    <a:moveTo>
                      <a:pt x="104" y="0"/>
                    </a:moveTo>
                    <a:cubicBezTo>
                      <a:pt x="71" y="0"/>
                      <a:pt x="38" y="19"/>
                      <a:pt x="22" y="53"/>
                    </a:cubicBezTo>
                    <a:cubicBezTo>
                      <a:pt x="1" y="97"/>
                      <a:pt x="22" y="151"/>
                      <a:pt x="66" y="173"/>
                    </a:cubicBezTo>
                    <a:cubicBezTo>
                      <a:pt x="73" y="177"/>
                      <a:pt x="230" y="250"/>
                      <a:pt x="394" y="250"/>
                    </a:cubicBezTo>
                    <a:cubicBezTo>
                      <a:pt x="423" y="250"/>
                      <a:pt x="449" y="246"/>
                      <a:pt x="478" y="243"/>
                    </a:cubicBezTo>
                    <a:cubicBezTo>
                      <a:pt x="529" y="232"/>
                      <a:pt x="562" y="184"/>
                      <a:pt x="551" y="137"/>
                    </a:cubicBezTo>
                    <a:cubicBezTo>
                      <a:pt x="545" y="92"/>
                      <a:pt x="508" y="62"/>
                      <a:pt x="465" y="62"/>
                    </a:cubicBezTo>
                    <a:cubicBezTo>
                      <a:pt x="459" y="62"/>
                      <a:pt x="452" y="62"/>
                      <a:pt x="445" y="64"/>
                    </a:cubicBezTo>
                    <a:cubicBezTo>
                      <a:pt x="429" y="67"/>
                      <a:pt x="412" y="68"/>
                      <a:pt x="395" y="68"/>
                    </a:cubicBezTo>
                    <a:cubicBezTo>
                      <a:pt x="295" y="68"/>
                      <a:pt x="183" y="28"/>
                      <a:pt x="143" y="9"/>
                    </a:cubicBezTo>
                    <a:cubicBezTo>
                      <a:pt x="130" y="3"/>
                      <a:pt x="117" y="0"/>
                      <a:pt x="10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9" name="Google Shape;989;p53"/>
              <p:cNvSpPr/>
              <p:nvPr/>
            </p:nvSpPr>
            <p:spPr>
              <a:xfrm flipH="1">
                <a:off x="16324962" y="4016211"/>
                <a:ext cx="121080" cy="112686"/>
              </a:xfrm>
              <a:custGeom>
                <a:rect b="b" l="l" r="r" t="t"/>
                <a:pathLst>
                  <a:path extrusionOk="0" h="537" w="577">
                    <a:moveTo>
                      <a:pt x="286" y="1"/>
                    </a:moveTo>
                    <a:cubicBezTo>
                      <a:pt x="159" y="1"/>
                      <a:pt x="46" y="93"/>
                      <a:pt x="23" y="224"/>
                    </a:cubicBezTo>
                    <a:cubicBezTo>
                      <a:pt x="1" y="369"/>
                      <a:pt x="99" y="508"/>
                      <a:pt x="245" y="533"/>
                    </a:cubicBezTo>
                    <a:cubicBezTo>
                      <a:pt x="259" y="536"/>
                      <a:pt x="272" y="537"/>
                      <a:pt x="286" y="537"/>
                    </a:cubicBezTo>
                    <a:cubicBezTo>
                      <a:pt x="416" y="537"/>
                      <a:pt x="532" y="443"/>
                      <a:pt x="551" y="311"/>
                    </a:cubicBezTo>
                    <a:cubicBezTo>
                      <a:pt x="577" y="165"/>
                      <a:pt x="478" y="27"/>
                      <a:pt x="333" y="5"/>
                    </a:cubicBezTo>
                    <a:cubicBezTo>
                      <a:pt x="317" y="2"/>
                      <a:pt x="302" y="1"/>
                      <a:pt x="286" y="1"/>
                    </a:cubicBezTo>
                    <a:close/>
                  </a:path>
                </a:pathLst>
              </a:custGeom>
              <a:solidFill>
                <a:srgbClr val="964335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0" name="Google Shape;990;p53"/>
              <p:cNvSpPr/>
              <p:nvPr/>
            </p:nvSpPr>
            <p:spPr>
              <a:xfrm flipH="1">
                <a:off x="16456524" y="4385953"/>
                <a:ext cx="1392524" cy="2116275"/>
              </a:xfrm>
              <a:custGeom>
                <a:rect b="b" l="l" r="r" t="t"/>
                <a:pathLst>
                  <a:path extrusionOk="0" h="10085" w="6636">
                    <a:moveTo>
                      <a:pt x="5490" y="0"/>
                    </a:moveTo>
                    <a:cubicBezTo>
                      <a:pt x="5132" y="0"/>
                      <a:pt x="4786" y="192"/>
                      <a:pt x="4605" y="529"/>
                    </a:cubicBezTo>
                    <a:lnTo>
                      <a:pt x="263" y="8608"/>
                    </a:lnTo>
                    <a:cubicBezTo>
                      <a:pt x="1" y="9096"/>
                      <a:pt x="183" y="9701"/>
                      <a:pt x="671" y="9964"/>
                    </a:cubicBezTo>
                    <a:cubicBezTo>
                      <a:pt x="821" y="10044"/>
                      <a:pt x="985" y="10084"/>
                      <a:pt x="1145" y="10084"/>
                    </a:cubicBezTo>
                    <a:cubicBezTo>
                      <a:pt x="1503" y="10084"/>
                      <a:pt x="1845" y="9895"/>
                      <a:pt x="2028" y="9556"/>
                    </a:cubicBezTo>
                    <a:lnTo>
                      <a:pt x="6373" y="1477"/>
                    </a:lnTo>
                    <a:cubicBezTo>
                      <a:pt x="6636" y="992"/>
                      <a:pt x="6454" y="383"/>
                      <a:pt x="5965" y="120"/>
                    </a:cubicBezTo>
                    <a:cubicBezTo>
                      <a:pt x="5814" y="39"/>
                      <a:pt x="5650" y="0"/>
                      <a:pt x="5490" y="0"/>
                    </a:cubicBezTo>
                    <a:close/>
                  </a:path>
                </a:pathLst>
              </a:custGeom>
              <a:solidFill>
                <a:srgbClr val="FFDC76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1" name="Google Shape;991;p53"/>
              <p:cNvSpPr/>
              <p:nvPr/>
            </p:nvSpPr>
            <p:spPr>
              <a:xfrm flipH="1">
                <a:off x="13341208" y="5953055"/>
                <a:ext cx="974934" cy="450115"/>
              </a:xfrm>
              <a:custGeom>
                <a:rect b="b" l="l" r="r" t="t"/>
                <a:pathLst>
                  <a:path extrusionOk="0" h="2145" w="4646">
                    <a:moveTo>
                      <a:pt x="3410" y="1"/>
                    </a:moveTo>
                    <a:cubicBezTo>
                      <a:pt x="1903" y="1"/>
                      <a:pt x="1" y="804"/>
                      <a:pt x="1" y="804"/>
                    </a:cubicBezTo>
                    <a:cubicBezTo>
                      <a:pt x="1" y="804"/>
                      <a:pt x="766" y="1734"/>
                      <a:pt x="1149" y="2091"/>
                    </a:cubicBezTo>
                    <a:cubicBezTo>
                      <a:pt x="1185" y="2127"/>
                      <a:pt x="1232" y="2145"/>
                      <a:pt x="1280" y="2145"/>
                    </a:cubicBezTo>
                    <a:cubicBezTo>
                      <a:pt x="1310" y="2145"/>
                      <a:pt x="1340" y="2138"/>
                      <a:pt x="1368" y="2124"/>
                    </a:cubicBezTo>
                    <a:lnTo>
                      <a:pt x="4507" y="549"/>
                    </a:lnTo>
                    <a:cubicBezTo>
                      <a:pt x="4645" y="480"/>
                      <a:pt x="4645" y="283"/>
                      <a:pt x="4503" y="210"/>
                    </a:cubicBezTo>
                    <a:cubicBezTo>
                      <a:pt x="4198" y="60"/>
                      <a:pt x="3819" y="1"/>
                      <a:pt x="3410" y="1"/>
                    </a:cubicBezTo>
                    <a:close/>
                  </a:path>
                </a:pathLst>
              </a:custGeom>
              <a:solidFill>
                <a:srgbClr val="964335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2" name="Google Shape;992;p53"/>
              <p:cNvSpPr/>
              <p:nvPr/>
            </p:nvSpPr>
            <p:spPr>
              <a:xfrm flipH="1">
                <a:off x="13361147" y="6001529"/>
                <a:ext cx="426403" cy="127375"/>
              </a:xfrm>
              <a:custGeom>
                <a:rect b="b" l="l" r="r" t="t"/>
                <a:pathLst>
                  <a:path extrusionOk="0" h="607" w="2032">
                    <a:moveTo>
                      <a:pt x="1844" y="0"/>
                    </a:moveTo>
                    <a:cubicBezTo>
                      <a:pt x="1201" y="0"/>
                      <a:pt x="569" y="153"/>
                      <a:pt x="1" y="442"/>
                    </a:cubicBezTo>
                    <a:lnTo>
                      <a:pt x="85" y="606"/>
                    </a:lnTo>
                    <a:cubicBezTo>
                      <a:pt x="624" y="328"/>
                      <a:pt x="1227" y="182"/>
                      <a:pt x="1835" y="182"/>
                    </a:cubicBezTo>
                    <a:cubicBezTo>
                      <a:pt x="1897" y="182"/>
                      <a:pt x="1959" y="184"/>
                      <a:pt x="2021" y="187"/>
                    </a:cubicBezTo>
                    <a:lnTo>
                      <a:pt x="2031" y="4"/>
                    </a:lnTo>
                    <a:cubicBezTo>
                      <a:pt x="1969" y="2"/>
                      <a:pt x="1906" y="0"/>
                      <a:pt x="184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3" name="Google Shape;993;p53"/>
              <p:cNvSpPr/>
              <p:nvPr/>
            </p:nvSpPr>
            <p:spPr>
              <a:xfrm flipH="1">
                <a:off x="13888270" y="5811202"/>
                <a:ext cx="497540" cy="467532"/>
              </a:xfrm>
              <a:custGeom>
                <a:rect b="b" l="l" r="r" t="t"/>
                <a:pathLst>
                  <a:path extrusionOk="0" h="2228" w="2371">
                    <a:moveTo>
                      <a:pt x="1317" y="0"/>
                    </a:moveTo>
                    <a:lnTo>
                      <a:pt x="1" y="1404"/>
                    </a:lnTo>
                    <a:lnTo>
                      <a:pt x="971" y="2228"/>
                    </a:lnTo>
                    <a:lnTo>
                      <a:pt x="2371" y="842"/>
                    </a:lnTo>
                    <a:lnTo>
                      <a:pt x="1317" y="0"/>
                    </a:lnTo>
                    <a:close/>
                  </a:path>
                </a:pathLst>
              </a:custGeom>
              <a:solidFill>
                <a:srgbClr val="964335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4" name="Google Shape;994;p53"/>
              <p:cNvSpPr/>
              <p:nvPr/>
            </p:nvSpPr>
            <p:spPr>
              <a:xfrm flipH="1">
                <a:off x="17545190" y="6111276"/>
                <a:ext cx="840634" cy="468162"/>
              </a:xfrm>
              <a:custGeom>
                <a:rect b="b" l="l" r="r" t="t"/>
                <a:pathLst>
                  <a:path extrusionOk="0" h="2231" w="4006">
                    <a:moveTo>
                      <a:pt x="2540" y="0"/>
                    </a:moveTo>
                    <a:cubicBezTo>
                      <a:pt x="1992" y="0"/>
                      <a:pt x="1463" y="78"/>
                      <a:pt x="1191" y="218"/>
                    </a:cubicBezTo>
                    <a:cubicBezTo>
                      <a:pt x="656" y="493"/>
                      <a:pt x="1" y="1685"/>
                      <a:pt x="410" y="1685"/>
                    </a:cubicBezTo>
                    <a:cubicBezTo>
                      <a:pt x="418" y="1685"/>
                      <a:pt x="427" y="1685"/>
                      <a:pt x="437" y="1683"/>
                    </a:cubicBezTo>
                    <a:cubicBezTo>
                      <a:pt x="527" y="1674"/>
                      <a:pt x="638" y="1670"/>
                      <a:pt x="756" y="1670"/>
                    </a:cubicBezTo>
                    <a:cubicBezTo>
                      <a:pt x="1248" y="1670"/>
                      <a:pt x="1884" y="1738"/>
                      <a:pt x="1884" y="1738"/>
                    </a:cubicBezTo>
                    <a:cubicBezTo>
                      <a:pt x="1884" y="1738"/>
                      <a:pt x="670" y="2231"/>
                      <a:pt x="1067" y="2231"/>
                    </a:cubicBezTo>
                    <a:cubicBezTo>
                      <a:pt x="1120" y="2231"/>
                      <a:pt x="1203" y="2222"/>
                      <a:pt x="1323" y="2201"/>
                    </a:cubicBezTo>
                    <a:cubicBezTo>
                      <a:pt x="2006" y="2084"/>
                      <a:pt x="2856" y="2066"/>
                      <a:pt x="3329" y="2066"/>
                    </a:cubicBezTo>
                    <a:cubicBezTo>
                      <a:pt x="3550" y="2066"/>
                      <a:pt x="3689" y="2070"/>
                      <a:pt x="3689" y="2070"/>
                    </a:cubicBezTo>
                    <a:lnTo>
                      <a:pt x="4006" y="247"/>
                    </a:lnTo>
                    <a:cubicBezTo>
                      <a:pt x="3656" y="78"/>
                      <a:pt x="3088" y="0"/>
                      <a:pt x="2540" y="0"/>
                    </a:cubicBezTo>
                    <a:close/>
                  </a:path>
                </a:pathLst>
              </a:custGeom>
              <a:solidFill>
                <a:srgbClr val="964335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5" name="Google Shape;995;p53"/>
              <p:cNvSpPr/>
              <p:nvPr/>
            </p:nvSpPr>
            <p:spPr>
              <a:xfrm flipH="1">
                <a:off x="17305552" y="5928923"/>
                <a:ext cx="594697" cy="618829"/>
              </a:xfrm>
              <a:custGeom>
                <a:rect b="b" l="l" r="r" t="t"/>
                <a:pathLst>
                  <a:path extrusionOk="0" h="2949" w="2834">
                    <a:moveTo>
                      <a:pt x="1247" y="0"/>
                    </a:moveTo>
                    <a:lnTo>
                      <a:pt x="0" y="2272"/>
                    </a:lnTo>
                    <a:lnTo>
                      <a:pt x="1269" y="2924"/>
                    </a:lnTo>
                    <a:lnTo>
                      <a:pt x="1375" y="2939"/>
                    </a:lnTo>
                    <a:cubicBezTo>
                      <a:pt x="1410" y="2945"/>
                      <a:pt x="1446" y="2948"/>
                      <a:pt x="1481" y="2948"/>
                    </a:cubicBezTo>
                    <a:cubicBezTo>
                      <a:pt x="1710" y="2948"/>
                      <a:pt x="1927" y="2819"/>
                      <a:pt x="2035" y="2611"/>
                    </a:cubicBezTo>
                    <a:lnTo>
                      <a:pt x="2833" y="1058"/>
                    </a:lnTo>
                    <a:lnTo>
                      <a:pt x="1247" y="0"/>
                    </a:lnTo>
                    <a:close/>
                  </a:path>
                </a:pathLst>
              </a:custGeom>
              <a:solidFill>
                <a:srgbClr val="964335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6" name="Google Shape;996;p53"/>
              <p:cNvSpPr/>
              <p:nvPr/>
            </p:nvSpPr>
            <p:spPr>
              <a:xfrm flipH="1">
                <a:off x="15458941" y="6211161"/>
                <a:ext cx="354426" cy="335330"/>
              </a:xfrm>
              <a:custGeom>
                <a:rect b="b" l="l" r="r" t="t"/>
                <a:pathLst>
                  <a:path extrusionOk="0" h="1598" w="1689">
                    <a:moveTo>
                      <a:pt x="1" y="1"/>
                    </a:moveTo>
                    <a:lnTo>
                      <a:pt x="1689" y="1598"/>
                    </a:lnTo>
                  </a:path>
                </a:pathLst>
              </a:custGeom>
              <a:solidFill>
                <a:srgbClr val="964335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7" name="Google Shape;997;p53"/>
              <p:cNvSpPr/>
              <p:nvPr/>
            </p:nvSpPr>
            <p:spPr>
              <a:xfrm flipH="1">
                <a:off x="15445931" y="6196682"/>
                <a:ext cx="380447" cy="364289"/>
              </a:xfrm>
              <a:custGeom>
                <a:rect b="b" l="l" r="r" t="t"/>
                <a:pathLst>
                  <a:path extrusionOk="0" h="1736" w="1813">
                    <a:moveTo>
                      <a:pt x="125" y="0"/>
                    </a:moveTo>
                    <a:lnTo>
                      <a:pt x="1" y="135"/>
                    </a:lnTo>
                    <a:lnTo>
                      <a:pt x="1685" y="1736"/>
                    </a:lnTo>
                    <a:lnTo>
                      <a:pt x="1813" y="1601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8" name="Google Shape;998;p53"/>
              <p:cNvSpPr/>
              <p:nvPr/>
            </p:nvSpPr>
            <p:spPr>
              <a:xfrm flipH="1">
                <a:off x="15263779" y="4476815"/>
                <a:ext cx="1508148" cy="1192962"/>
              </a:xfrm>
              <a:custGeom>
                <a:rect b="b" l="l" r="r" t="t"/>
                <a:pathLst>
                  <a:path extrusionOk="0" h="5685" w="7187">
                    <a:moveTo>
                      <a:pt x="1" y="1"/>
                    </a:moveTo>
                    <a:lnTo>
                      <a:pt x="661" y="4642"/>
                    </a:lnTo>
                    <a:cubicBezTo>
                      <a:pt x="744" y="5240"/>
                      <a:pt x="1255" y="5685"/>
                      <a:pt x="1860" y="5685"/>
                    </a:cubicBezTo>
                    <a:lnTo>
                      <a:pt x="5885" y="5685"/>
                    </a:lnTo>
                    <a:cubicBezTo>
                      <a:pt x="6621" y="5685"/>
                      <a:pt x="7187" y="5032"/>
                      <a:pt x="7081" y="4303"/>
                    </a:cubicBezTo>
                    <a:lnTo>
                      <a:pt x="6468" y="1"/>
                    </a:lnTo>
                    <a:close/>
                  </a:path>
                </a:pathLst>
              </a:custGeom>
              <a:solidFill>
                <a:srgbClr val="FFDC76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9" name="Google Shape;999;p53"/>
              <p:cNvSpPr/>
              <p:nvPr/>
            </p:nvSpPr>
            <p:spPr>
              <a:xfrm flipH="1">
                <a:off x="16511511" y="4538928"/>
                <a:ext cx="199981" cy="482221"/>
              </a:xfrm>
              <a:custGeom>
                <a:rect b="b" l="l" r="r" t="t"/>
                <a:pathLst>
                  <a:path extrusionOk="0" h="2298" w="953">
                    <a:moveTo>
                      <a:pt x="952" y="0"/>
                    </a:moveTo>
                    <a:lnTo>
                      <a:pt x="1" y="2297"/>
                    </a:lnTo>
                  </a:path>
                </a:pathLst>
              </a:custGeom>
              <a:solidFill>
                <a:srgbClr val="2B3084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0" name="Google Shape;1000;p53"/>
              <p:cNvSpPr/>
              <p:nvPr/>
            </p:nvSpPr>
            <p:spPr>
              <a:xfrm flipH="1">
                <a:off x="16493884" y="4531164"/>
                <a:ext cx="235235" cy="497540"/>
              </a:xfrm>
              <a:custGeom>
                <a:rect b="b" l="l" r="r" t="t"/>
                <a:pathLst>
                  <a:path extrusionOk="0" h="2371" w="1121">
                    <a:moveTo>
                      <a:pt x="952" y="1"/>
                    </a:moveTo>
                    <a:lnTo>
                      <a:pt x="1" y="2301"/>
                    </a:lnTo>
                    <a:lnTo>
                      <a:pt x="169" y="2370"/>
                    </a:lnTo>
                    <a:lnTo>
                      <a:pt x="1120" y="70"/>
                    </a:lnTo>
                    <a:lnTo>
                      <a:pt x="952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1" name="Google Shape;1001;p53"/>
              <p:cNvSpPr/>
              <p:nvPr/>
            </p:nvSpPr>
            <p:spPr>
              <a:xfrm flipH="1">
                <a:off x="15314991" y="4612373"/>
                <a:ext cx="97368" cy="569306"/>
              </a:xfrm>
              <a:custGeom>
                <a:rect b="b" l="l" r="r" t="t"/>
                <a:pathLst>
                  <a:path extrusionOk="0" h="2713" w="464">
                    <a:moveTo>
                      <a:pt x="0" y="0"/>
                    </a:moveTo>
                    <a:lnTo>
                      <a:pt x="463" y="2713"/>
                    </a:lnTo>
                  </a:path>
                </a:pathLst>
              </a:custGeom>
              <a:solidFill>
                <a:srgbClr val="2B3084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2" name="Google Shape;1002;p53"/>
              <p:cNvSpPr/>
              <p:nvPr/>
            </p:nvSpPr>
            <p:spPr>
              <a:xfrm flipH="1">
                <a:off x="15296734" y="4609225"/>
                <a:ext cx="134090" cy="576231"/>
              </a:xfrm>
              <a:custGeom>
                <a:rect b="b" l="l" r="r" t="t"/>
                <a:pathLst>
                  <a:path extrusionOk="0" h="2746" w="639">
                    <a:moveTo>
                      <a:pt x="179" y="1"/>
                    </a:moveTo>
                    <a:lnTo>
                      <a:pt x="1" y="30"/>
                    </a:lnTo>
                    <a:lnTo>
                      <a:pt x="460" y="2746"/>
                    </a:lnTo>
                    <a:lnTo>
                      <a:pt x="639" y="2713"/>
                    </a:lnTo>
                    <a:lnTo>
                      <a:pt x="179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54"/>
          <p:cNvSpPr/>
          <p:nvPr/>
        </p:nvSpPr>
        <p:spPr>
          <a:xfrm rot="10800000">
            <a:off x="457100" y="1061400"/>
            <a:ext cx="8229900" cy="4082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p54"/>
          <p:cNvSpPr/>
          <p:nvPr/>
        </p:nvSpPr>
        <p:spPr>
          <a:xfrm rot="5400000">
            <a:off x="7184900" y="-766737"/>
            <a:ext cx="1502100" cy="1502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1009" name="Google Shape;1009;p54"/>
          <p:cNvCxnSpPr>
            <a:stCxn id="1008" idx="2"/>
            <a:endCxn id="1010" idx="0"/>
          </p:cNvCxnSpPr>
          <p:nvPr/>
        </p:nvCxnSpPr>
        <p:spPr>
          <a:xfrm rot="10800000">
            <a:off x="1208150" y="735363"/>
            <a:ext cx="67278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0" name="Google Shape;1010;p54"/>
          <p:cNvSpPr/>
          <p:nvPr/>
        </p:nvSpPr>
        <p:spPr>
          <a:xfrm rot="10800000">
            <a:off x="457000" y="-766738"/>
            <a:ext cx="1502100" cy="1502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sp>
        <p:nvSpPr>
          <p:cNvPr id="1011" name="Google Shape;1011;p54"/>
          <p:cNvSpPr txBox="1"/>
          <p:nvPr/>
        </p:nvSpPr>
        <p:spPr>
          <a:xfrm>
            <a:off x="456950" y="94925"/>
            <a:ext cx="8230200" cy="538800"/>
          </a:xfrm>
          <a:prstGeom prst="rect">
            <a:avLst/>
          </a:prstGeom>
          <a:solidFill>
            <a:srgbClr val="7F7F7F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500">
                <a:latin typeface="Montserrat"/>
                <a:ea typeface="Montserrat"/>
                <a:cs typeface="Montserrat"/>
                <a:sym typeface="Montserrat"/>
              </a:rPr>
              <a:t>Gráfico de dispersión</a:t>
            </a:r>
            <a:endParaRPr b="1" sz="35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12" name="Google Shape;1012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5862" y="1439903"/>
            <a:ext cx="3374263" cy="3447161"/>
          </a:xfrm>
          <a:prstGeom prst="rect">
            <a:avLst/>
          </a:prstGeom>
          <a:noFill/>
          <a:ln cap="flat" cmpd="sng" w="38100">
            <a:solidFill>
              <a:srgbClr val="263238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13" name="Google Shape;1013;p54"/>
          <p:cNvSpPr txBox="1"/>
          <p:nvPr/>
        </p:nvSpPr>
        <p:spPr>
          <a:xfrm>
            <a:off x="4966763" y="1634325"/>
            <a:ext cx="3019800" cy="24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Hasta el momento, aprendimos </a:t>
            </a:r>
            <a:r>
              <a:rPr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cómo</a:t>
            </a:r>
            <a:r>
              <a:rPr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interpretar los gráficos de dispersión para obtener conclusiones en base a dos series de datos. </a:t>
            </a:r>
            <a:endParaRPr sz="1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Pero</a:t>
            </a:r>
            <a:r>
              <a:rPr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b="1"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¿cómo se crean estos gráficos en Python?</a:t>
            </a:r>
            <a:endParaRPr b="1" sz="1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55"/>
          <p:cNvSpPr txBox="1"/>
          <p:nvPr>
            <p:ph idx="2" type="title"/>
          </p:nvPr>
        </p:nvSpPr>
        <p:spPr>
          <a:xfrm>
            <a:off x="1619400" y="2092650"/>
            <a:ext cx="5485800" cy="630600"/>
          </a:xfrm>
          <a:prstGeom prst="rect">
            <a:avLst/>
          </a:prstGeom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Gráfico de d</a:t>
            </a:r>
            <a:r>
              <a:rPr b="1" lang="es-419"/>
              <a:t>ispersión</a:t>
            </a:r>
            <a:endParaRPr b="1"/>
          </a:p>
        </p:txBody>
      </p:sp>
      <p:grpSp>
        <p:nvGrpSpPr>
          <p:cNvPr id="1019" name="Google Shape;1019;p55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020" name="Google Shape;1020;p55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021" name="Google Shape;1021;p55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2" name="Google Shape;1022;p55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3" name="Google Shape;1023;p55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4" name="Google Shape;1024;p55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5" name="Google Shape;1025;p55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6" name="Google Shape;1026;p55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7" name="Google Shape;1027;p55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8" name="Google Shape;1028;p55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9" name="Google Shape;1029;p55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0" name="Google Shape;1030;p55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1" name="Google Shape;1031;p55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2" name="Google Shape;1032;p55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33" name="Google Shape;1033;p55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8" name="Google Shape;1038;p56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039" name="Google Shape;1039;p56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040" name="Google Shape;1040;p56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1" name="Google Shape;1041;p56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2" name="Google Shape;1042;p56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3" name="Google Shape;1043;p56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4" name="Google Shape;1044;p56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5" name="Google Shape;1045;p56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6" name="Google Shape;1046;p56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7" name="Google Shape;1047;p56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8" name="Google Shape;1048;p56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9" name="Google Shape;1049;p56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0" name="Google Shape;1050;p56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1" name="Google Shape;1051;p56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52" name="Google Shape;1052;p56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1053" name="Google Shape;1053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150" y="1612021"/>
            <a:ext cx="5380051" cy="1908396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54" name="Google Shape;1054;p56"/>
          <p:cNvSpPr/>
          <p:nvPr/>
        </p:nvSpPr>
        <p:spPr>
          <a:xfrm flipH="1" rot="10800000">
            <a:off x="0" y="174688"/>
            <a:ext cx="91443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5" name="Google Shape;1055;p56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¿Cómo crear un gráfico de dispersión?</a:t>
            </a:r>
            <a:endParaRPr b="1" sz="2000">
              <a:solidFill>
                <a:srgbClr val="0C0C0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6" name="Google Shape;1056;p56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57" name="Google Shape;1057;p56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1058" name="Google Shape;1058;p56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56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60" name="Google Shape;1060;p56"/>
          <p:cNvSpPr/>
          <p:nvPr/>
        </p:nvSpPr>
        <p:spPr>
          <a:xfrm>
            <a:off x="5988413" y="2822254"/>
            <a:ext cx="2867400" cy="1565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Creamos dos variables (x, y) para 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almacenar las series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que se van a graficar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</a:t>
            </a:r>
            <a:endParaRPr b="1" sz="1500"/>
          </a:p>
        </p:txBody>
      </p:sp>
      <p:cxnSp>
        <p:nvCxnSpPr>
          <p:cNvPr id="1061" name="Google Shape;1061;p56"/>
          <p:cNvCxnSpPr>
            <a:stCxn id="1060" idx="1"/>
          </p:cNvCxnSpPr>
          <p:nvPr/>
        </p:nvCxnSpPr>
        <p:spPr>
          <a:xfrm rot="10800000">
            <a:off x="2883713" y="2651404"/>
            <a:ext cx="3104700" cy="953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62" name="Google Shape;1062;p56"/>
          <p:cNvSpPr/>
          <p:nvPr/>
        </p:nvSpPr>
        <p:spPr>
          <a:xfrm>
            <a:off x="288150" y="3827104"/>
            <a:ext cx="5380200" cy="56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.scatter() 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→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Es el método específico para crear un gráfico de dispersión.</a:t>
            </a:r>
            <a:endParaRPr sz="1500"/>
          </a:p>
        </p:txBody>
      </p:sp>
      <p:cxnSp>
        <p:nvCxnSpPr>
          <p:cNvPr id="1063" name="Google Shape;1063;p56"/>
          <p:cNvCxnSpPr>
            <a:stCxn id="1062" idx="0"/>
          </p:cNvCxnSpPr>
          <p:nvPr/>
        </p:nvCxnSpPr>
        <p:spPr>
          <a:xfrm rot="10800000">
            <a:off x="1816350" y="3185704"/>
            <a:ext cx="1161900" cy="6414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64" name="Google Shape;1064;p56"/>
          <p:cNvSpPr txBox="1"/>
          <p:nvPr/>
        </p:nvSpPr>
        <p:spPr>
          <a:xfrm>
            <a:off x="778988" y="955198"/>
            <a:ext cx="7542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Veamos primero la </a:t>
            </a:r>
            <a:r>
              <a:rPr b="1" lang="es-419" sz="2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sintaxis para generar el gráfico</a:t>
            </a:r>
            <a:r>
              <a:rPr lang="es-419" sz="2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</a:t>
            </a:r>
            <a:endParaRPr sz="2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65" name="Google Shape;1065;p56"/>
          <p:cNvSpPr/>
          <p:nvPr/>
        </p:nvSpPr>
        <p:spPr>
          <a:xfrm>
            <a:off x="5988438" y="1612021"/>
            <a:ext cx="2867400" cy="880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.read_excel()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→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Usamos este 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método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para leer una archivo .xlsx .</a:t>
            </a:r>
            <a:endParaRPr b="1" sz="1500"/>
          </a:p>
        </p:txBody>
      </p:sp>
      <p:cxnSp>
        <p:nvCxnSpPr>
          <p:cNvPr id="1066" name="Google Shape;1066;p56"/>
          <p:cNvCxnSpPr>
            <a:stCxn id="1065" idx="1"/>
          </p:cNvCxnSpPr>
          <p:nvPr/>
        </p:nvCxnSpPr>
        <p:spPr>
          <a:xfrm rot="10800000">
            <a:off x="5489838" y="2011621"/>
            <a:ext cx="498600" cy="408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67" name="Google Shape;1067;p56"/>
          <p:cNvCxnSpPr>
            <a:stCxn id="1060" idx="1"/>
          </p:cNvCxnSpPr>
          <p:nvPr/>
        </p:nvCxnSpPr>
        <p:spPr>
          <a:xfrm rot="10800000">
            <a:off x="2952413" y="2434204"/>
            <a:ext cx="3036000" cy="1170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68" name="Google Shape;1068;p56"/>
          <p:cNvSpPr txBox="1"/>
          <p:nvPr/>
        </p:nvSpPr>
        <p:spPr>
          <a:xfrm>
            <a:off x="2459300" y="4629125"/>
            <a:ext cx="32307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</a:rPr>
              <a:t>Veamos el resultado del gráfico → </a:t>
            </a:r>
            <a:endParaRPr b="1" sz="1500">
              <a:highlight>
                <a:schemeClr val="accent4"/>
              </a:highlight>
            </a:endParaRPr>
          </a:p>
        </p:txBody>
      </p:sp>
      <p:sp>
        <p:nvSpPr>
          <p:cNvPr id="1069" name="Google Shape;1069;p56"/>
          <p:cNvSpPr/>
          <p:nvPr/>
        </p:nvSpPr>
        <p:spPr>
          <a:xfrm>
            <a:off x="127350" y="4620100"/>
            <a:ext cx="2110500" cy="45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57"/>
          <p:cNvSpPr/>
          <p:nvPr/>
        </p:nvSpPr>
        <p:spPr>
          <a:xfrm flipH="1" rot="10800000">
            <a:off x="0" y="174688"/>
            <a:ext cx="91443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5" name="Google Shape;1075;p57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Generando un gráfico de dispersión</a:t>
            </a:r>
            <a:endParaRPr b="1" sz="2000">
              <a:solidFill>
                <a:srgbClr val="0C0C0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6" name="Google Shape;1076;p57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77" name="Google Shape;1077;p57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1078" name="Google Shape;1078;p57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57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80" name="Google Shape;1080;p57"/>
          <p:cNvSpPr txBox="1"/>
          <p:nvPr/>
        </p:nvSpPr>
        <p:spPr>
          <a:xfrm>
            <a:off x="572625" y="990675"/>
            <a:ext cx="7998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¿A este gráfico se le pueden hacer mejoras? </a:t>
            </a:r>
            <a:endParaRPr b="1" sz="22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081" name="Google Shape;1081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4338" y="1730512"/>
            <a:ext cx="4540350" cy="2566538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082" name="Google Shape;1082;p57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083" name="Google Shape;1083;p57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084" name="Google Shape;1084;p57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5" name="Google Shape;1085;p57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6" name="Google Shape;1086;p57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7" name="Google Shape;1087;p57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8" name="Google Shape;1088;p57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9" name="Google Shape;1089;p57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0" name="Google Shape;1090;p57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1" name="Google Shape;1091;p57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2" name="Google Shape;1092;p57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3" name="Google Shape;1093;p57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4" name="Google Shape;1094;p57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5" name="Google Shape;1095;p57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96" name="Google Shape;1096;p57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097" name="Google Shape;1097;p57"/>
          <p:cNvSpPr/>
          <p:nvPr/>
        </p:nvSpPr>
        <p:spPr>
          <a:xfrm>
            <a:off x="127350" y="4620100"/>
            <a:ext cx="2110500" cy="45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58"/>
          <p:cNvSpPr/>
          <p:nvPr/>
        </p:nvSpPr>
        <p:spPr>
          <a:xfrm flipH="1" rot="10800000">
            <a:off x="0" y="174688"/>
            <a:ext cx="91443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Google Shape;1103;p58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Generando un gráfico de dispersión</a:t>
            </a:r>
            <a:endParaRPr b="1" sz="2000">
              <a:solidFill>
                <a:srgbClr val="0C0C0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4" name="Google Shape;1104;p58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05" name="Google Shape;1105;p58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1106" name="Google Shape;1106;p58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58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08" name="Google Shape;1108;p58"/>
          <p:cNvSpPr txBox="1"/>
          <p:nvPr/>
        </p:nvSpPr>
        <p:spPr>
          <a:xfrm>
            <a:off x="572625" y="990675"/>
            <a:ext cx="7998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¿A este gráfico se le pueden hacer mejoras? </a:t>
            </a:r>
            <a:endParaRPr b="1" sz="22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109" name="Google Shape;1109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4338" y="1730512"/>
            <a:ext cx="4540350" cy="2566538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10" name="Google Shape;1110;p58"/>
          <p:cNvSpPr txBox="1"/>
          <p:nvPr/>
        </p:nvSpPr>
        <p:spPr>
          <a:xfrm>
            <a:off x="192900" y="1730513"/>
            <a:ext cx="3877200" cy="26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300">
                <a:solidFill>
                  <a:schemeClr val="dk1"/>
                </a:solidFill>
                <a:highlight>
                  <a:schemeClr val="accent6"/>
                </a:highlight>
                <a:latin typeface="Archivo"/>
                <a:ea typeface="Archivo"/>
                <a:cs typeface="Archivo"/>
                <a:sym typeface="Archivo"/>
              </a:rPr>
              <a:t>¡S</a:t>
            </a:r>
            <a:r>
              <a:rPr b="1" lang="es-419" sz="2300">
                <a:solidFill>
                  <a:schemeClr val="dk1"/>
                </a:solidFill>
                <a:highlight>
                  <a:schemeClr val="accent6"/>
                </a:highlight>
                <a:latin typeface="Archivo"/>
                <a:ea typeface="Archivo"/>
                <a:cs typeface="Archivo"/>
                <a:sym typeface="Archivo"/>
              </a:rPr>
              <a:t>í</a:t>
            </a:r>
            <a:r>
              <a:rPr b="1" lang="es-419" sz="2300">
                <a:solidFill>
                  <a:schemeClr val="dk1"/>
                </a:solidFill>
                <a:highlight>
                  <a:schemeClr val="accent6"/>
                </a:highlight>
                <a:latin typeface="Archivo"/>
                <a:ea typeface="Archivo"/>
                <a:cs typeface="Archivo"/>
                <a:sym typeface="Archivo"/>
              </a:rPr>
              <a:t>!</a:t>
            </a:r>
            <a:endParaRPr b="1" sz="2300">
              <a:solidFill>
                <a:schemeClr val="dk1"/>
              </a:solidFill>
              <a:highlight>
                <a:schemeClr val="accent6"/>
              </a:highlight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highlight>
                <a:schemeClr val="accent6"/>
              </a:highlight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Podríamos</a:t>
            </a:r>
            <a:r>
              <a:rPr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:</a:t>
            </a:r>
            <a:endParaRPr sz="1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09550" lvl="0" marL="2286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chivo"/>
              <a:buChar char="■"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Agregar un t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ítulo al gráfico y a los ejes X e Y.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09550" lvl="0" marL="2286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chivo"/>
              <a:buChar char="■"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Asignar un tamaño fijo al gráfico.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09550" lvl="0" marL="2286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chivo"/>
              <a:buChar char="■"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Agregar una grilla a la visualización.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09550" lvl="0" marL="2286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chivo"/>
              <a:buChar char="■"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Configurar los límites de los ejes.</a:t>
            </a:r>
            <a:b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</a:b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1111" name="Google Shape;1111;p58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112" name="Google Shape;1112;p58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113" name="Google Shape;1113;p58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4" name="Google Shape;1114;p58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5" name="Google Shape;1115;p58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6" name="Google Shape;1116;p58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7" name="Google Shape;1117;p58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8" name="Google Shape;1118;p58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9" name="Google Shape;1119;p58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0" name="Google Shape;1120;p58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1" name="Google Shape;1121;p58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2" name="Google Shape;1122;p58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3" name="Google Shape;1123;p58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4" name="Google Shape;1124;p58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25" name="Google Shape;1125;p58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126" name="Google Shape;1126;p58"/>
          <p:cNvSpPr/>
          <p:nvPr/>
        </p:nvSpPr>
        <p:spPr>
          <a:xfrm>
            <a:off x="127350" y="4620100"/>
            <a:ext cx="2110500" cy="45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1" name="Google Shape;1131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431" y="1953756"/>
            <a:ext cx="5024438" cy="2538413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32" name="Google Shape;1132;p59"/>
          <p:cNvSpPr/>
          <p:nvPr/>
        </p:nvSpPr>
        <p:spPr>
          <a:xfrm flipH="1" rot="10800000">
            <a:off x="0" y="174688"/>
            <a:ext cx="91443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3" name="Google Shape;1133;p59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Mejoras para el gráfico de dispersión</a:t>
            </a:r>
            <a:endParaRPr b="1" sz="2000">
              <a:solidFill>
                <a:srgbClr val="0C0C0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4" name="Google Shape;1134;p59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35" name="Google Shape;1135;p59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1136" name="Google Shape;1136;p59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59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8" name="Google Shape;1138;p59"/>
          <p:cNvSpPr/>
          <p:nvPr/>
        </p:nvSpPr>
        <p:spPr>
          <a:xfrm>
            <a:off x="326438" y="867125"/>
            <a:ext cx="2510700" cy="954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.figure()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→ Crea una nueva figura para el gráfico con un tamaño específico.</a:t>
            </a:r>
            <a:endParaRPr b="1" sz="1500"/>
          </a:p>
        </p:txBody>
      </p:sp>
      <p:sp>
        <p:nvSpPr>
          <p:cNvPr id="1139" name="Google Shape;1139;p59"/>
          <p:cNvSpPr/>
          <p:nvPr/>
        </p:nvSpPr>
        <p:spPr>
          <a:xfrm>
            <a:off x="5607750" y="1953756"/>
            <a:ext cx="3079200" cy="560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.grid() 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→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 C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rea una grilla en la visualización del gráfico.</a:t>
            </a:r>
            <a:endParaRPr b="1" sz="1500"/>
          </a:p>
        </p:txBody>
      </p:sp>
      <p:cxnSp>
        <p:nvCxnSpPr>
          <p:cNvPr id="1140" name="Google Shape;1140;p59"/>
          <p:cNvCxnSpPr>
            <a:stCxn id="1139" idx="1"/>
          </p:cNvCxnSpPr>
          <p:nvPr/>
        </p:nvCxnSpPr>
        <p:spPr>
          <a:xfrm flipH="1">
            <a:off x="1953450" y="2233956"/>
            <a:ext cx="3654300" cy="312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1" name="Google Shape;1141;p59"/>
          <p:cNvCxnSpPr>
            <a:stCxn id="1138" idx="2"/>
          </p:cNvCxnSpPr>
          <p:nvPr/>
        </p:nvCxnSpPr>
        <p:spPr>
          <a:xfrm flipH="1">
            <a:off x="1362788" y="1821425"/>
            <a:ext cx="219000" cy="4236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42" name="Google Shape;1142;p59"/>
          <p:cNvSpPr/>
          <p:nvPr/>
        </p:nvSpPr>
        <p:spPr>
          <a:xfrm>
            <a:off x="2929988" y="867125"/>
            <a:ext cx="2420700" cy="954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figsize=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→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etermina el ancho y el alto que tendrá la figura en pulgadas.</a:t>
            </a:r>
            <a:endParaRPr b="1" sz="1500"/>
          </a:p>
        </p:txBody>
      </p:sp>
      <p:cxnSp>
        <p:nvCxnSpPr>
          <p:cNvPr id="1143" name="Google Shape;1143;p59"/>
          <p:cNvCxnSpPr>
            <a:stCxn id="1142" idx="2"/>
          </p:cNvCxnSpPr>
          <p:nvPr/>
        </p:nvCxnSpPr>
        <p:spPr>
          <a:xfrm flipH="1">
            <a:off x="1719638" y="1821425"/>
            <a:ext cx="2420700" cy="4236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44" name="Google Shape;1144;p59"/>
          <p:cNvSpPr/>
          <p:nvPr/>
        </p:nvSpPr>
        <p:spPr>
          <a:xfrm>
            <a:off x="5607750" y="2765888"/>
            <a:ext cx="3079200" cy="1726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zorder=→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Nos permite controlar el orden de apilamiento de los puntos en el gráfico. (En este caso, que los puntos estén por encima de la grilla).</a:t>
            </a:r>
            <a:endParaRPr b="1" sz="1500"/>
          </a:p>
        </p:txBody>
      </p:sp>
      <p:cxnSp>
        <p:nvCxnSpPr>
          <p:cNvPr id="1145" name="Google Shape;1145;p59"/>
          <p:cNvCxnSpPr>
            <a:stCxn id="1144" idx="1"/>
          </p:cNvCxnSpPr>
          <p:nvPr/>
        </p:nvCxnSpPr>
        <p:spPr>
          <a:xfrm rot="10800000">
            <a:off x="2874150" y="2756138"/>
            <a:ext cx="2733600" cy="8730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146" name="Google Shape;1146;p59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147" name="Google Shape;1147;p59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148" name="Google Shape;1148;p59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9" name="Google Shape;1149;p59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0" name="Google Shape;1150;p59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1" name="Google Shape;1151;p59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2" name="Google Shape;1152;p59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3" name="Google Shape;1153;p59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4" name="Google Shape;1154;p59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5" name="Google Shape;1155;p59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6" name="Google Shape;1156;p59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7" name="Google Shape;1157;p59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8" name="Google Shape;1158;p59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9" name="Google Shape;1159;p59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60" name="Google Shape;1160;p59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161" name="Google Shape;1161;p59"/>
          <p:cNvSpPr/>
          <p:nvPr/>
        </p:nvSpPr>
        <p:spPr>
          <a:xfrm>
            <a:off x="127350" y="4620100"/>
            <a:ext cx="2110500" cy="45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6" name="Google Shape;1166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369" y="1138119"/>
            <a:ext cx="5024438" cy="2538413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67" name="Google Shape;1167;p60"/>
          <p:cNvSpPr/>
          <p:nvPr/>
        </p:nvSpPr>
        <p:spPr>
          <a:xfrm flipH="1" rot="10800000">
            <a:off x="0" y="174688"/>
            <a:ext cx="91443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8" name="Google Shape;1168;p60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Mejoras para el gráfico de dispersión</a:t>
            </a:r>
            <a:endParaRPr b="1" sz="2000">
              <a:solidFill>
                <a:srgbClr val="0C0C0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9" name="Google Shape;1169;p60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70" name="Google Shape;1170;p60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1171" name="Google Shape;1171;p60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60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73" name="Google Shape;1173;p60"/>
          <p:cNvSpPr/>
          <p:nvPr/>
        </p:nvSpPr>
        <p:spPr>
          <a:xfrm>
            <a:off x="5673013" y="2254013"/>
            <a:ext cx="3079200" cy="742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Título del gráfico y etiquetas de los eje X e Y.</a:t>
            </a:r>
            <a:endParaRPr sz="1500"/>
          </a:p>
        </p:txBody>
      </p:sp>
      <p:cxnSp>
        <p:nvCxnSpPr>
          <p:cNvPr id="1174" name="Google Shape;1174;p60"/>
          <p:cNvCxnSpPr>
            <a:stCxn id="1173" idx="1"/>
          </p:cNvCxnSpPr>
          <p:nvPr/>
        </p:nvCxnSpPr>
        <p:spPr>
          <a:xfrm rot="10800000">
            <a:off x="2784013" y="2465813"/>
            <a:ext cx="2889000" cy="159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75" name="Google Shape;1175;p60"/>
          <p:cNvSpPr/>
          <p:nvPr/>
        </p:nvSpPr>
        <p:spPr>
          <a:xfrm>
            <a:off x="5673013" y="3216188"/>
            <a:ext cx="3079200" cy="12009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.ylim() →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Establece los límites del eje Y (límite inferior, límite superior).</a:t>
            </a:r>
            <a:endParaRPr b="1" sz="1500"/>
          </a:p>
        </p:txBody>
      </p:sp>
      <p:cxnSp>
        <p:nvCxnSpPr>
          <p:cNvPr id="1176" name="Google Shape;1176;p60"/>
          <p:cNvCxnSpPr>
            <a:stCxn id="1175" idx="1"/>
          </p:cNvCxnSpPr>
          <p:nvPr/>
        </p:nvCxnSpPr>
        <p:spPr>
          <a:xfrm rot="10800000">
            <a:off x="2097613" y="2996138"/>
            <a:ext cx="3575400" cy="8205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77" name="Google Shape;1177;p60"/>
          <p:cNvSpPr/>
          <p:nvPr/>
        </p:nvSpPr>
        <p:spPr>
          <a:xfrm>
            <a:off x="396375" y="3856688"/>
            <a:ext cx="5024400" cy="56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.xlim() →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Establece los límites del eje X (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límite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izquierdo, 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límite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derecho).</a:t>
            </a:r>
            <a:endParaRPr b="1" sz="1500"/>
          </a:p>
        </p:txBody>
      </p:sp>
      <p:cxnSp>
        <p:nvCxnSpPr>
          <p:cNvPr id="1178" name="Google Shape;1178;p60"/>
          <p:cNvCxnSpPr>
            <a:stCxn id="1177" idx="0"/>
          </p:cNvCxnSpPr>
          <p:nvPr/>
        </p:nvCxnSpPr>
        <p:spPr>
          <a:xfrm rot="10800000">
            <a:off x="1383075" y="3306188"/>
            <a:ext cx="1525500" cy="5505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9" name="Google Shape;1179;p60"/>
          <p:cNvCxnSpPr>
            <a:stCxn id="1173" idx="1"/>
          </p:cNvCxnSpPr>
          <p:nvPr/>
        </p:nvCxnSpPr>
        <p:spPr>
          <a:xfrm flipH="1">
            <a:off x="5375713" y="2625113"/>
            <a:ext cx="297300" cy="240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180" name="Google Shape;1180;p60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181" name="Google Shape;1181;p60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182" name="Google Shape;1182;p60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3" name="Google Shape;1183;p60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4" name="Google Shape;1184;p60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5" name="Google Shape;1185;p60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6" name="Google Shape;1186;p60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7" name="Google Shape;1187;p60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8" name="Google Shape;1188;p60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9" name="Google Shape;1189;p60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0" name="Google Shape;1190;p60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1" name="Google Shape;1191;p60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2" name="Google Shape;1192;p60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3" name="Google Shape;1193;p60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94" name="Google Shape;1194;p60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195" name="Google Shape;1195;p60"/>
          <p:cNvSpPr/>
          <p:nvPr/>
        </p:nvSpPr>
        <p:spPr>
          <a:xfrm>
            <a:off x="127350" y="4620100"/>
            <a:ext cx="2110500" cy="45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p61"/>
          <p:cNvSpPr/>
          <p:nvPr/>
        </p:nvSpPr>
        <p:spPr>
          <a:xfrm>
            <a:off x="127350" y="4620100"/>
            <a:ext cx="2110500" cy="45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01" name="Google Shape;1201;p61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202" name="Google Shape;1202;p61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203" name="Google Shape;1203;p61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4" name="Google Shape;1204;p61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5" name="Google Shape;1205;p61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6" name="Google Shape;1206;p61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7" name="Google Shape;1207;p61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8" name="Google Shape;1208;p61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9" name="Google Shape;1209;p61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0" name="Google Shape;1210;p61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1" name="Google Shape;1211;p61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2" name="Google Shape;1212;p61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3" name="Google Shape;1213;p61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4" name="Google Shape;1214;p61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15" name="Google Shape;1215;p61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216" name="Google Shape;1216;p61"/>
          <p:cNvSpPr/>
          <p:nvPr/>
        </p:nvSpPr>
        <p:spPr>
          <a:xfrm flipH="1" rot="10800000">
            <a:off x="0" y="174688"/>
            <a:ext cx="91443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61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Gráfico de dispersión</a:t>
            </a:r>
            <a:endParaRPr b="1" sz="2000">
              <a:solidFill>
                <a:srgbClr val="0C0C0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8" name="Google Shape;1218;p61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19" name="Google Shape;1219;p61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1220" name="Google Shape;1220;p61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61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222" name="Google Shape;1222;p61"/>
          <p:cNvPicPr preferRelativeResize="0"/>
          <p:nvPr/>
        </p:nvPicPr>
        <p:blipFill rotWithShape="1">
          <a:blip r:embed="rId3">
            <a:alphaModFix/>
          </a:blip>
          <a:srcRect b="0" l="0" r="1729" t="6384"/>
          <a:stretch/>
        </p:blipFill>
        <p:spPr>
          <a:xfrm>
            <a:off x="1141926" y="1515975"/>
            <a:ext cx="6860149" cy="3056025"/>
          </a:xfrm>
          <a:prstGeom prst="rect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23" name="Google Shape;1223;p61"/>
          <p:cNvSpPr txBox="1"/>
          <p:nvPr/>
        </p:nvSpPr>
        <p:spPr>
          <a:xfrm>
            <a:off x="1481175" y="858288"/>
            <a:ext cx="61818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rgbClr val="263238"/>
                </a:solidFill>
                <a:latin typeface="Archivo"/>
                <a:ea typeface="Archivo"/>
                <a:cs typeface="Archivo"/>
                <a:sym typeface="Archivo"/>
              </a:rPr>
              <a:t>De esta forma, podemos generar un gráfico de dispersión viendo la comparación entre las notas de Geografía y las de Sociales.</a:t>
            </a:r>
            <a:endParaRPr sz="1500">
              <a:solidFill>
                <a:srgbClr val="26323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24" name="Google Shape;1224;p61"/>
          <p:cNvSpPr txBox="1"/>
          <p:nvPr/>
        </p:nvSpPr>
        <p:spPr>
          <a:xfrm>
            <a:off x="1990800" y="4717238"/>
            <a:ext cx="51627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</a:rPr>
              <a:t>Veamos </a:t>
            </a:r>
            <a:r>
              <a:rPr lang="es-419" sz="1500">
                <a:solidFill>
                  <a:schemeClr val="dk1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</a:rPr>
              <a:t>cómo</a:t>
            </a:r>
            <a:r>
              <a:rPr lang="es-419" sz="1500">
                <a:solidFill>
                  <a:schemeClr val="dk1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</a:rPr>
              <a:t> generar la </a:t>
            </a:r>
            <a:r>
              <a:rPr lang="es-419" sz="1500">
                <a:solidFill>
                  <a:schemeClr val="dk1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</a:rPr>
              <a:t>línea</a:t>
            </a:r>
            <a:r>
              <a:rPr lang="es-419" sz="1500">
                <a:solidFill>
                  <a:schemeClr val="dk1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</a:rPr>
              <a:t> de tendencia → </a:t>
            </a:r>
            <a:endParaRPr b="1" sz="1500">
              <a:highlight>
                <a:schemeClr val="accent4"/>
              </a:highligh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p62"/>
          <p:cNvSpPr txBox="1"/>
          <p:nvPr>
            <p:ph idx="2" type="title"/>
          </p:nvPr>
        </p:nvSpPr>
        <p:spPr>
          <a:xfrm>
            <a:off x="1619400" y="2092650"/>
            <a:ext cx="5485800" cy="630600"/>
          </a:xfrm>
          <a:prstGeom prst="rect">
            <a:avLst/>
          </a:prstGeom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Línea de tendencia</a:t>
            </a:r>
            <a:endParaRPr b="1"/>
          </a:p>
        </p:txBody>
      </p:sp>
      <p:grpSp>
        <p:nvGrpSpPr>
          <p:cNvPr id="1230" name="Google Shape;1230;p62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231" name="Google Shape;1231;p62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232" name="Google Shape;1232;p62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3" name="Google Shape;1233;p62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4" name="Google Shape;1234;p62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5" name="Google Shape;1235;p62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6" name="Google Shape;1236;p62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7" name="Google Shape;1237;p62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8" name="Google Shape;1238;p62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9" name="Google Shape;1239;p62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0" name="Google Shape;1240;p62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1" name="Google Shape;1241;p62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2" name="Google Shape;1242;p62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3" name="Google Shape;1243;p62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44" name="Google Shape;1244;p62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48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p63"/>
          <p:cNvSpPr/>
          <p:nvPr/>
        </p:nvSpPr>
        <p:spPr>
          <a:xfrm>
            <a:off x="127350" y="4620100"/>
            <a:ext cx="2110500" cy="45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50" name="Google Shape;1250;p63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251" name="Google Shape;1251;p63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252" name="Google Shape;1252;p63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3" name="Google Shape;1253;p63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4" name="Google Shape;1254;p63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5" name="Google Shape;1255;p63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6" name="Google Shape;1256;p63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7" name="Google Shape;1257;p63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8" name="Google Shape;1258;p63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9" name="Google Shape;1259;p63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0" name="Google Shape;1260;p63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1" name="Google Shape;1261;p63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2" name="Google Shape;1262;p63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3" name="Google Shape;1263;p63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64" name="Google Shape;1264;p63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1265" name="Google Shape;1265;p63"/>
          <p:cNvPicPr preferRelativeResize="0"/>
          <p:nvPr/>
        </p:nvPicPr>
        <p:blipFill rotWithShape="1">
          <a:blip r:embed="rId3">
            <a:alphaModFix/>
          </a:blip>
          <a:srcRect b="4789" l="0" r="0" t="0"/>
          <a:stretch/>
        </p:blipFill>
        <p:spPr>
          <a:xfrm>
            <a:off x="309938" y="1485525"/>
            <a:ext cx="5380052" cy="2170569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66" name="Google Shape;1266;p63"/>
          <p:cNvSpPr/>
          <p:nvPr/>
        </p:nvSpPr>
        <p:spPr>
          <a:xfrm flipH="1" rot="10800000">
            <a:off x="0" y="174688"/>
            <a:ext cx="91443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p63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¿Cómo generar la línea de tendencia?</a:t>
            </a:r>
            <a:endParaRPr b="1" sz="2000">
              <a:solidFill>
                <a:srgbClr val="0C0C0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8" name="Google Shape;1268;p63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69" name="Google Shape;1269;p63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1270" name="Google Shape;1270;p63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63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72" name="Google Shape;1272;p63"/>
          <p:cNvSpPr/>
          <p:nvPr/>
        </p:nvSpPr>
        <p:spPr>
          <a:xfrm>
            <a:off x="5943400" y="2549850"/>
            <a:ext cx="2949600" cy="1766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stats.linregress()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→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E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 una función de SciPy que realiza una regresión lineal y devuelve información clave sobre la relación entre dos conjuntos de datos.</a:t>
            </a:r>
            <a:endParaRPr b="1" sz="1500"/>
          </a:p>
        </p:txBody>
      </p:sp>
      <p:cxnSp>
        <p:nvCxnSpPr>
          <p:cNvPr id="1273" name="Google Shape;1273;p63"/>
          <p:cNvCxnSpPr/>
          <p:nvPr/>
        </p:nvCxnSpPr>
        <p:spPr>
          <a:xfrm flipH="1">
            <a:off x="5013275" y="3275925"/>
            <a:ext cx="933900" cy="19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74" name="Google Shape;1274;p63"/>
          <p:cNvCxnSpPr>
            <a:stCxn id="1275" idx="0"/>
          </p:cNvCxnSpPr>
          <p:nvPr/>
        </p:nvCxnSpPr>
        <p:spPr>
          <a:xfrm rot="10800000">
            <a:off x="1132838" y="3627975"/>
            <a:ext cx="1867200" cy="3219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76" name="Google Shape;1276;p63"/>
          <p:cNvSpPr txBox="1"/>
          <p:nvPr/>
        </p:nvSpPr>
        <p:spPr>
          <a:xfrm>
            <a:off x="800775" y="952494"/>
            <a:ext cx="7542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Con ayuda de la 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regresión lineal,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es posible obtener una línea de tendencia de los datos.</a:t>
            </a:r>
            <a:endParaRPr sz="1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77" name="Google Shape;1277;p63"/>
          <p:cNvSpPr/>
          <p:nvPr/>
        </p:nvSpPr>
        <p:spPr>
          <a:xfrm>
            <a:off x="5943400" y="1485525"/>
            <a:ext cx="2949600" cy="880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Importamos la función 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stats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del módulo 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SciPy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el cual tiene funciones estadísticas.</a:t>
            </a:r>
            <a:endParaRPr b="1" sz="1500"/>
          </a:p>
        </p:txBody>
      </p:sp>
      <p:cxnSp>
        <p:nvCxnSpPr>
          <p:cNvPr id="1278" name="Google Shape;1278;p63"/>
          <p:cNvCxnSpPr>
            <a:stCxn id="1277" idx="1"/>
          </p:cNvCxnSpPr>
          <p:nvPr/>
        </p:nvCxnSpPr>
        <p:spPr>
          <a:xfrm flipH="1">
            <a:off x="2418700" y="1925925"/>
            <a:ext cx="3524700" cy="24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79" name="Google Shape;1279;p63"/>
          <p:cNvSpPr txBox="1"/>
          <p:nvPr/>
        </p:nvSpPr>
        <p:spPr>
          <a:xfrm>
            <a:off x="2459300" y="4629450"/>
            <a:ext cx="32307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</a:rPr>
              <a:t>Veamos el resto del código → </a:t>
            </a:r>
            <a:endParaRPr b="1" sz="1500">
              <a:highlight>
                <a:schemeClr val="accent4"/>
              </a:highlight>
            </a:endParaRPr>
          </a:p>
        </p:txBody>
      </p:sp>
      <p:cxnSp>
        <p:nvCxnSpPr>
          <p:cNvPr id="1280" name="Google Shape;1280;p63"/>
          <p:cNvCxnSpPr>
            <a:stCxn id="1275" idx="0"/>
          </p:cNvCxnSpPr>
          <p:nvPr/>
        </p:nvCxnSpPr>
        <p:spPr>
          <a:xfrm rot="10800000">
            <a:off x="1641338" y="3614475"/>
            <a:ext cx="1358700" cy="3354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1" name="Google Shape;1281;p63"/>
          <p:cNvCxnSpPr>
            <a:stCxn id="1275" idx="0"/>
          </p:cNvCxnSpPr>
          <p:nvPr/>
        </p:nvCxnSpPr>
        <p:spPr>
          <a:xfrm rot="10800000">
            <a:off x="2258138" y="3612675"/>
            <a:ext cx="741900" cy="3372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2" name="Google Shape;1282;p63"/>
          <p:cNvCxnSpPr>
            <a:stCxn id="1275" idx="0"/>
          </p:cNvCxnSpPr>
          <p:nvPr/>
        </p:nvCxnSpPr>
        <p:spPr>
          <a:xfrm rot="10800000">
            <a:off x="2855138" y="3589875"/>
            <a:ext cx="144900" cy="3600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3" name="Google Shape;1283;p63"/>
          <p:cNvCxnSpPr>
            <a:stCxn id="1275" idx="0"/>
          </p:cNvCxnSpPr>
          <p:nvPr/>
        </p:nvCxnSpPr>
        <p:spPr>
          <a:xfrm flipH="1" rot="10800000">
            <a:off x="3000038" y="3620475"/>
            <a:ext cx="421500" cy="3294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75" name="Google Shape;1275;p63"/>
          <p:cNvSpPr/>
          <p:nvPr/>
        </p:nvSpPr>
        <p:spPr>
          <a:xfrm>
            <a:off x="309938" y="3949875"/>
            <a:ext cx="5380200" cy="56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Estas son las 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métricas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que proporciona la regresión lineal, en base a los conjuntos de datos elegidos.</a:t>
            </a:r>
            <a:endParaRPr sz="15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8" name="Google Shape;1288;p64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289" name="Google Shape;1289;p64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290" name="Google Shape;1290;p64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1" name="Google Shape;1291;p64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2" name="Google Shape;1292;p64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3" name="Google Shape;1293;p64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4" name="Google Shape;1294;p64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5" name="Google Shape;1295;p64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6" name="Google Shape;1296;p64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7" name="Google Shape;1297;p64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8" name="Google Shape;1298;p64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9" name="Google Shape;1299;p64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0" name="Google Shape;1300;p64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1" name="Google Shape;1301;p64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02" name="Google Shape;1302;p64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1303" name="Google Shape;1303;p64"/>
          <p:cNvPicPr preferRelativeResize="0"/>
          <p:nvPr/>
        </p:nvPicPr>
        <p:blipFill rotWithShape="1">
          <a:blip r:embed="rId3">
            <a:alphaModFix/>
          </a:blip>
          <a:srcRect b="7304" l="0" r="0" t="0"/>
          <a:stretch/>
        </p:blipFill>
        <p:spPr>
          <a:xfrm>
            <a:off x="309938" y="1637925"/>
            <a:ext cx="5380052" cy="1960825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04" name="Google Shape;1304;p64"/>
          <p:cNvSpPr/>
          <p:nvPr/>
        </p:nvSpPr>
        <p:spPr>
          <a:xfrm flipH="1" rot="10800000">
            <a:off x="0" y="174688"/>
            <a:ext cx="91443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64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¿Cómo generar la línea de tendencia?</a:t>
            </a:r>
            <a:endParaRPr b="1" sz="2000">
              <a:solidFill>
                <a:srgbClr val="0C0C0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6" name="Google Shape;1306;p64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07" name="Google Shape;1307;p64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1308" name="Google Shape;1308;p64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64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0" name="Google Shape;1310;p64"/>
          <p:cNvSpPr/>
          <p:nvPr/>
        </p:nvSpPr>
        <p:spPr>
          <a:xfrm>
            <a:off x="5943400" y="2351050"/>
            <a:ext cx="2949600" cy="571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/>
              <a:t>Estos p</a:t>
            </a:r>
            <a:r>
              <a:rPr lang="es-419" sz="1500"/>
              <a:t>arámetros</a:t>
            </a:r>
            <a:r>
              <a:rPr lang="es-419" sz="1500"/>
              <a:t> son necesarios para que la línea se grafique.</a:t>
            </a:r>
            <a:endParaRPr sz="1500"/>
          </a:p>
        </p:txBody>
      </p:sp>
      <p:cxnSp>
        <p:nvCxnSpPr>
          <p:cNvPr id="1311" name="Google Shape;1311;p64"/>
          <p:cNvCxnSpPr>
            <a:stCxn id="1310" idx="1"/>
            <a:endCxn id="1312" idx="0"/>
          </p:cNvCxnSpPr>
          <p:nvPr/>
        </p:nvCxnSpPr>
        <p:spPr>
          <a:xfrm flipH="1">
            <a:off x="2207800" y="2636950"/>
            <a:ext cx="3735600" cy="290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3" name="Google Shape;1313;p64"/>
          <p:cNvCxnSpPr>
            <a:stCxn id="1314" idx="0"/>
          </p:cNvCxnSpPr>
          <p:nvPr/>
        </p:nvCxnSpPr>
        <p:spPr>
          <a:xfrm rot="10800000">
            <a:off x="1668338" y="3558375"/>
            <a:ext cx="1331700" cy="1629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15" name="Google Shape;1315;p64"/>
          <p:cNvSpPr txBox="1"/>
          <p:nvPr/>
        </p:nvSpPr>
        <p:spPr>
          <a:xfrm>
            <a:off x="800775" y="952494"/>
            <a:ext cx="7542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Con ayuda de la 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r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egresión lineal,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es posible obtener una línea de tendencia de los datos.</a:t>
            </a:r>
            <a:endParaRPr sz="1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316" name="Google Shape;1316;p64"/>
          <p:cNvSpPr/>
          <p:nvPr/>
        </p:nvSpPr>
        <p:spPr>
          <a:xfrm>
            <a:off x="5943400" y="1637925"/>
            <a:ext cx="2949600" cy="571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plt.plot()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→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G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enera una línea en el gráfico.</a:t>
            </a:r>
            <a:endParaRPr b="1" sz="1500"/>
          </a:p>
        </p:txBody>
      </p:sp>
      <p:cxnSp>
        <p:nvCxnSpPr>
          <p:cNvPr id="1317" name="Google Shape;1317;p64"/>
          <p:cNvCxnSpPr>
            <a:stCxn id="1316" idx="1"/>
          </p:cNvCxnSpPr>
          <p:nvPr/>
        </p:nvCxnSpPr>
        <p:spPr>
          <a:xfrm flipH="1">
            <a:off x="1262800" y="1923825"/>
            <a:ext cx="4680600" cy="9744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18" name="Google Shape;1318;p64"/>
          <p:cNvSpPr txBox="1"/>
          <p:nvPr/>
        </p:nvSpPr>
        <p:spPr>
          <a:xfrm>
            <a:off x="2460250" y="4561675"/>
            <a:ext cx="32307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</a:rPr>
              <a:t>Veamos como queda graficado → </a:t>
            </a:r>
            <a:endParaRPr b="1" sz="1500">
              <a:highlight>
                <a:schemeClr val="accent4"/>
              </a:highlight>
            </a:endParaRPr>
          </a:p>
        </p:txBody>
      </p:sp>
      <p:sp>
        <p:nvSpPr>
          <p:cNvPr id="1314" name="Google Shape;1314;p64"/>
          <p:cNvSpPr/>
          <p:nvPr/>
        </p:nvSpPr>
        <p:spPr>
          <a:xfrm>
            <a:off x="309938" y="3721275"/>
            <a:ext cx="5380200" cy="56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plt.legend() 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→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M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uestra la leyenda de las etiquetas configuradas.</a:t>
            </a:r>
            <a:endParaRPr sz="1500"/>
          </a:p>
        </p:txBody>
      </p:sp>
      <p:sp>
        <p:nvSpPr>
          <p:cNvPr id="1312" name="Google Shape;1312;p64"/>
          <p:cNvSpPr/>
          <p:nvPr/>
        </p:nvSpPr>
        <p:spPr>
          <a:xfrm>
            <a:off x="1371325" y="2927600"/>
            <a:ext cx="1672800" cy="1578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1319" name="Google Shape;1319;p64"/>
          <p:cNvSpPr/>
          <p:nvPr/>
        </p:nvSpPr>
        <p:spPr>
          <a:xfrm>
            <a:off x="5943400" y="3064175"/>
            <a:ext cx="2949600" cy="754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/>
              <a:t>label= 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→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lang="es-419" sz="1500"/>
              <a:t>E</a:t>
            </a:r>
            <a:r>
              <a:rPr lang="es-419" sz="1500"/>
              <a:t>s el nombre que se le asigna a la línea en el gráfico.</a:t>
            </a:r>
            <a:endParaRPr sz="1500"/>
          </a:p>
        </p:txBody>
      </p:sp>
      <p:cxnSp>
        <p:nvCxnSpPr>
          <p:cNvPr id="1320" name="Google Shape;1320;p64"/>
          <p:cNvCxnSpPr>
            <a:stCxn id="1319" idx="1"/>
          </p:cNvCxnSpPr>
          <p:nvPr/>
        </p:nvCxnSpPr>
        <p:spPr>
          <a:xfrm rot="10800000">
            <a:off x="5445700" y="3083675"/>
            <a:ext cx="497700" cy="35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21" name="Google Shape;1321;p64"/>
          <p:cNvSpPr/>
          <p:nvPr/>
        </p:nvSpPr>
        <p:spPr>
          <a:xfrm>
            <a:off x="5943400" y="3959550"/>
            <a:ext cx="2949600" cy="318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/>
              <a:t>Este es el c</a:t>
            </a:r>
            <a:r>
              <a:rPr lang="es-419" sz="1500"/>
              <a:t>olor de la línea</a:t>
            </a:r>
            <a:endParaRPr sz="1500"/>
          </a:p>
        </p:txBody>
      </p:sp>
      <p:cxnSp>
        <p:nvCxnSpPr>
          <p:cNvPr id="1322" name="Google Shape;1322;p64"/>
          <p:cNvCxnSpPr/>
          <p:nvPr/>
        </p:nvCxnSpPr>
        <p:spPr>
          <a:xfrm rot="10800000">
            <a:off x="3375113" y="3156738"/>
            <a:ext cx="2661000" cy="8700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23" name="Google Shape;1323;p64"/>
          <p:cNvSpPr/>
          <p:nvPr/>
        </p:nvSpPr>
        <p:spPr>
          <a:xfrm>
            <a:off x="127350" y="4620100"/>
            <a:ext cx="2110500" cy="45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27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p65"/>
          <p:cNvSpPr/>
          <p:nvPr/>
        </p:nvSpPr>
        <p:spPr>
          <a:xfrm>
            <a:off x="127350" y="4620100"/>
            <a:ext cx="2110500" cy="45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9" name="Google Shape;1329;p65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330" name="Google Shape;1330;p65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331" name="Google Shape;1331;p65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2" name="Google Shape;1332;p65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3" name="Google Shape;1333;p65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4" name="Google Shape;1334;p65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5" name="Google Shape;1335;p65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6" name="Google Shape;1336;p65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7" name="Google Shape;1337;p65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8" name="Google Shape;1338;p65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9" name="Google Shape;1339;p65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0" name="Google Shape;1340;p65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1" name="Google Shape;1341;p65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2" name="Google Shape;1342;p65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43" name="Google Shape;1343;p65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344" name="Google Shape;1344;p65"/>
          <p:cNvSpPr/>
          <p:nvPr/>
        </p:nvSpPr>
        <p:spPr>
          <a:xfrm flipH="1" rot="10800000">
            <a:off x="0" y="174688"/>
            <a:ext cx="91443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45" name="Google Shape;1345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175" y="1390056"/>
            <a:ext cx="7239646" cy="3135726"/>
          </a:xfrm>
          <a:prstGeom prst="rect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46" name="Google Shape;1346;p65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Gráfico de dispersión con línea de tendencia</a:t>
            </a:r>
            <a:endParaRPr b="1" sz="2000">
              <a:solidFill>
                <a:srgbClr val="0C0C0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7" name="Google Shape;1347;p65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48" name="Google Shape;1348;p65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1349" name="Google Shape;1349;p65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65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51" name="Google Shape;1351;p65"/>
          <p:cNvSpPr txBox="1"/>
          <p:nvPr/>
        </p:nvSpPr>
        <p:spPr>
          <a:xfrm>
            <a:off x="220650" y="810925"/>
            <a:ext cx="8702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rgbClr val="263238"/>
                </a:solidFill>
                <a:latin typeface="Archivo"/>
                <a:ea typeface="Archivo"/>
                <a:cs typeface="Archivo"/>
                <a:sym typeface="Archivo"/>
              </a:rPr>
              <a:t>Este es código necesario para crear un gráfico de dispersión utilizando regresión lineal para calcular la tendencia de los datos.</a:t>
            </a:r>
            <a:endParaRPr sz="1500">
              <a:solidFill>
                <a:srgbClr val="26323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352" name="Google Shape;1352;p65"/>
          <p:cNvSpPr txBox="1"/>
          <p:nvPr/>
        </p:nvSpPr>
        <p:spPr>
          <a:xfrm>
            <a:off x="730625" y="4717238"/>
            <a:ext cx="57420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</a:rPr>
              <a:t>Veamos </a:t>
            </a:r>
            <a:r>
              <a:rPr lang="es-419" sz="1500">
                <a:solidFill>
                  <a:schemeClr val="dk1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</a:rPr>
              <a:t>cómo</a:t>
            </a:r>
            <a:r>
              <a:rPr lang="es-419" sz="1500">
                <a:solidFill>
                  <a:schemeClr val="dk1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</a:rPr>
              <a:t> saber</a:t>
            </a:r>
            <a:r>
              <a:rPr lang="es-419" sz="1500">
                <a:solidFill>
                  <a:schemeClr val="dk1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</a:rPr>
              <a:t> el </a:t>
            </a:r>
            <a:r>
              <a:rPr b="1" lang="es-419" sz="1500">
                <a:solidFill>
                  <a:schemeClr val="dk1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</a:rPr>
              <a:t>coeficiente de c</a:t>
            </a:r>
            <a:r>
              <a:rPr b="1" lang="es-419" sz="1500">
                <a:solidFill>
                  <a:schemeClr val="dk1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</a:rPr>
              <a:t>orrelación</a:t>
            </a:r>
            <a:r>
              <a:rPr b="1" lang="es-419" sz="1500">
                <a:solidFill>
                  <a:schemeClr val="dk1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</a:rPr>
              <a:t> de Pearson</a:t>
            </a:r>
            <a:r>
              <a:rPr lang="es-419" sz="1500">
                <a:solidFill>
                  <a:schemeClr val="dk1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</a:rPr>
              <a:t> → </a:t>
            </a:r>
            <a:endParaRPr b="1" sz="1500">
              <a:highlight>
                <a:schemeClr val="accent4"/>
              </a:highlight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6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p66"/>
          <p:cNvSpPr txBox="1"/>
          <p:nvPr>
            <p:ph idx="2" type="title"/>
          </p:nvPr>
        </p:nvSpPr>
        <p:spPr>
          <a:xfrm>
            <a:off x="1619400" y="1974975"/>
            <a:ext cx="5747700" cy="1193700"/>
          </a:xfrm>
          <a:prstGeom prst="rect">
            <a:avLst/>
          </a:prstGeom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Coeficiente de correlación de Pearson</a:t>
            </a:r>
            <a:endParaRPr b="1"/>
          </a:p>
        </p:txBody>
      </p:sp>
      <p:grpSp>
        <p:nvGrpSpPr>
          <p:cNvPr id="1358" name="Google Shape;1358;p66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359" name="Google Shape;1359;p66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360" name="Google Shape;1360;p66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1" name="Google Shape;1361;p66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2" name="Google Shape;1362;p66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3" name="Google Shape;1363;p66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4" name="Google Shape;1364;p66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5" name="Google Shape;1365;p66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6" name="Google Shape;1366;p66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7" name="Google Shape;1367;p66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8" name="Google Shape;1368;p66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9" name="Google Shape;1369;p66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0" name="Google Shape;1370;p66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1" name="Google Shape;1371;p66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72" name="Google Shape;1372;p66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7" name="Google Shape;1377;p67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378" name="Google Shape;1378;p67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379" name="Google Shape;1379;p67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0" name="Google Shape;1380;p67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1" name="Google Shape;1381;p67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2" name="Google Shape;1382;p67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3" name="Google Shape;1383;p67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4" name="Google Shape;1384;p67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5" name="Google Shape;1385;p67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6" name="Google Shape;1386;p67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7" name="Google Shape;1387;p67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8" name="Google Shape;1388;p67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9" name="Google Shape;1389;p67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0" name="Google Shape;1390;p67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91" name="Google Shape;1391;p67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1392" name="Google Shape;1392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944" y="1485518"/>
            <a:ext cx="5421212" cy="2408163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93" name="Google Shape;1393;p67"/>
          <p:cNvSpPr/>
          <p:nvPr/>
        </p:nvSpPr>
        <p:spPr>
          <a:xfrm flipH="1" rot="10800000">
            <a:off x="0" y="174688"/>
            <a:ext cx="91443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4" name="Google Shape;1394;p67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Coeficiente de correlación de Pearson</a:t>
            </a:r>
            <a:endParaRPr b="1" sz="2000">
              <a:solidFill>
                <a:srgbClr val="0C0C0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5" name="Google Shape;1395;p67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96" name="Google Shape;1396;p67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1397" name="Google Shape;1397;p67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67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9" name="Google Shape;1399;p67"/>
          <p:cNvSpPr/>
          <p:nvPr/>
        </p:nvSpPr>
        <p:spPr>
          <a:xfrm>
            <a:off x="5943400" y="1485513"/>
            <a:ext cx="2949600" cy="2408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El método 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.corr()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se utiliza para calcular y proporcionar el coeficiente de correlación de Pearson entre dos conjuntos de datos. Esto permite determinar cuán fuerte es la relación lineal entre ellos.</a:t>
            </a:r>
            <a:endParaRPr sz="1500"/>
          </a:p>
        </p:txBody>
      </p:sp>
      <p:cxnSp>
        <p:nvCxnSpPr>
          <p:cNvPr id="1400" name="Google Shape;1400;p67"/>
          <p:cNvCxnSpPr/>
          <p:nvPr/>
        </p:nvCxnSpPr>
        <p:spPr>
          <a:xfrm rot="10800000">
            <a:off x="2633850" y="3366400"/>
            <a:ext cx="3322200" cy="9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01" name="Google Shape;1401;p67"/>
          <p:cNvSpPr txBox="1"/>
          <p:nvPr/>
        </p:nvSpPr>
        <p:spPr>
          <a:xfrm>
            <a:off x="800775" y="952494"/>
            <a:ext cx="7542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Pandas nos ofrece el 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método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.corr()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para calcular el coeficiente de c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orrelación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</a:t>
            </a:r>
            <a:endParaRPr sz="1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402" name="Google Shape;1402;p67"/>
          <p:cNvPicPr preferRelativeResize="0"/>
          <p:nvPr/>
        </p:nvPicPr>
        <p:blipFill rotWithShape="1">
          <a:blip r:embed="rId4">
            <a:alphaModFix/>
          </a:blip>
          <a:srcRect b="0" l="0" r="6672" t="0"/>
          <a:stretch/>
        </p:blipFill>
        <p:spPr>
          <a:xfrm>
            <a:off x="3200150" y="4274025"/>
            <a:ext cx="3419576" cy="651150"/>
          </a:xfrm>
          <a:prstGeom prst="rect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403" name="Google Shape;1403;p67"/>
          <p:cNvCxnSpPr>
            <a:endCxn id="1402" idx="1"/>
          </p:cNvCxnSpPr>
          <p:nvPr/>
        </p:nvCxnSpPr>
        <p:spPr>
          <a:xfrm>
            <a:off x="2052050" y="3915000"/>
            <a:ext cx="1148100" cy="684600"/>
          </a:xfrm>
          <a:prstGeom prst="curvedConnector3">
            <a:avLst>
              <a:gd fmla="val 2321" name="adj1"/>
            </a:avLst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04" name="Google Shape;1404;p67"/>
          <p:cNvSpPr/>
          <p:nvPr/>
        </p:nvSpPr>
        <p:spPr>
          <a:xfrm>
            <a:off x="127350" y="4620100"/>
            <a:ext cx="2110500" cy="45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8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Google Shape;1409;p68"/>
          <p:cNvSpPr txBox="1"/>
          <p:nvPr/>
        </p:nvSpPr>
        <p:spPr>
          <a:xfrm>
            <a:off x="456913" y="1243538"/>
            <a:ext cx="4661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50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Actividades</a:t>
            </a:r>
            <a:endParaRPr b="1" sz="2500">
              <a:solidFill>
                <a:srgbClr val="0C0C0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410" name="Google Shape;1410;p68"/>
          <p:cNvGrpSpPr/>
          <p:nvPr/>
        </p:nvGrpSpPr>
        <p:grpSpPr>
          <a:xfrm>
            <a:off x="12121177" y="514650"/>
            <a:ext cx="775773" cy="5829224"/>
            <a:chOff x="-3766725" y="2744225"/>
            <a:chExt cx="3492900" cy="1362000"/>
          </a:xfrm>
        </p:grpSpPr>
        <p:cxnSp>
          <p:nvCxnSpPr>
            <p:cNvPr id="1411" name="Google Shape;1411;p68"/>
            <p:cNvCxnSpPr/>
            <p:nvPr/>
          </p:nvCxnSpPr>
          <p:spPr>
            <a:xfrm>
              <a:off x="-3766725" y="27442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12" name="Google Shape;1412;p68"/>
            <p:cNvCxnSpPr/>
            <p:nvPr/>
          </p:nvCxnSpPr>
          <p:spPr>
            <a:xfrm>
              <a:off x="-3766725" y="41062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13" name="Google Shape;1413;p68"/>
            <p:cNvCxnSpPr/>
            <p:nvPr/>
          </p:nvCxnSpPr>
          <p:spPr>
            <a:xfrm>
              <a:off x="-3766725" y="38338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14" name="Google Shape;1414;p68"/>
            <p:cNvCxnSpPr/>
            <p:nvPr/>
          </p:nvCxnSpPr>
          <p:spPr>
            <a:xfrm>
              <a:off x="-3766725" y="35614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15" name="Google Shape;1415;p68"/>
            <p:cNvCxnSpPr/>
            <p:nvPr/>
          </p:nvCxnSpPr>
          <p:spPr>
            <a:xfrm>
              <a:off x="-3766725" y="32890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16" name="Google Shape;1416;p68"/>
            <p:cNvCxnSpPr/>
            <p:nvPr/>
          </p:nvCxnSpPr>
          <p:spPr>
            <a:xfrm>
              <a:off x="-3766725" y="30166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17" name="Google Shape;1417;p68"/>
          <p:cNvGrpSpPr/>
          <p:nvPr/>
        </p:nvGrpSpPr>
        <p:grpSpPr>
          <a:xfrm>
            <a:off x="8746619" y="4870261"/>
            <a:ext cx="214804" cy="89161"/>
            <a:chOff x="1207700" y="4333950"/>
            <a:chExt cx="334325" cy="138750"/>
          </a:xfrm>
        </p:grpSpPr>
        <p:sp>
          <p:nvSpPr>
            <p:cNvPr id="1418" name="Google Shape;1418;p68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68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20" name="Google Shape;1420;p68"/>
          <p:cNvSpPr/>
          <p:nvPr/>
        </p:nvSpPr>
        <p:spPr>
          <a:xfrm flipH="1" rot="10800000">
            <a:off x="0" y="1038138"/>
            <a:ext cx="66600" cy="4106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8A6DF1"/>
              </a:solidFill>
            </a:endParaRPr>
          </a:p>
        </p:txBody>
      </p:sp>
      <p:sp>
        <p:nvSpPr>
          <p:cNvPr id="1421" name="Google Shape;1421;p68"/>
          <p:cNvSpPr/>
          <p:nvPr/>
        </p:nvSpPr>
        <p:spPr>
          <a:xfrm rot="5400000">
            <a:off x="2376950" y="-22319"/>
            <a:ext cx="1473000" cy="5313000"/>
          </a:xfrm>
          <a:prstGeom prst="round2SameRect">
            <a:avLst>
              <a:gd fmla="val 35491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FFFFFF"/>
              </a:solidFill>
            </a:endParaRPr>
          </a:p>
        </p:txBody>
      </p:sp>
      <p:sp>
        <p:nvSpPr>
          <p:cNvPr id="1422" name="Google Shape;1422;p68"/>
          <p:cNvSpPr txBox="1"/>
          <p:nvPr/>
        </p:nvSpPr>
        <p:spPr>
          <a:xfrm>
            <a:off x="776150" y="2052331"/>
            <a:ext cx="46746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 </a:t>
            </a:r>
            <a:r>
              <a:rPr b="1" lang="es-419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Playground</a:t>
            </a:r>
            <a:r>
              <a:rPr lang="es-419" sz="2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encontrarás un </a:t>
            </a:r>
            <a:r>
              <a:rPr b="1" lang="es-419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cuestionario</a:t>
            </a:r>
            <a:r>
              <a:rPr lang="es-419" sz="2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con preguntas relacionadas con esta presentación.</a:t>
            </a:r>
            <a:endParaRPr sz="2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423" name="Google Shape;1423;p68"/>
          <p:cNvGrpSpPr/>
          <p:nvPr/>
        </p:nvGrpSpPr>
        <p:grpSpPr>
          <a:xfrm>
            <a:off x="6401331" y="602534"/>
            <a:ext cx="2182847" cy="2309007"/>
            <a:chOff x="1438525" y="7648472"/>
            <a:chExt cx="1671911" cy="1768541"/>
          </a:xfrm>
        </p:grpSpPr>
        <p:sp>
          <p:nvSpPr>
            <p:cNvPr id="1424" name="Google Shape;1424;p68"/>
            <p:cNvSpPr/>
            <p:nvPr/>
          </p:nvSpPr>
          <p:spPr>
            <a:xfrm>
              <a:off x="2977581" y="9379342"/>
              <a:ext cx="35408" cy="37671"/>
            </a:xfrm>
            <a:custGeom>
              <a:rect b="b" l="l" r="r" t="t"/>
              <a:pathLst>
                <a:path extrusionOk="0" fill="none" h="749" w="704">
                  <a:moveTo>
                    <a:pt x="1" y="749"/>
                  </a:moveTo>
                  <a:lnTo>
                    <a:pt x="704" y="1"/>
                  </a:lnTo>
                </a:path>
              </a:pathLst>
            </a:custGeom>
            <a:noFill/>
            <a:ln cap="flat" cmpd="sng" w="2825">
              <a:solidFill>
                <a:srgbClr val="000000"/>
              </a:solidFill>
              <a:prstDash val="solid"/>
              <a:miter lim="4535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68"/>
            <p:cNvSpPr/>
            <p:nvPr/>
          </p:nvSpPr>
          <p:spPr>
            <a:xfrm>
              <a:off x="2304885" y="9379342"/>
              <a:ext cx="35206" cy="37671"/>
            </a:xfrm>
            <a:custGeom>
              <a:rect b="b" l="l" r="r" t="t"/>
              <a:pathLst>
                <a:path extrusionOk="0" fill="none" h="749" w="700">
                  <a:moveTo>
                    <a:pt x="1" y="749"/>
                  </a:moveTo>
                  <a:lnTo>
                    <a:pt x="699" y="1"/>
                  </a:lnTo>
                </a:path>
              </a:pathLst>
            </a:custGeom>
            <a:noFill/>
            <a:ln cap="flat" cmpd="sng" w="2825">
              <a:solidFill>
                <a:srgbClr val="000000"/>
              </a:solidFill>
              <a:prstDash val="solid"/>
              <a:miter lim="4535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68"/>
            <p:cNvSpPr/>
            <p:nvPr/>
          </p:nvSpPr>
          <p:spPr>
            <a:xfrm>
              <a:off x="1632189" y="9379342"/>
              <a:ext cx="35207" cy="37671"/>
            </a:xfrm>
            <a:custGeom>
              <a:rect b="b" l="l" r="r" t="t"/>
              <a:pathLst>
                <a:path extrusionOk="0" fill="none" h="749" w="700">
                  <a:moveTo>
                    <a:pt x="1" y="749"/>
                  </a:moveTo>
                  <a:lnTo>
                    <a:pt x="699" y="1"/>
                  </a:lnTo>
                </a:path>
              </a:pathLst>
            </a:custGeom>
            <a:noFill/>
            <a:ln cap="flat" cmpd="sng" w="2825">
              <a:solidFill>
                <a:srgbClr val="8A6DF1"/>
              </a:solidFill>
              <a:prstDash val="solid"/>
              <a:miter lim="4535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68"/>
            <p:cNvSpPr/>
            <p:nvPr/>
          </p:nvSpPr>
          <p:spPr>
            <a:xfrm>
              <a:off x="1635029" y="8044953"/>
              <a:ext cx="377211" cy="421497"/>
            </a:xfrm>
            <a:custGeom>
              <a:rect b="b" l="l" r="r" t="t"/>
              <a:pathLst>
                <a:path extrusionOk="0" h="4854" w="4344">
                  <a:moveTo>
                    <a:pt x="4344" y="1"/>
                  </a:moveTo>
                  <a:lnTo>
                    <a:pt x="2877" y="112"/>
                  </a:lnTo>
                  <a:cubicBezTo>
                    <a:pt x="2471" y="144"/>
                    <a:pt x="2104" y="359"/>
                    <a:pt x="1881" y="694"/>
                  </a:cubicBezTo>
                  <a:lnTo>
                    <a:pt x="192" y="3252"/>
                  </a:lnTo>
                  <a:cubicBezTo>
                    <a:pt x="24" y="3507"/>
                    <a:pt x="1" y="3834"/>
                    <a:pt x="120" y="4113"/>
                  </a:cubicBezTo>
                  <a:cubicBezTo>
                    <a:pt x="248" y="4400"/>
                    <a:pt x="503" y="4599"/>
                    <a:pt x="813" y="4639"/>
                  </a:cubicBezTo>
                  <a:lnTo>
                    <a:pt x="2152" y="4854"/>
                  </a:lnTo>
                  <a:cubicBezTo>
                    <a:pt x="2463" y="3188"/>
                    <a:pt x="3212" y="1523"/>
                    <a:pt x="4344" y="1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68"/>
            <p:cNvSpPr/>
            <p:nvPr/>
          </p:nvSpPr>
          <p:spPr>
            <a:xfrm>
              <a:off x="2288276" y="8742484"/>
              <a:ext cx="421497" cy="373043"/>
            </a:xfrm>
            <a:custGeom>
              <a:rect b="b" l="l" r="r" t="t"/>
              <a:pathLst>
                <a:path extrusionOk="0" h="4296" w="4854">
                  <a:moveTo>
                    <a:pt x="4853" y="1"/>
                  </a:moveTo>
                  <a:lnTo>
                    <a:pt x="4853" y="1"/>
                  </a:lnTo>
                  <a:cubicBezTo>
                    <a:pt x="3323" y="1124"/>
                    <a:pt x="1666" y="1873"/>
                    <a:pt x="0" y="2192"/>
                  </a:cubicBezTo>
                  <a:lnTo>
                    <a:pt x="207" y="3531"/>
                  </a:lnTo>
                  <a:cubicBezTo>
                    <a:pt x="255" y="3834"/>
                    <a:pt x="454" y="4097"/>
                    <a:pt x="733" y="4216"/>
                  </a:cubicBezTo>
                  <a:cubicBezTo>
                    <a:pt x="853" y="4272"/>
                    <a:pt x="980" y="4296"/>
                    <a:pt x="1100" y="4296"/>
                  </a:cubicBezTo>
                  <a:cubicBezTo>
                    <a:pt x="1275" y="4296"/>
                    <a:pt x="1451" y="4248"/>
                    <a:pt x="1602" y="4144"/>
                  </a:cubicBezTo>
                  <a:lnTo>
                    <a:pt x="4152" y="2455"/>
                  </a:lnTo>
                  <a:cubicBezTo>
                    <a:pt x="4495" y="2232"/>
                    <a:pt x="4710" y="1873"/>
                    <a:pt x="4742" y="1467"/>
                  </a:cubicBezTo>
                  <a:lnTo>
                    <a:pt x="4853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68"/>
            <p:cNvSpPr/>
            <p:nvPr/>
          </p:nvSpPr>
          <p:spPr>
            <a:xfrm>
              <a:off x="1899350" y="8323166"/>
              <a:ext cx="532212" cy="528738"/>
            </a:xfrm>
            <a:custGeom>
              <a:rect b="b" l="l" r="r" t="t"/>
              <a:pathLst>
                <a:path extrusionOk="0" h="6089" w="6129">
                  <a:moveTo>
                    <a:pt x="614" y="0"/>
                  </a:moveTo>
                  <a:cubicBezTo>
                    <a:pt x="359" y="638"/>
                    <a:pt x="168" y="1315"/>
                    <a:pt x="49" y="2009"/>
                  </a:cubicBezTo>
                  <a:cubicBezTo>
                    <a:pt x="1" y="2287"/>
                    <a:pt x="96" y="2566"/>
                    <a:pt x="288" y="2766"/>
                  </a:cubicBezTo>
                  <a:lnTo>
                    <a:pt x="3364" y="5834"/>
                  </a:lnTo>
                  <a:cubicBezTo>
                    <a:pt x="3531" y="6001"/>
                    <a:pt x="3746" y="6089"/>
                    <a:pt x="3977" y="6089"/>
                  </a:cubicBezTo>
                  <a:cubicBezTo>
                    <a:pt x="4025" y="6089"/>
                    <a:pt x="4073" y="6089"/>
                    <a:pt x="4113" y="6081"/>
                  </a:cubicBezTo>
                  <a:cubicBezTo>
                    <a:pt x="4814" y="5961"/>
                    <a:pt x="5483" y="5770"/>
                    <a:pt x="6129" y="5507"/>
                  </a:cubicBezTo>
                  <a:lnTo>
                    <a:pt x="614" y="0"/>
                  </a:ln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68"/>
            <p:cNvSpPr/>
            <p:nvPr/>
          </p:nvSpPr>
          <p:spPr>
            <a:xfrm>
              <a:off x="1990698" y="7648472"/>
              <a:ext cx="1119737" cy="1114875"/>
            </a:xfrm>
            <a:custGeom>
              <a:rect b="b" l="l" r="r" t="t"/>
              <a:pathLst>
                <a:path extrusionOk="0" h="12839" w="12895">
                  <a:moveTo>
                    <a:pt x="7519" y="2848"/>
                  </a:moveTo>
                  <a:cubicBezTo>
                    <a:pt x="8153" y="2848"/>
                    <a:pt x="8786" y="3089"/>
                    <a:pt x="9268" y="3571"/>
                  </a:cubicBezTo>
                  <a:cubicBezTo>
                    <a:pt x="9739" y="4041"/>
                    <a:pt x="9994" y="4663"/>
                    <a:pt x="9994" y="5324"/>
                  </a:cubicBezTo>
                  <a:cubicBezTo>
                    <a:pt x="9994" y="5985"/>
                    <a:pt x="9739" y="6607"/>
                    <a:pt x="9268" y="7069"/>
                  </a:cubicBezTo>
                  <a:cubicBezTo>
                    <a:pt x="8790" y="7555"/>
                    <a:pt x="8153" y="7794"/>
                    <a:pt x="7523" y="7794"/>
                  </a:cubicBezTo>
                  <a:cubicBezTo>
                    <a:pt x="6886" y="7794"/>
                    <a:pt x="6256" y="7555"/>
                    <a:pt x="5770" y="7069"/>
                  </a:cubicBezTo>
                  <a:cubicBezTo>
                    <a:pt x="5308" y="6607"/>
                    <a:pt x="5045" y="5985"/>
                    <a:pt x="5045" y="5324"/>
                  </a:cubicBezTo>
                  <a:cubicBezTo>
                    <a:pt x="5045" y="4663"/>
                    <a:pt x="5308" y="4041"/>
                    <a:pt x="5770" y="3571"/>
                  </a:cubicBezTo>
                  <a:cubicBezTo>
                    <a:pt x="6252" y="3089"/>
                    <a:pt x="6886" y="2848"/>
                    <a:pt x="7519" y="2848"/>
                  </a:cubicBezTo>
                  <a:close/>
                  <a:moveTo>
                    <a:pt x="11261" y="1"/>
                  </a:moveTo>
                  <a:cubicBezTo>
                    <a:pt x="9818" y="1"/>
                    <a:pt x="7531" y="216"/>
                    <a:pt x="5356" y="1347"/>
                  </a:cubicBezTo>
                  <a:cubicBezTo>
                    <a:pt x="3619" y="2248"/>
                    <a:pt x="1347" y="4216"/>
                    <a:pt x="1" y="6814"/>
                  </a:cubicBezTo>
                  <a:cubicBezTo>
                    <a:pt x="17" y="6830"/>
                    <a:pt x="32" y="6838"/>
                    <a:pt x="48" y="6854"/>
                  </a:cubicBezTo>
                  <a:lnTo>
                    <a:pt x="5993" y="12791"/>
                  </a:lnTo>
                  <a:cubicBezTo>
                    <a:pt x="6001" y="12807"/>
                    <a:pt x="6017" y="12823"/>
                    <a:pt x="6033" y="12839"/>
                  </a:cubicBezTo>
                  <a:cubicBezTo>
                    <a:pt x="8623" y="11500"/>
                    <a:pt x="10599" y="9229"/>
                    <a:pt x="11500" y="7491"/>
                  </a:cubicBezTo>
                  <a:cubicBezTo>
                    <a:pt x="12847" y="4886"/>
                    <a:pt x="12894" y="2128"/>
                    <a:pt x="12823" y="837"/>
                  </a:cubicBezTo>
                  <a:cubicBezTo>
                    <a:pt x="12799" y="399"/>
                    <a:pt x="12448" y="49"/>
                    <a:pt x="12002" y="17"/>
                  </a:cubicBezTo>
                  <a:cubicBezTo>
                    <a:pt x="11795" y="9"/>
                    <a:pt x="11548" y="1"/>
                    <a:pt x="112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68"/>
            <p:cNvSpPr/>
            <p:nvPr/>
          </p:nvSpPr>
          <p:spPr>
            <a:xfrm>
              <a:off x="1990698" y="7648472"/>
              <a:ext cx="1119737" cy="1114875"/>
            </a:xfrm>
            <a:custGeom>
              <a:rect b="b" l="l" r="r" t="t"/>
              <a:pathLst>
                <a:path extrusionOk="0" fill="none" h="12839" w="12895">
                  <a:moveTo>
                    <a:pt x="5770" y="3571"/>
                  </a:moveTo>
                  <a:cubicBezTo>
                    <a:pt x="6734" y="2607"/>
                    <a:pt x="8304" y="2607"/>
                    <a:pt x="9268" y="3571"/>
                  </a:cubicBezTo>
                  <a:cubicBezTo>
                    <a:pt x="9739" y="4041"/>
                    <a:pt x="9994" y="4663"/>
                    <a:pt x="9994" y="5324"/>
                  </a:cubicBezTo>
                  <a:cubicBezTo>
                    <a:pt x="9994" y="5985"/>
                    <a:pt x="9739" y="6607"/>
                    <a:pt x="9268" y="7069"/>
                  </a:cubicBezTo>
                  <a:cubicBezTo>
                    <a:pt x="8790" y="7555"/>
                    <a:pt x="8153" y="7794"/>
                    <a:pt x="7523" y="7794"/>
                  </a:cubicBezTo>
                  <a:cubicBezTo>
                    <a:pt x="6886" y="7794"/>
                    <a:pt x="6256" y="7555"/>
                    <a:pt x="5770" y="7069"/>
                  </a:cubicBezTo>
                  <a:cubicBezTo>
                    <a:pt x="5308" y="6607"/>
                    <a:pt x="5045" y="5985"/>
                    <a:pt x="5045" y="5324"/>
                  </a:cubicBezTo>
                  <a:cubicBezTo>
                    <a:pt x="5045" y="4663"/>
                    <a:pt x="5308" y="4041"/>
                    <a:pt x="5770" y="3571"/>
                  </a:cubicBezTo>
                  <a:close/>
                  <a:moveTo>
                    <a:pt x="11500" y="7491"/>
                  </a:moveTo>
                  <a:cubicBezTo>
                    <a:pt x="12847" y="4886"/>
                    <a:pt x="12894" y="2128"/>
                    <a:pt x="12823" y="837"/>
                  </a:cubicBezTo>
                  <a:cubicBezTo>
                    <a:pt x="12799" y="399"/>
                    <a:pt x="12448" y="49"/>
                    <a:pt x="12002" y="17"/>
                  </a:cubicBezTo>
                  <a:cubicBezTo>
                    <a:pt x="11795" y="9"/>
                    <a:pt x="11548" y="1"/>
                    <a:pt x="11261" y="1"/>
                  </a:cubicBezTo>
                  <a:cubicBezTo>
                    <a:pt x="9818" y="1"/>
                    <a:pt x="7531" y="216"/>
                    <a:pt x="5356" y="1347"/>
                  </a:cubicBezTo>
                  <a:cubicBezTo>
                    <a:pt x="3619" y="2248"/>
                    <a:pt x="1347" y="4216"/>
                    <a:pt x="1" y="6814"/>
                  </a:cubicBezTo>
                  <a:cubicBezTo>
                    <a:pt x="17" y="6830"/>
                    <a:pt x="32" y="6838"/>
                    <a:pt x="48" y="6854"/>
                  </a:cubicBezTo>
                  <a:lnTo>
                    <a:pt x="5993" y="12791"/>
                  </a:lnTo>
                  <a:cubicBezTo>
                    <a:pt x="6001" y="12807"/>
                    <a:pt x="6017" y="12823"/>
                    <a:pt x="6033" y="12839"/>
                  </a:cubicBezTo>
                  <a:cubicBezTo>
                    <a:pt x="8623" y="11500"/>
                    <a:pt x="10599" y="9229"/>
                    <a:pt x="11500" y="7491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263238"/>
              </a:solidFill>
              <a:prstDash val="solid"/>
              <a:miter lim="7968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68"/>
            <p:cNvSpPr/>
            <p:nvPr/>
          </p:nvSpPr>
          <p:spPr>
            <a:xfrm>
              <a:off x="2515259" y="7981999"/>
              <a:ext cx="257466" cy="257553"/>
            </a:xfrm>
            <a:custGeom>
              <a:rect b="b" l="l" r="r" t="t"/>
              <a:pathLst>
                <a:path extrusionOk="0" h="2966" w="2965">
                  <a:moveTo>
                    <a:pt x="1482" y="1"/>
                  </a:moveTo>
                  <a:cubicBezTo>
                    <a:pt x="1100" y="1"/>
                    <a:pt x="717" y="144"/>
                    <a:pt x="430" y="431"/>
                  </a:cubicBezTo>
                  <a:cubicBezTo>
                    <a:pt x="151" y="710"/>
                    <a:pt x="0" y="1084"/>
                    <a:pt x="0" y="1483"/>
                  </a:cubicBezTo>
                  <a:cubicBezTo>
                    <a:pt x="0" y="1881"/>
                    <a:pt x="151" y="2248"/>
                    <a:pt x="430" y="2535"/>
                  </a:cubicBezTo>
                  <a:cubicBezTo>
                    <a:pt x="721" y="2822"/>
                    <a:pt x="1102" y="2965"/>
                    <a:pt x="1482" y="2965"/>
                  </a:cubicBezTo>
                  <a:cubicBezTo>
                    <a:pt x="1863" y="2965"/>
                    <a:pt x="2243" y="2822"/>
                    <a:pt x="2534" y="2535"/>
                  </a:cubicBezTo>
                  <a:cubicBezTo>
                    <a:pt x="2813" y="2248"/>
                    <a:pt x="2965" y="1881"/>
                    <a:pt x="2965" y="1483"/>
                  </a:cubicBezTo>
                  <a:cubicBezTo>
                    <a:pt x="2965" y="1084"/>
                    <a:pt x="2813" y="710"/>
                    <a:pt x="2534" y="431"/>
                  </a:cubicBezTo>
                  <a:cubicBezTo>
                    <a:pt x="2239" y="144"/>
                    <a:pt x="1865" y="1"/>
                    <a:pt x="1482" y="1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68"/>
            <p:cNvSpPr/>
            <p:nvPr/>
          </p:nvSpPr>
          <p:spPr>
            <a:xfrm>
              <a:off x="1438525" y="8548065"/>
              <a:ext cx="359236" cy="358542"/>
            </a:xfrm>
            <a:custGeom>
              <a:rect b="b" l="l" r="r" t="t"/>
              <a:pathLst>
                <a:path extrusionOk="0" h="4129" w="4137">
                  <a:moveTo>
                    <a:pt x="4136" y="0"/>
                  </a:moveTo>
                  <a:lnTo>
                    <a:pt x="0" y="4128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68"/>
            <p:cNvSpPr/>
            <p:nvPr/>
          </p:nvSpPr>
          <p:spPr>
            <a:xfrm>
              <a:off x="1438525" y="8548065"/>
              <a:ext cx="359236" cy="358542"/>
            </a:xfrm>
            <a:custGeom>
              <a:rect b="b" l="l" r="r" t="t"/>
              <a:pathLst>
                <a:path extrusionOk="0" fill="none" h="4129" w="4137">
                  <a:moveTo>
                    <a:pt x="4136" y="0"/>
                  </a:moveTo>
                  <a:lnTo>
                    <a:pt x="0" y="4128"/>
                  </a:ln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7968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68"/>
            <p:cNvSpPr/>
            <p:nvPr/>
          </p:nvSpPr>
          <p:spPr>
            <a:xfrm>
              <a:off x="1808696" y="8927265"/>
              <a:ext cx="359236" cy="359236"/>
            </a:xfrm>
            <a:custGeom>
              <a:rect b="b" l="l" r="r" t="t"/>
              <a:pathLst>
                <a:path extrusionOk="0" h="4137" w="4137">
                  <a:moveTo>
                    <a:pt x="4137" y="0"/>
                  </a:moveTo>
                  <a:lnTo>
                    <a:pt x="1" y="413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68"/>
            <p:cNvSpPr/>
            <p:nvPr/>
          </p:nvSpPr>
          <p:spPr>
            <a:xfrm>
              <a:off x="1808696" y="8927265"/>
              <a:ext cx="359236" cy="359236"/>
            </a:xfrm>
            <a:custGeom>
              <a:rect b="b" l="l" r="r" t="t"/>
              <a:pathLst>
                <a:path extrusionOk="0" fill="none" h="4137" w="4137">
                  <a:moveTo>
                    <a:pt x="4137" y="0"/>
                  </a:moveTo>
                  <a:lnTo>
                    <a:pt x="1" y="4136"/>
                  </a:ln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7968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68"/>
            <p:cNvSpPr/>
            <p:nvPr/>
          </p:nvSpPr>
          <p:spPr>
            <a:xfrm>
              <a:off x="1728462" y="8743874"/>
              <a:ext cx="230547" cy="231242"/>
            </a:xfrm>
            <a:custGeom>
              <a:rect b="b" l="l" r="r" t="t"/>
              <a:pathLst>
                <a:path extrusionOk="0" h="2663" w="2655">
                  <a:moveTo>
                    <a:pt x="2654" y="0"/>
                  </a:moveTo>
                  <a:lnTo>
                    <a:pt x="0" y="266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68"/>
            <p:cNvSpPr/>
            <p:nvPr/>
          </p:nvSpPr>
          <p:spPr>
            <a:xfrm>
              <a:off x="1728462" y="8743874"/>
              <a:ext cx="230547" cy="231242"/>
            </a:xfrm>
            <a:custGeom>
              <a:rect b="b" l="l" r="r" t="t"/>
              <a:pathLst>
                <a:path extrusionOk="0" fill="none" h="2663" w="2655">
                  <a:moveTo>
                    <a:pt x="2654" y="0"/>
                  </a:moveTo>
                  <a:lnTo>
                    <a:pt x="0" y="2662"/>
                  </a:ln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7968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39" name="Google Shape;1439;p68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440" name="Google Shape;1440;p68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441" name="Google Shape;1441;p68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2" name="Google Shape;1442;p68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3" name="Google Shape;1443;p68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4" name="Google Shape;1444;p68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5" name="Google Shape;1445;p68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6" name="Google Shape;1446;p68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7" name="Google Shape;1447;p68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8" name="Google Shape;1448;p68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9" name="Google Shape;1449;p68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0" name="Google Shape;1450;p68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1" name="Google Shape;1451;p68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2" name="Google Shape;1452;p68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53" name="Google Shape;1453;p68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57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Google Shape;1458;p69"/>
          <p:cNvSpPr txBox="1"/>
          <p:nvPr/>
        </p:nvSpPr>
        <p:spPr>
          <a:xfrm>
            <a:off x="2162475" y="490813"/>
            <a:ext cx="4819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¿Preguntas?</a:t>
            </a:r>
            <a:endParaRPr sz="50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1459" name="Google Shape;1459;p69"/>
          <p:cNvGrpSpPr/>
          <p:nvPr/>
        </p:nvGrpSpPr>
        <p:grpSpPr>
          <a:xfrm>
            <a:off x="2902468" y="1494478"/>
            <a:ext cx="3339315" cy="3158340"/>
            <a:chOff x="2078675" y="1829575"/>
            <a:chExt cx="852475" cy="806275"/>
          </a:xfrm>
        </p:grpSpPr>
        <p:sp>
          <p:nvSpPr>
            <p:cNvPr id="1460" name="Google Shape;1460;p69"/>
            <p:cNvSpPr/>
            <p:nvPr/>
          </p:nvSpPr>
          <p:spPr>
            <a:xfrm>
              <a:off x="2135175" y="1869400"/>
              <a:ext cx="724425" cy="765825"/>
            </a:xfrm>
            <a:custGeom>
              <a:rect b="b" l="l" r="r" t="t"/>
              <a:pathLst>
                <a:path extrusionOk="0" h="30633" w="28977">
                  <a:moveTo>
                    <a:pt x="28795" y="183"/>
                  </a:moveTo>
                  <a:lnTo>
                    <a:pt x="28795" y="30450"/>
                  </a:lnTo>
                  <a:lnTo>
                    <a:pt x="2976" y="30450"/>
                  </a:lnTo>
                  <a:cubicBezTo>
                    <a:pt x="1437" y="30450"/>
                    <a:pt x="183" y="29196"/>
                    <a:pt x="183" y="27657"/>
                  </a:cubicBezTo>
                  <a:lnTo>
                    <a:pt x="183" y="2972"/>
                  </a:lnTo>
                  <a:cubicBezTo>
                    <a:pt x="183" y="1434"/>
                    <a:pt x="1437" y="183"/>
                    <a:pt x="2976" y="183"/>
                  </a:cubicBezTo>
                  <a:close/>
                  <a:moveTo>
                    <a:pt x="2976" y="1"/>
                  </a:moveTo>
                  <a:cubicBezTo>
                    <a:pt x="1335" y="1"/>
                    <a:pt x="1" y="1335"/>
                    <a:pt x="1" y="2972"/>
                  </a:cubicBezTo>
                  <a:lnTo>
                    <a:pt x="1" y="27657"/>
                  </a:lnTo>
                  <a:cubicBezTo>
                    <a:pt x="1" y="29298"/>
                    <a:pt x="1335" y="30632"/>
                    <a:pt x="2976" y="30632"/>
                  </a:cubicBezTo>
                  <a:lnTo>
                    <a:pt x="28977" y="30632"/>
                  </a:lnTo>
                  <a:lnTo>
                    <a:pt x="28977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1" name="Google Shape;1461;p69"/>
            <p:cNvSpPr/>
            <p:nvPr/>
          </p:nvSpPr>
          <p:spPr>
            <a:xfrm>
              <a:off x="2078675" y="1991175"/>
              <a:ext cx="448625" cy="643050"/>
            </a:xfrm>
            <a:custGeom>
              <a:rect b="b" l="l" r="r" t="t"/>
              <a:pathLst>
                <a:path extrusionOk="0" h="25722" w="17945">
                  <a:moveTo>
                    <a:pt x="9322" y="1"/>
                  </a:moveTo>
                  <a:cubicBezTo>
                    <a:pt x="8119" y="1"/>
                    <a:pt x="7026" y="124"/>
                    <a:pt x="6041" y="372"/>
                  </a:cubicBezTo>
                  <a:cubicBezTo>
                    <a:pt x="5061" y="617"/>
                    <a:pt x="4189" y="967"/>
                    <a:pt x="3427" y="1422"/>
                  </a:cubicBezTo>
                  <a:cubicBezTo>
                    <a:pt x="2665" y="1874"/>
                    <a:pt x="2031" y="2414"/>
                    <a:pt x="1528" y="3041"/>
                  </a:cubicBezTo>
                  <a:cubicBezTo>
                    <a:pt x="1025" y="3668"/>
                    <a:pt x="646" y="4361"/>
                    <a:pt x="387" y="5123"/>
                  </a:cubicBezTo>
                  <a:cubicBezTo>
                    <a:pt x="128" y="5885"/>
                    <a:pt x="0" y="6694"/>
                    <a:pt x="0" y="7554"/>
                  </a:cubicBezTo>
                  <a:cubicBezTo>
                    <a:pt x="0" y="7850"/>
                    <a:pt x="18" y="8109"/>
                    <a:pt x="55" y="8327"/>
                  </a:cubicBezTo>
                  <a:cubicBezTo>
                    <a:pt x="91" y="8550"/>
                    <a:pt x="124" y="8736"/>
                    <a:pt x="146" y="8881"/>
                  </a:cubicBezTo>
                  <a:lnTo>
                    <a:pt x="5195" y="8881"/>
                  </a:lnTo>
                  <a:cubicBezTo>
                    <a:pt x="5170" y="8710"/>
                    <a:pt x="5159" y="8546"/>
                    <a:pt x="5159" y="8386"/>
                  </a:cubicBezTo>
                  <a:lnTo>
                    <a:pt x="5159" y="7886"/>
                  </a:lnTo>
                  <a:cubicBezTo>
                    <a:pt x="5159" y="7518"/>
                    <a:pt x="5203" y="7124"/>
                    <a:pt x="5287" y="6709"/>
                  </a:cubicBezTo>
                  <a:cubicBezTo>
                    <a:pt x="5374" y="6289"/>
                    <a:pt x="5545" y="5892"/>
                    <a:pt x="5804" y="5509"/>
                  </a:cubicBezTo>
                  <a:cubicBezTo>
                    <a:pt x="6059" y="5130"/>
                    <a:pt x="6442" y="4817"/>
                    <a:pt x="6945" y="4572"/>
                  </a:cubicBezTo>
                  <a:cubicBezTo>
                    <a:pt x="7448" y="4324"/>
                    <a:pt x="8119" y="4204"/>
                    <a:pt x="8954" y="4204"/>
                  </a:cubicBezTo>
                  <a:cubicBezTo>
                    <a:pt x="9716" y="4204"/>
                    <a:pt x="10329" y="4306"/>
                    <a:pt x="10795" y="4514"/>
                  </a:cubicBezTo>
                  <a:cubicBezTo>
                    <a:pt x="11262" y="4725"/>
                    <a:pt x="11612" y="4995"/>
                    <a:pt x="11845" y="5327"/>
                  </a:cubicBezTo>
                  <a:cubicBezTo>
                    <a:pt x="12079" y="5659"/>
                    <a:pt x="12232" y="5994"/>
                    <a:pt x="12305" y="6340"/>
                  </a:cubicBezTo>
                  <a:cubicBezTo>
                    <a:pt x="12381" y="6683"/>
                    <a:pt x="12418" y="6989"/>
                    <a:pt x="12418" y="7259"/>
                  </a:cubicBezTo>
                  <a:cubicBezTo>
                    <a:pt x="12418" y="7850"/>
                    <a:pt x="12275" y="8378"/>
                    <a:pt x="11995" y="8845"/>
                  </a:cubicBezTo>
                  <a:cubicBezTo>
                    <a:pt x="11710" y="9312"/>
                    <a:pt x="11353" y="9735"/>
                    <a:pt x="10923" y="10117"/>
                  </a:cubicBezTo>
                  <a:cubicBezTo>
                    <a:pt x="10493" y="10497"/>
                    <a:pt x="10033" y="10879"/>
                    <a:pt x="9541" y="11258"/>
                  </a:cubicBezTo>
                  <a:cubicBezTo>
                    <a:pt x="9053" y="11638"/>
                    <a:pt x="8590" y="12068"/>
                    <a:pt x="8159" y="12549"/>
                  </a:cubicBezTo>
                  <a:cubicBezTo>
                    <a:pt x="7733" y="13027"/>
                    <a:pt x="7376" y="13581"/>
                    <a:pt x="7091" y="14204"/>
                  </a:cubicBezTo>
                  <a:cubicBezTo>
                    <a:pt x="6810" y="14831"/>
                    <a:pt x="6668" y="15586"/>
                    <a:pt x="6668" y="16472"/>
                  </a:cubicBezTo>
                  <a:lnTo>
                    <a:pt x="6668" y="18204"/>
                  </a:lnTo>
                  <a:lnTo>
                    <a:pt x="11313" y="18204"/>
                  </a:lnTo>
                  <a:lnTo>
                    <a:pt x="11313" y="17135"/>
                  </a:lnTo>
                  <a:cubicBezTo>
                    <a:pt x="11313" y="16472"/>
                    <a:pt x="11470" y="15907"/>
                    <a:pt x="11791" y="15440"/>
                  </a:cubicBezTo>
                  <a:cubicBezTo>
                    <a:pt x="12108" y="14973"/>
                    <a:pt x="12520" y="14536"/>
                    <a:pt x="13026" y="14131"/>
                  </a:cubicBezTo>
                  <a:cubicBezTo>
                    <a:pt x="13530" y="13727"/>
                    <a:pt x="14062" y="13315"/>
                    <a:pt x="14627" y="12899"/>
                  </a:cubicBezTo>
                  <a:cubicBezTo>
                    <a:pt x="15192" y="12480"/>
                    <a:pt x="15728" y="11995"/>
                    <a:pt x="16231" y="11441"/>
                  </a:cubicBezTo>
                  <a:cubicBezTo>
                    <a:pt x="16734" y="10890"/>
                    <a:pt x="17146" y="10238"/>
                    <a:pt x="17463" y="9490"/>
                  </a:cubicBezTo>
                  <a:cubicBezTo>
                    <a:pt x="17784" y="8739"/>
                    <a:pt x="17945" y="7824"/>
                    <a:pt x="17945" y="6745"/>
                  </a:cubicBezTo>
                  <a:cubicBezTo>
                    <a:pt x="17945" y="5885"/>
                    <a:pt x="17810" y="5101"/>
                    <a:pt x="17540" y="4386"/>
                  </a:cubicBezTo>
                  <a:cubicBezTo>
                    <a:pt x="17266" y="3675"/>
                    <a:pt x="16887" y="3048"/>
                    <a:pt x="16395" y="2509"/>
                  </a:cubicBezTo>
                  <a:cubicBezTo>
                    <a:pt x="15903" y="1969"/>
                    <a:pt x="15309" y="1506"/>
                    <a:pt x="14609" y="1127"/>
                  </a:cubicBezTo>
                  <a:cubicBezTo>
                    <a:pt x="13909" y="744"/>
                    <a:pt x="13110" y="464"/>
                    <a:pt x="12213" y="278"/>
                  </a:cubicBezTo>
                  <a:cubicBezTo>
                    <a:pt x="11317" y="95"/>
                    <a:pt x="10354" y="1"/>
                    <a:pt x="9322" y="1"/>
                  </a:cubicBezTo>
                  <a:close/>
                  <a:moveTo>
                    <a:pt x="6373" y="20562"/>
                  </a:moveTo>
                  <a:lnTo>
                    <a:pt x="6373" y="25721"/>
                  </a:lnTo>
                  <a:lnTo>
                    <a:pt x="11605" y="25721"/>
                  </a:lnTo>
                  <a:lnTo>
                    <a:pt x="11605" y="20562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2" name="Google Shape;1462;p69"/>
            <p:cNvSpPr/>
            <p:nvPr/>
          </p:nvSpPr>
          <p:spPr>
            <a:xfrm>
              <a:off x="2495825" y="1992000"/>
              <a:ext cx="23000" cy="23000"/>
            </a:xfrm>
            <a:custGeom>
              <a:rect b="b" l="l" r="r" t="t"/>
              <a:pathLst>
                <a:path extrusionOk="0" h="920" w="920">
                  <a:moveTo>
                    <a:pt x="460" y="0"/>
                  </a:moveTo>
                  <a:cubicBezTo>
                    <a:pt x="205" y="0"/>
                    <a:pt x="1" y="204"/>
                    <a:pt x="1" y="460"/>
                  </a:cubicBezTo>
                  <a:cubicBezTo>
                    <a:pt x="1" y="711"/>
                    <a:pt x="205" y="919"/>
                    <a:pt x="460" y="919"/>
                  </a:cubicBezTo>
                  <a:cubicBezTo>
                    <a:pt x="712" y="919"/>
                    <a:pt x="920" y="711"/>
                    <a:pt x="920" y="460"/>
                  </a:cubicBezTo>
                  <a:cubicBezTo>
                    <a:pt x="920" y="204"/>
                    <a:pt x="712" y="0"/>
                    <a:pt x="46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3" name="Google Shape;1463;p69"/>
            <p:cNvSpPr/>
            <p:nvPr/>
          </p:nvSpPr>
          <p:spPr>
            <a:xfrm>
              <a:off x="2492450" y="2006775"/>
              <a:ext cx="66850" cy="61900"/>
            </a:xfrm>
            <a:custGeom>
              <a:rect b="b" l="l" r="r" t="t"/>
              <a:pathLst>
                <a:path extrusionOk="0" h="2476" w="2674">
                  <a:moveTo>
                    <a:pt x="1301" y="0"/>
                  </a:moveTo>
                  <a:cubicBezTo>
                    <a:pt x="749" y="0"/>
                    <a:pt x="247" y="370"/>
                    <a:pt x="103" y="930"/>
                  </a:cubicBezTo>
                  <a:cubicBezTo>
                    <a:pt x="1" y="1331"/>
                    <a:pt x="107" y="1735"/>
                    <a:pt x="351" y="2031"/>
                  </a:cubicBezTo>
                  <a:cubicBezTo>
                    <a:pt x="511" y="2224"/>
                    <a:pt x="734" y="2370"/>
                    <a:pt x="996" y="2435"/>
                  </a:cubicBezTo>
                  <a:cubicBezTo>
                    <a:pt x="1100" y="2463"/>
                    <a:pt x="1204" y="2476"/>
                    <a:pt x="1307" y="2476"/>
                  </a:cubicBezTo>
                  <a:cubicBezTo>
                    <a:pt x="1464" y="2476"/>
                    <a:pt x="1617" y="2445"/>
                    <a:pt x="1758" y="2388"/>
                  </a:cubicBezTo>
                  <a:cubicBezTo>
                    <a:pt x="2115" y="2249"/>
                    <a:pt x="2400" y="1947"/>
                    <a:pt x="2502" y="1546"/>
                  </a:cubicBezTo>
                  <a:cubicBezTo>
                    <a:pt x="2673" y="886"/>
                    <a:pt x="2276" y="208"/>
                    <a:pt x="1612" y="40"/>
                  </a:cubicBezTo>
                  <a:cubicBezTo>
                    <a:pt x="1508" y="13"/>
                    <a:pt x="1403" y="0"/>
                    <a:pt x="1301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4" name="Google Shape;1464;p69"/>
            <p:cNvSpPr/>
            <p:nvPr/>
          </p:nvSpPr>
          <p:spPr>
            <a:xfrm>
              <a:off x="2519800" y="1978875"/>
              <a:ext cx="57450" cy="57450"/>
            </a:xfrm>
            <a:custGeom>
              <a:rect b="b" l="l" r="r" t="t"/>
              <a:pathLst>
                <a:path extrusionOk="0" h="2298" w="2298">
                  <a:moveTo>
                    <a:pt x="1149" y="0"/>
                  </a:moveTo>
                  <a:cubicBezTo>
                    <a:pt x="515" y="0"/>
                    <a:pt x="1" y="514"/>
                    <a:pt x="1" y="1149"/>
                  </a:cubicBezTo>
                  <a:cubicBezTo>
                    <a:pt x="1" y="1783"/>
                    <a:pt x="515" y="2297"/>
                    <a:pt x="1149" y="2297"/>
                  </a:cubicBezTo>
                  <a:cubicBezTo>
                    <a:pt x="1783" y="2297"/>
                    <a:pt x="2297" y="1783"/>
                    <a:pt x="2297" y="1149"/>
                  </a:cubicBezTo>
                  <a:cubicBezTo>
                    <a:pt x="2297" y="514"/>
                    <a:pt x="1783" y="0"/>
                    <a:pt x="114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5" name="Google Shape;1465;p69"/>
            <p:cNvSpPr/>
            <p:nvPr/>
          </p:nvSpPr>
          <p:spPr>
            <a:xfrm>
              <a:off x="2489100" y="1987525"/>
              <a:ext cx="35200" cy="38950"/>
            </a:xfrm>
            <a:custGeom>
              <a:rect b="b" l="l" r="r" t="t"/>
              <a:pathLst>
                <a:path extrusionOk="0" h="1558" w="1408">
                  <a:moveTo>
                    <a:pt x="0" y="1"/>
                  </a:moveTo>
                  <a:lnTo>
                    <a:pt x="0" y="1557"/>
                  </a:lnTo>
                  <a:lnTo>
                    <a:pt x="1407" y="87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6" name="Google Shape;1466;p69"/>
            <p:cNvSpPr/>
            <p:nvPr/>
          </p:nvSpPr>
          <p:spPr>
            <a:xfrm>
              <a:off x="2522550" y="2032475"/>
              <a:ext cx="10050" cy="5475"/>
            </a:xfrm>
            <a:custGeom>
              <a:rect b="b" l="l" r="r" t="t"/>
              <a:pathLst>
                <a:path extrusionOk="0" h="219" w="402">
                  <a:moveTo>
                    <a:pt x="70" y="0"/>
                  </a:moveTo>
                  <a:cubicBezTo>
                    <a:pt x="45" y="0"/>
                    <a:pt x="22" y="15"/>
                    <a:pt x="11" y="40"/>
                  </a:cubicBezTo>
                  <a:cubicBezTo>
                    <a:pt x="0" y="73"/>
                    <a:pt x="18" y="106"/>
                    <a:pt x="47" y="120"/>
                  </a:cubicBezTo>
                  <a:lnTo>
                    <a:pt x="310" y="215"/>
                  </a:lnTo>
                  <a:cubicBezTo>
                    <a:pt x="317" y="219"/>
                    <a:pt x="324" y="219"/>
                    <a:pt x="332" y="219"/>
                  </a:cubicBezTo>
                  <a:cubicBezTo>
                    <a:pt x="354" y="219"/>
                    <a:pt x="379" y="204"/>
                    <a:pt x="386" y="179"/>
                  </a:cubicBezTo>
                  <a:cubicBezTo>
                    <a:pt x="401" y="150"/>
                    <a:pt x="383" y="113"/>
                    <a:pt x="350" y="102"/>
                  </a:cubicBezTo>
                  <a:lnTo>
                    <a:pt x="91" y="4"/>
                  </a:lnTo>
                  <a:cubicBezTo>
                    <a:pt x="84" y="1"/>
                    <a:pt x="77" y="0"/>
                    <a:pt x="7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7" name="Google Shape;1467;p69"/>
            <p:cNvSpPr/>
            <p:nvPr/>
          </p:nvSpPr>
          <p:spPr>
            <a:xfrm>
              <a:off x="2499475" y="2027900"/>
              <a:ext cx="9050" cy="3225"/>
            </a:xfrm>
            <a:custGeom>
              <a:rect b="b" l="l" r="r" t="t"/>
              <a:pathLst>
                <a:path extrusionOk="0" h="129" w="362">
                  <a:moveTo>
                    <a:pt x="66" y="1"/>
                  </a:moveTo>
                  <a:cubicBezTo>
                    <a:pt x="30" y="1"/>
                    <a:pt x="4" y="26"/>
                    <a:pt x="1" y="59"/>
                  </a:cubicBezTo>
                  <a:cubicBezTo>
                    <a:pt x="1" y="96"/>
                    <a:pt x="26" y="121"/>
                    <a:pt x="63" y="125"/>
                  </a:cubicBezTo>
                  <a:lnTo>
                    <a:pt x="300" y="128"/>
                  </a:lnTo>
                  <a:cubicBezTo>
                    <a:pt x="332" y="128"/>
                    <a:pt x="362" y="103"/>
                    <a:pt x="362" y="70"/>
                  </a:cubicBezTo>
                  <a:cubicBezTo>
                    <a:pt x="362" y="37"/>
                    <a:pt x="336" y="8"/>
                    <a:pt x="300" y="8"/>
                  </a:cubicBezTo>
                  <a:lnTo>
                    <a:pt x="6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8" name="Google Shape;1468;p69"/>
            <p:cNvSpPr/>
            <p:nvPr/>
          </p:nvSpPr>
          <p:spPr>
            <a:xfrm>
              <a:off x="2505575" y="2041450"/>
              <a:ext cx="12975" cy="5900"/>
            </a:xfrm>
            <a:custGeom>
              <a:rect b="b" l="l" r="r" t="t"/>
              <a:pathLst>
                <a:path extrusionOk="0" h="236" w="519">
                  <a:moveTo>
                    <a:pt x="70" y="1"/>
                  </a:moveTo>
                  <a:cubicBezTo>
                    <a:pt x="54" y="1"/>
                    <a:pt x="39" y="6"/>
                    <a:pt x="26" y="17"/>
                  </a:cubicBezTo>
                  <a:cubicBezTo>
                    <a:pt x="1" y="42"/>
                    <a:pt x="1" y="79"/>
                    <a:pt x="26" y="104"/>
                  </a:cubicBezTo>
                  <a:cubicBezTo>
                    <a:pt x="128" y="210"/>
                    <a:pt x="249" y="235"/>
                    <a:pt x="340" y="235"/>
                  </a:cubicBezTo>
                  <a:cubicBezTo>
                    <a:pt x="413" y="235"/>
                    <a:pt x="460" y="221"/>
                    <a:pt x="468" y="217"/>
                  </a:cubicBezTo>
                  <a:cubicBezTo>
                    <a:pt x="500" y="210"/>
                    <a:pt x="519" y="173"/>
                    <a:pt x="508" y="140"/>
                  </a:cubicBezTo>
                  <a:cubicBezTo>
                    <a:pt x="499" y="114"/>
                    <a:pt x="476" y="97"/>
                    <a:pt x="450" y="97"/>
                  </a:cubicBezTo>
                  <a:cubicBezTo>
                    <a:pt x="444" y="97"/>
                    <a:pt x="438" y="98"/>
                    <a:pt x="431" y="100"/>
                  </a:cubicBezTo>
                  <a:cubicBezTo>
                    <a:pt x="428" y="102"/>
                    <a:pt x="391" y="113"/>
                    <a:pt x="340" y="113"/>
                  </a:cubicBezTo>
                  <a:cubicBezTo>
                    <a:pt x="275" y="113"/>
                    <a:pt x="187" y="96"/>
                    <a:pt x="114" y="20"/>
                  </a:cubicBezTo>
                  <a:cubicBezTo>
                    <a:pt x="103" y="7"/>
                    <a:pt x="86" y="1"/>
                    <a:pt x="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9" name="Google Shape;1469;p69"/>
            <p:cNvSpPr/>
            <p:nvPr/>
          </p:nvSpPr>
          <p:spPr>
            <a:xfrm>
              <a:off x="2548150" y="2035900"/>
              <a:ext cx="15700" cy="14150"/>
            </a:xfrm>
            <a:custGeom>
              <a:rect b="b" l="l" r="r" t="t"/>
              <a:pathLst>
                <a:path extrusionOk="0" h="566" w="628">
                  <a:moveTo>
                    <a:pt x="317" y="1"/>
                  </a:moveTo>
                  <a:cubicBezTo>
                    <a:pt x="191" y="1"/>
                    <a:pt x="75" y="86"/>
                    <a:pt x="41" y="213"/>
                  </a:cubicBezTo>
                  <a:cubicBezTo>
                    <a:pt x="0" y="362"/>
                    <a:pt x="92" y="519"/>
                    <a:pt x="245" y="556"/>
                  </a:cubicBezTo>
                  <a:cubicBezTo>
                    <a:pt x="269" y="562"/>
                    <a:pt x="293" y="565"/>
                    <a:pt x="316" y="565"/>
                  </a:cubicBezTo>
                  <a:cubicBezTo>
                    <a:pt x="440" y="565"/>
                    <a:pt x="554" y="481"/>
                    <a:pt x="587" y="355"/>
                  </a:cubicBezTo>
                  <a:cubicBezTo>
                    <a:pt x="628" y="202"/>
                    <a:pt x="536" y="49"/>
                    <a:pt x="383" y="9"/>
                  </a:cubicBezTo>
                  <a:cubicBezTo>
                    <a:pt x="361" y="3"/>
                    <a:pt x="339" y="1"/>
                    <a:pt x="317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0" name="Google Shape;1470;p69"/>
            <p:cNvSpPr/>
            <p:nvPr/>
          </p:nvSpPr>
          <p:spPr>
            <a:xfrm>
              <a:off x="2352000" y="2084500"/>
              <a:ext cx="119525" cy="196525"/>
            </a:xfrm>
            <a:custGeom>
              <a:rect b="b" l="l" r="r" t="t"/>
              <a:pathLst>
                <a:path extrusionOk="0" h="7861" w="4781">
                  <a:moveTo>
                    <a:pt x="3944" y="1"/>
                  </a:moveTo>
                  <a:cubicBezTo>
                    <a:pt x="3729" y="1"/>
                    <a:pt x="3517" y="93"/>
                    <a:pt x="3369" y="271"/>
                  </a:cubicBezTo>
                  <a:lnTo>
                    <a:pt x="252" y="4033"/>
                  </a:lnTo>
                  <a:cubicBezTo>
                    <a:pt x="1" y="4335"/>
                    <a:pt x="30" y="4780"/>
                    <a:pt x="318" y="5050"/>
                  </a:cubicBezTo>
                  <a:lnTo>
                    <a:pt x="3103" y="7660"/>
                  </a:lnTo>
                  <a:cubicBezTo>
                    <a:pt x="3246" y="7795"/>
                    <a:pt x="3428" y="7861"/>
                    <a:pt x="3610" y="7861"/>
                  </a:cubicBezTo>
                  <a:cubicBezTo>
                    <a:pt x="3811" y="7861"/>
                    <a:pt x="4007" y="7784"/>
                    <a:pt x="4153" y="7628"/>
                  </a:cubicBezTo>
                  <a:cubicBezTo>
                    <a:pt x="4434" y="7329"/>
                    <a:pt x="4419" y="6855"/>
                    <a:pt x="4121" y="6574"/>
                  </a:cubicBezTo>
                  <a:lnTo>
                    <a:pt x="1846" y="4441"/>
                  </a:lnTo>
                  <a:lnTo>
                    <a:pt x="4518" y="1222"/>
                  </a:lnTo>
                  <a:cubicBezTo>
                    <a:pt x="4780" y="905"/>
                    <a:pt x="4737" y="435"/>
                    <a:pt x="4419" y="172"/>
                  </a:cubicBezTo>
                  <a:cubicBezTo>
                    <a:pt x="4280" y="57"/>
                    <a:pt x="4112" y="1"/>
                    <a:pt x="3944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1" name="Google Shape;1471;p69"/>
            <p:cNvSpPr/>
            <p:nvPr/>
          </p:nvSpPr>
          <p:spPr>
            <a:xfrm>
              <a:off x="2392025" y="2211100"/>
              <a:ext cx="244550" cy="382275"/>
            </a:xfrm>
            <a:custGeom>
              <a:rect b="b" l="l" r="r" t="t"/>
              <a:pathLst>
                <a:path extrusionOk="0" h="15291" w="9782">
                  <a:moveTo>
                    <a:pt x="4025" y="1"/>
                  </a:moveTo>
                  <a:cubicBezTo>
                    <a:pt x="3329" y="1"/>
                    <a:pt x="2724" y="486"/>
                    <a:pt x="2571" y="1164"/>
                  </a:cubicBezTo>
                  <a:lnTo>
                    <a:pt x="1203" y="7241"/>
                  </a:lnTo>
                  <a:cubicBezTo>
                    <a:pt x="1200" y="7267"/>
                    <a:pt x="1192" y="7292"/>
                    <a:pt x="1189" y="7318"/>
                  </a:cubicBezTo>
                  <a:lnTo>
                    <a:pt x="135" y="13552"/>
                  </a:lnTo>
                  <a:cubicBezTo>
                    <a:pt x="0" y="14365"/>
                    <a:pt x="544" y="15134"/>
                    <a:pt x="1357" y="15269"/>
                  </a:cubicBezTo>
                  <a:cubicBezTo>
                    <a:pt x="1440" y="15283"/>
                    <a:pt x="1524" y="15291"/>
                    <a:pt x="1604" y="15291"/>
                  </a:cubicBezTo>
                  <a:cubicBezTo>
                    <a:pt x="2319" y="15291"/>
                    <a:pt x="2950" y="14777"/>
                    <a:pt x="3070" y="14048"/>
                  </a:cubicBezTo>
                  <a:lnTo>
                    <a:pt x="4116" y="7853"/>
                  </a:lnTo>
                  <a:lnTo>
                    <a:pt x="5214" y="2979"/>
                  </a:lnTo>
                  <a:lnTo>
                    <a:pt x="5932" y="2979"/>
                  </a:lnTo>
                  <a:lnTo>
                    <a:pt x="6315" y="7518"/>
                  </a:lnTo>
                  <a:lnTo>
                    <a:pt x="6752" y="13267"/>
                  </a:lnTo>
                  <a:cubicBezTo>
                    <a:pt x="6811" y="14046"/>
                    <a:pt x="7464" y="14642"/>
                    <a:pt x="8235" y="14642"/>
                  </a:cubicBezTo>
                  <a:cubicBezTo>
                    <a:pt x="8273" y="14642"/>
                    <a:pt x="8311" y="14641"/>
                    <a:pt x="8349" y="14638"/>
                  </a:cubicBezTo>
                  <a:cubicBezTo>
                    <a:pt x="9166" y="14576"/>
                    <a:pt x="9782" y="13862"/>
                    <a:pt x="9720" y="13041"/>
                  </a:cubicBezTo>
                  <a:lnTo>
                    <a:pt x="9282" y="7285"/>
                  </a:lnTo>
                  <a:cubicBezTo>
                    <a:pt x="9282" y="7281"/>
                    <a:pt x="9282" y="7277"/>
                    <a:pt x="9282" y="7274"/>
                  </a:cubicBezTo>
                  <a:lnTo>
                    <a:pt x="8787" y="1364"/>
                  </a:lnTo>
                  <a:cubicBezTo>
                    <a:pt x="8721" y="595"/>
                    <a:pt x="8076" y="1"/>
                    <a:pt x="7303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2" name="Google Shape;1472;p69"/>
            <p:cNvSpPr/>
            <p:nvPr/>
          </p:nvSpPr>
          <p:spPr>
            <a:xfrm>
              <a:off x="2449975" y="2079775"/>
              <a:ext cx="160825" cy="110750"/>
            </a:xfrm>
            <a:custGeom>
              <a:rect b="b" l="l" r="r" t="t"/>
              <a:pathLst>
                <a:path extrusionOk="0" h="4430" w="6433">
                  <a:moveTo>
                    <a:pt x="1" y="0"/>
                  </a:moveTo>
                  <a:lnTo>
                    <a:pt x="1" y="3832"/>
                  </a:lnTo>
                  <a:cubicBezTo>
                    <a:pt x="1" y="4164"/>
                    <a:pt x="267" y="4430"/>
                    <a:pt x="595" y="4430"/>
                  </a:cubicBezTo>
                  <a:lnTo>
                    <a:pt x="5838" y="4430"/>
                  </a:lnTo>
                  <a:cubicBezTo>
                    <a:pt x="6166" y="4430"/>
                    <a:pt x="6432" y="4164"/>
                    <a:pt x="6432" y="3832"/>
                  </a:cubicBezTo>
                  <a:lnTo>
                    <a:pt x="6432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3" name="Google Shape;1473;p69"/>
            <p:cNvSpPr/>
            <p:nvPr/>
          </p:nvSpPr>
          <p:spPr>
            <a:xfrm>
              <a:off x="2418075" y="2201625"/>
              <a:ext cx="212300" cy="152325"/>
            </a:xfrm>
            <a:custGeom>
              <a:rect b="b" l="l" r="r" t="t"/>
              <a:pathLst>
                <a:path extrusionOk="0" h="6093" w="8492">
                  <a:moveTo>
                    <a:pt x="2648" y="0"/>
                  </a:moveTo>
                  <a:cubicBezTo>
                    <a:pt x="1766" y="0"/>
                    <a:pt x="1014" y="500"/>
                    <a:pt x="894" y="1167"/>
                  </a:cubicBezTo>
                  <a:lnTo>
                    <a:pt x="1" y="6092"/>
                  </a:lnTo>
                  <a:lnTo>
                    <a:pt x="8492" y="6092"/>
                  </a:lnTo>
                  <a:lnTo>
                    <a:pt x="8255" y="1539"/>
                  </a:lnTo>
                  <a:cubicBezTo>
                    <a:pt x="8149" y="547"/>
                    <a:pt x="7573" y="0"/>
                    <a:pt x="6501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4" name="Google Shape;1474;p69"/>
            <p:cNvSpPr/>
            <p:nvPr/>
          </p:nvSpPr>
          <p:spPr>
            <a:xfrm>
              <a:off x="2586075" y="2083525"/>
              <a:ext cx="143850" cy="208725"/>
            </a:xfrm>
            <a:custGeom>
              <a:rect b="b" l="l" r="r" t="t"/>
              <a:pathLst>
                <a:path extrusionOk="0" h="8349" w="5754">
                  <a:moveTo>
                    <a:pt x="820" y="1"/>
                  </a:moveTo>
                  <a:cubicBezTo>
                    <a:pt x="632" y="1"/>
                    <a:pt x="443" y="72"/>
                    <a:pt x="299" y="215"/>
                  </a:cubicBezTo>
                  <a:cubicBezTo>
                    <a:pt x="4" y="503"/>
                    <a:pt x="0" y="973"/>
                    <a:pt x="288" y="1265"/>
                  </a:cubicBezTo>
                  <a:lnTo>
                    <a:pt x="3912" y="4947"/>
                  </a:lnTo>
                  <a:lnTo>
                    <a:pt x="1703" y="6854"/>
                  </a:lnTo>
                  <a:lnTo>
                    <a:pt x="1214" y="6861"/>
                  </a:lnTo>
                  <a:cubicBezTo>
                    <a:pt x="802" y="6865"/>
                    <a:pt x="474" y="7204"/>
                    <a:pt x="481" y="7616"/>
                  </a:cubicBezTo>
                  <a:cubicBezTo>
                    <a:pt x="485" y="8020"/>
                    <a:pt x="817" y="8348"/>
                    <a:pt x="1225" y="8348"/>
                  </a:cubicBezTo>
                  <a:lnTo>
                    <a:pt x="1236" y="8348"/>
                  </a:lnTo>
                  <a:lnTo>
                    <a:pt x="1994" y="8337"/>
                  </a:lnTo>
                  <a:cubicBezTo>
                    <a:pt x="2166" y="8334"/>
                    <a:pt x="2337" y="8268"/>
                    <a:pt x="2468" y="8155"/>
                  </a:cubicBezTo>
                  <a:lnTo>
                    <a:pt x="5487" y="5556"/>
                  </a:lnTo>
                  <a:cubicBezTo>
                    <a:pt x="5644" y="5421"/>
                    <a:pt x="5735" y="5228"/>
                    <a:pt x="5746" y="5023"/>
                  </a:cubicBezTo>
                  <a:cubicBezTo>
                    <a:pt x="5753" y="4816"/>
                    <a:pt x="5677" y="4615"/>
                    <a:pt x="5531" y="4469"/>
                  </a:cubicBezTo>
                  <a:lnTo>
                    <a:pt x="1349" y="222"/>
                  </a:lnTo>
                  <a:cubicBezTo>
                    <a:pt x="1204" y="75"/>
                    <a:pt x="1012" y="1"/>
                    <a:pt x="820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69"/>
            <p:cNvSpPr/>
            <p:nvPr/>
          </p:nvSpPr>
          <p:spPr>
            <a:xfrm>
              <a:off x="2299975" y="2534025"/>
              <a:ext cx="184950" cy="100200"/>
            </a:xfrm>
            <a:custGeom>
              <a:rect b="b" l="l" r="r" t="t"/>
              <a:pathLst>
                <a:path extrusionOk="0" h="4008" w="7398">
                  <a:moveTo>
                    <a:pt x="3544" y="0"/>
                  </a:moveTo>
                  <a:cubicBezTo>
                    <a:pt x="2775" y="2261"/>
                    <a:pt x="0" y="4007"/>
                    <a:pt x="0" y="4007"/>
                  </a:cubicBezTo>
                  <a:lnTo>
                    <a:pt x="4550" y="4007"/>
                  </a:lnTo>
                  <a:cubicBezTo>
                    <a:pt x="4550" y="4007"/>
                    <a:pt x="5432" y="3719"/>
                    <a:pt x="5895" y="2964"/>
                  </a:cubicBezTo>
                  <a:lnTo>
                    <a:pt x="5895" y="4007"/>
                  </a:lnTo>
                  <a:lnTo>
                    <a:pt x="7036" y="4007"/>
                  </a:lnTo>
                  <a:lnTo>
                    <a:pt x="73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69"/>
            <p:cNvSpPr/>
            <p:nvPr/>
          </p:nvSpPr>
          <p:spPr>
            <a:xfrm>
              <a:off x="2298150" y="2532300"/>
              <a:ext cx="188400" cy="103550"/>
            </a:xfrm>
            <a:custGeom>
              <a:rect b="b" l="l" r="r" t="t"/>
              <a:pathLst>
                <a:path extrusionOk="0" h="4142" w="7536">
                  <a:moveTo>
                    <a:pt x="7397" y="135"/>
                  </a:moveTo>
                  <a:lnTo>
                    <a:pt x="7051" y="4010"/>
                  </a:lnTo>
                  <a:lnTo>
                    <a:pt x="6034" y="4010"/>
                  </a:lnTo>
                  <a:lnTo>
                    <a:pt x="6034" y="3033"/>
                  </a:lnTo>
                  <a:cubicBezTo>
                    <a:pt x="6034" y="3004"/>
                    <a:pt x="6016" y="2979"/>
                    <a:pt x="5986" y="2968"/>
                  </a:cubicBezTo>
                  <a:cubicBezTo>
                    <a:pt x="5981" y="2966"/>
                    <a:pt x="5976" y="2966"/>
                    <a:pt x="5971" y="2966"/>
                  </a:cubicBezTo>
                  <a:cubicBezTo>
                    <a:pt x="5947" y="2966"/>
                    <a:pt x="5925" y="2979"/>
                    <a:pt x="5910" y="2997"/>
                  </a:cubicBezTo>
                  <a:cubicBezTo>
                    <a:pt x="5494" y="3682"/>
                    <a:pt x="4707" y="3974"/>
                    <a:pt x="4612" y="4010"/>
                  </a:cubicBezTo>
                  <a:lnTo>
                    <a:pt x="292" y="4010"/>
                  </a:lnTo>
                  <a:cubicBezTo>
                    <a:pt x="551" y="3832"/>
                    <a:pt x="1054" y="3464"/>
                    <a:pt x="1601" y="2968"/>
                  </a:cubicBezTo>
                  <a:cubicBezTo>
                    <a:pt x="2319" y="2315"/>
                    <a:pt x="3252" y="1298"/>
                    <a:pt x="3664" y="135"/>
                  </a:cubicBezTo>
                  <a:close/>
                  <a:moveTo>
                    <a:pt x="3617" y="0"/>
                  </a:moveTo>
                  <a:cubicBezTo>
                    <a:pt x="3588" y="0"/>
                    <a:pt x="3562" y="18"/>
                    <a:pt x="3555" y="48"/>
                  </a:cubicBezTo>
                  <a:cubicBezTo>
                    <a:pt x="3161" y="1200"/>
                    <a:pt x="2228" y="2217"/>
                    <a:pt x="1513" y="2869"/>
                  </a:cubicBezTo>
                  <a:cubicBezTo>
                    <a:pt x="737" y="3577"/>
                    <a:pt x="44" y="4014"/>
                    <a:pt x="37" y="4018"/>
                  </a:cubicBezTo>
                  <a:cubicBezTo>
                    <a:pt x="11" y="4036"/>
                    <a:pt x="0" y="4065"/>
                    <a:pt x="7" y="4094"/>
                  </a:cubicBezTo>
                  <a:cubicBezTo>
                    <a:pt x="18" y="4120"/>
                    <a:pt x="44" y="4142"/>
                    <a:pt x="73" y="4142"/>
                  </a:cubicBezTo>
                  <a:lnTo>
                    <a:pt x="4623" y="4142"/>
                  </a:lnTo>
                  <a:cubicBezTo>
                    <a:pt x="4630" y="4142"/>
                    <a:pt x="4638" y="4142"/>
                    <a:pt x="4645" y="4138"/>
                  </a:cubicBezTo>
                  <a:cubicBezTo>
                    <a:pt x="4678" y="4127"/>
                    <a:pt x="5418" y="3883"/>
                    <a:pt x="5903" y="3248"/>
                  </a:cubicBezTo>
                  <a:lnTo>
                    <a:pt x="5903" y="4076"/>
                  </a:lnTo>
                  <a:cubicBezTo>
                    <a:pt x="5903" y="4112"/>
                    <a:pt x="5932" y="4142"/>
                    <a:pt x="5968" y="4142"/>
                  </a:cubicBezTo>
                  <a:lnTo>
                    <a:pt x="7109" y="4142"/>
                  </a:lnTo>
                  <a:cubicBezTo>
                    <a:pt x="7146" y="4142"/>
                    <a:pt x="7175" y="4116"/>
                    <a:pt x="7175" y="4080"/>
                  </a:cubicBezTo>
                  <a:lnTo>
                    <a:pt x="7536" y="73"/>
                  </a:lnTo>
                  <a:cubicBezTo>
                    <a:pt x="7536" y="55"/>
                    <a:pt x="7532" y="37"/>
                    <a:pt x="7518" y="22"/>
                  </a:cubicBezTo>
                  <a:cubicBezTo>
                    <a:pt x="7507" y="11"/>
                    <a:pt x="7489" y="0"/>
                    <a:pt x="7470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69"/>
            <p:cNvSpPr/>
            <p:nvPr/>
          </p:nvSpPr>
          <p:spPr>
            <a:xfrm>
              <a:off x="2463100" y="2534025"/>
              <a:ext cx="180500" cy="100200"/>
            </a:xfrm>
            <a:custGeom>
              <a:rect b="b" l="l" r="r" t="t"/>
              <a:pathLst>
                <a:path extrusionOk="0" h="4008" w="7220">
                  <a:moveTo>
                    <a:pt x="3461" y="0"/>
                  </a:moveTo>
                  <a:cubicBezTo>
                    <a:pt x="2706" y="2261"/>
                    <a:pt x="1" y="4007"/>
                    <a:pt x="1" y="4007"/>
                  </a:cubicBezTo>
                  <a:lnTo>
                    <a:pt x="4441" y="4007"/>
                  </a:lnTo>
                  <a:cubicBezTo>
                    <a:pt x="4441" y="4007"/>
                    <a:pt x="5302" y="3719"/>
                    <a:pt x="5754" y="2964"/>
                  </a:cubicBezTo>
                  <a:lnTo>
                    <a:pt x="5754" y="4007"/>
                  </a:lnTo>
                  <a:lnTo>
                    <a:pt x="6866" y="4007"/>
                  </a:lnTo>
                  <a:lnTo>
                    <a:pt x="72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8" name="Google Shape;1478;p69"/>
            <p:cNvSpPr/>
            <p:nvPr/>
          </p:nvSpPr>
          <p:spPr>
            <a:xfrm>
              <a:off x="2461300" y="2532300"/>
              <a:ext cx="183950" cy="103550"/>
            </a:xfrm>
            <a:custGeom>
              <a:rect b="b" l="l" r="r" t="t"/>
              <a:pathLst>
                <a:path extrusionOk="0" h="4142" w="7358">
                  <a:moveTo>
                    <a:pt x="7219" y="135"/>
                  </a:moveTo>
                  <a:lnTo>
                    <a:pt x="6880" y="4010"/>
                  </a:lnTo>
                  <a:lnTo>
                    <a:pt x="5892" y="4010"/>
                  </a:lnTo>
                  <a:lnTo>
                    <a:pt x="5892" y="3033"/>
                  </a:lnTo>
                  <a:cubicBezTo>
                    <a:pt x="5892" y="3004"/>
                    <a:pt x="5870" y="2979"/>
                    <a:pt x="5844" y="2968"/>
                  </a:cubicBezTo>
                  <a:cubicBezTo>
                    <a:pt x="5839" y="2966"/>
                    <a:pt x="5834" y="2966"/>
                    <a:pt x="5829" y="2966"/>
                  </a:cubicBezTo>
                  <a:cubicBezTo>
                    <a:pt x="5804" y="2966"/>
                    <a:pt x="5780" y="2979"/>
                    <a:pt x="5768" y="3001"/>
                  </a:cubicBezTo>
                  <a:cubicBezTo>
                    <a:pt x="5359" y="3682"/>
                    <a:pt x="4597" y="3974"/>
                    <a:pt x="4503" y="4010"/>
                  </a:cubicBezTo>
                  <a:lnTo>
                    <a:pt x="288" y="4010"/>
                  </a:lnTo>
                  <a:cubicBezTo>
                    <a:pt x="540" y="3832"/>
                    <a:pt x="1032" y="3464"/>
                    <a:pt x="1564" y="2968"/>
                  </a:cubicBezTo>
                  <a:cubicBezTo>
                    <a:pt x="2264" y="2315"/>
                    <a:pt x="3179" y="1298"/>
                    <a:pt x="3580" y="135"/>
                  </a:cubicBezTo>
                  <a:close/>
                  <a:moveTo>
                    <a:pt x="3533" y="0"/>
                  </a:moveTo>
                  <a:cubicBezTo>
                    <a:pt x="3504" y="0"/>
                    <a:pt x="3478" y="18"/>
                    <a:pt x="3467" y="48"/>
                  </a:cubicBezTo>
                  <a:cubicBezTo>
                    <a:pt x="3084" y="1200"/>
                    <a:pt x="2173" y="2217"/>
                    <a:pt x="1477" y="2869"/>
                  </a:cubicBezTo>
                  <a:cubicBezTo>
                    <a:pt x="718" y="3577"/>
                    <a:pt x="44" y="4014"/>
                    <a:pt x="37" y="4018"/>
                  </a:cubicBezTo>
                  <a:cubicBezTo>
                    <a:pt x="11" y="4036"/>
                    <a:pt x="0" y="4065"/>
                    <a:pt x="11" y="4094"/>
                  </a:cubicBezTo>
                  <a:cubicBezTo>
                    <a:pt x="18" y="4123"/>
                    <a:pt x="44" y="4142"/>
                    <a:pt x="73" y="4142"/>
                  </a:cubicBezTo>
                  <a:lnTo>
                    <a:pt x="4513" y="4142"/>
                  </a:lnTo>
                  <a:cubicBezTo>
                    <a:pt x="4521" y="4142"/>
                    <a:pt x="4528" y="4142"/>
                    <a:pt x="4535" y="4138"/>
                  </a:cubicBezTo>
                  <a:cubicBezTo>
                    <a:pt x="4568" y="4127"/>
                    <a:pt x="5286" y="3883"/>
                    <a:pt x="5760" y="3252"/>
                  </a:cubicBezTo>
                  <a:lnTo>
                    <a:pt x="5760" y="4076"/>
                  </a:lnTo>
                  <a:cubicBezTo>
                    <a:pt x="5760" y="4112"/>
                    <a:pt x="5790" y="4142"/>
                    <a:pt x="5826" y="4142"/>
                  </a:cubicBezTo>
                  <a:lnTo>
                    <a:pt x="6938" y="4142"/>
                  </a:lnTo>
                  <a:cubicBezTo>
                    <a:pt x="6974" y="4142"/>
                    <a:pt x="7004" y="4116"/>
                    <a:pt x="7007" y="4080"/>
                  </a:cubicBezTo>
                  <a:lnTo>
                    <a:pt x="7357" y="73"/>
                  </a:lnTo>
                  <a:cubicBezTo>
                    <a:pt x="7357" y="55"/>
                    <a:pt x="7354" y="37"/>
                    <a:pt x="7339" y="22"/>
                  </a:cubicBezTo>
                  <a:cubicBezTo>
                    <a:pt x="7328" y="11"/>
                    <a:pt x="7310" y="0"/>
                    <a:pt x="7292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p69"/>
            <p:cNvSpPr/>
            <p:nvPr/>
          </p:nvSpPr>
          <p:spPr>
            <a:xfrm>
              <a:off x="2539375" y="2248375"/>
              <a:ext cx="100125" cy="51825"/>
            </a:xfrm>
            <a:custGeom>
              <a:rect b="b" l="l" r="r" t="t"/>
              <a:pathLst>
                <a:path extrusionOk="0" h="2073" w="4005">
                  <a:moveTo>
                    <a:pt x="3587" y="0"/>
                  </a:moveTo>
                  <a:cubicBezTo>
                    <a:pt x="2965" y="0"/>
                    <a:pt x="1759" y="149"/>
                    <a:pt x="745" y="1160"/>
                  </a:cubicBezTo>
                  <a:cubicBezTo>
                    <a:pt x="1" y="1899"/>
                    <a:pt x="260" y="2073"/>
                    <a:pt x="896" y="2073"/>
                  </a:cubicBezTo>
                  <a:cubicBezTo>
                    <a:pt x="1460" y="2073"/>
                    <a:pt x="2323" y="1935"/>
                    <a:pt x="3043" y="1935"/>
                  </a:cubicBezTo>
                  <a:cubicBezTo>
                    <a:pt x="3081" y="1935"/>
                    <a:pt x="3118" y="1936"/>
                    <a:pt x="3155" y="1937"/>
                  </a:cubicBezTo>
                  <a:lnTo>
                    <a:pt x="4004" y="26"/>
                  </a:lnTo>
                  <a:cubicBezTo>
                    <a:pt x="4004" y="26"/>
                    <a:pt x="3846" y="0"/>
                    <a:pt x="3587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0" name="Google Shape;1480;p69"/>
            <p:cNvSpPr/>
            <p:nvPr/>
          </p:nvSpPr>
          <p:spPr>
            <a:xfrm>
              <a:off x="2539200" y="2252300"/>
              <a:ext cx="61650" cy="20300"/>
            </a:xfrm>
            <a:custGeom>
              <a:rect b="b" l="l" r="r" t="t"/>
              <a:pathLst>
                <a:path extrusionOk="0" h="812" w="2466">
                  <a:moveTo>
                    <a:pt x="2466" y="0"/>
                  </a:moveTo>
                  <a:lnTo>
                    <a:pt x="2466" y="0"/>
                  </a:lnTo>
                  <a:cubicBezTo>
                    <a:pt x="2466" y="1"/>
                    <a:pt x="1066" y="336"/>
                    <a:pt x="501" y="361"/>
                  </a:cubicBezTo>
                  <a:cubicBezTo>
                    <a:pt x="1" y="383"/>
                    <a:pt x="128" y="812"/>
                    <a:pt x="935" y="812"/>
                  </a:cubicBezTo>
                  <a:cubicBezTo>
                    <a:pt x="1210" y="812"/>
                    <a:pt x="1566" y="761"/>
                    <a:pt x="2003" y="628"/>
                  </a:cubicBezTo>
                  <a:lnTo>
                    <a:pt x="2466" y="0"/>
                  </a:ln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1" name="Google Shape;1481;p69"/>
            <p:cNvSpPr/>
            <p:nvPr/>
          </p:nvSpPr>
          <p:spPr>
            <a:xfrm>
              <a:off x="2545875" y="2271525"/>
              <a:ext cx="49425" cy="22350"/>
            </a:xfrm>
            <a:custGeom>
              <a:rect b="b" l="l" r="r" t="t"/>
              <a:pathLst>
                <a:path extrusionOk="0" h="894" w="1977">
                  <a:moveTo>
                    <a:pt x="1951" y="1"/>
                  </a:moveTo>
                  <a:cubicBezTo>
                    <a:pt x="897" y="252"/>
                    <a:pt x="8" y="792"/>
                    <a:pt x="0" y="795"/>
                  </a:cubicBezTo>
                  <a:lnTo>
                    <a:pt x="59" y="894"/>
                  </a:lnTo>
                  <a:cubicBezTo>
                    <a:pt x="70" y="890"/>
                    <a:pt x="941" y="358"/>
                    <a:pt x="1976" y="114"/>
                  </a:cubicBezTo>
                  <a:lnTo>
                    <a:pt x="195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2" name="Google Shape;1482;p69"/>
            <p:cNvSpPr/>
            <p:nvPr/>
          </p:nvSpPr>
          <p:spPr>
            <a:xfrm>
              <a:off x="2552525" y="2259400"/>
              <a:ext cx="38675" cy="19450"/>
            </a:xfrm>
            <a:custGeom>
              <a:rect b="b" l="l" r="r" t="t"/>
              <a:pathLst>
                <a:path extrusionOk="0" h="778" w="1547">
                  <a:moveTo>
                    <a:pt x="1513" y="1"/>
                  </a:moveTo>
                  <a:cubicBezTo>
                    <a:pt x="737" y="256"/>
                    <a:pt x="8" y="675"/>
                    <a:pt x="0" y="679"/>
                  </a:cubicBezTo>
                  <a:lnTo>
                    <a:pt x="59" y="777"/>
                  </a:lnTo>
                  <a:cubicBezTo>
                    <a:pt x="66" y="774"/>
                    <a:pt x="784" y="358"/>
                    <a:pt x="1546" y="110"/>
                  </a:cubicBezTo>
                  <a:lnTo>
                    <a:pt x="151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3" name="Google Shape;1483;p69"/>
            <p:cNvSpPr/>
            <p:nvPr/>
          </p:nvSpPr>
          <p:spPr>
            <a:xfrm>
              <a:off x="2543050" y="1999200"/>
              <a:ext cx="23000" cy="23000"/>
            </a:xfrm>
            <a:custGeom>
              <a:rect b="b" l="l" r="r" t="t"/>
              <a:pathLst>
                <a:path extrusionOk="0" h="920" w="920">
                  <a:moveTo>
                    <a:pt x="460" y="0"/>
                  </a:moveTo>
                  <a:cubicBezTo>
                    <a:pt x="208" y="0"/>
                    <a:pt x="0" y="208"/>
                    <a:pt x="0" y="460"/>
                  </a:cubicBezTo>
                  <a:cubicBezTo>
                    <a:pt x="0" y="715"/>
                    <a:pt x="208" y="919"/>
                    <a:pt x="460" y="919"/>
                  </a:cubicBezTo>
                  <a:cubicBezTo>
                    <a:pt x="715" y="919"/>
                    <a:pt x="919" y="715"/>
                    <a:pt x="919" y="460"/>
                  </a:cubicBezTo>
                  <a:cubicBezTo>
                    <a:pt x="919" y="208"/>
                    <a:pt x="715" y="0"/>
                    <a:pt x="46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4" name="Google Shape;1484;p69"/>
            <p:cNvSpPr/>
            <p:nvPr/>
          </p:nvSpPr>
          <p:spPr>
            <a:xfrm>
              <a:off x="2490900" y="2067425"/>
              <a:ext cx="72850" cy="65150"/>
            </a:xfrm>
            <a:custGeom>
              <a:rect b="b" l="l" r="r" t="t"/>
              <a:pathLst>
                <a:path extrusionOk="0" h="2606" w="2914">
                  <a:moveTo>
                    <a:pt x="2844" y="0"/>
                  </a:moveTo>
                  <a:cubicBezTo>
                    <a:pt x="2821" y="0"/>
                    <a:pt x="2797" y="16"/>
                    <a:pt x="2786" y="38"/>
                  </a:cubicBezTo>
                  <a:cubicBezTo>
                    <a:pt x="2779" y="64"/>
                    <a:pt x="1868" y="2339"/>
                    <a:pt x="993" y="2477"/>
                  </a:cubicBezTo>
                  <a:cubicBezTo>
                    <a:pt x="966" y="2482"/>
                    <a:pt x="941" y="2484"/>
                    <a:pt x="916" y="2484"/>
                  </a:cubicBezTo>
                  <a:cubicBezTo>
                    <a:pt x="815" y="2484"/>
                    <a:pt x="724" y="2449"/>
                    <a:pt x="643" y="2379"/>
                  </a:cubicBezTo>
                  <a:cubicBezTo>
                    <a:pt x="143" y="1956"/>
                    <a:pt x="125" y="454"/>
                    <a:pt x="121" y="439"/>
                  </a:cubicBezTo>
                  <a:cubicBezTo>
                    <a:pt x="121" y="407"/>
                    <a:pt x="96" y="377"/>
                    <a:pt x="59" y="377"/>
                  </a:cubicBezTo>
                  <a:cubicBezTo>
                    <a:pt x="26" y="381"/>
                    <a:pt x="1" y="407"/>
                    <a:pt x="1" y="439"/>
                  </a:cubicBezTo>
                  <a:cubicBezTo>
                    <a:pt x="1" y="505"/>
                    <a:pt x="19" y="2014"/>
                    <a:pt x="562" y="2470"/>
                  </a:cubicBezTo>
                  <a:cubicBezTo>
                    <a:pt x="668" y="2561"/>
                    <a:pt x="788" y="2605"/>
                    <a:pt x="916" y="2605"/>
                  </a:cubicBezTo>
                  <a:cubicBezTo>
                    <a:pt x="949" y="2605"/>
                    <a:pt x="978" y="2605"/>
                    <a:pt x="1011" y="2598"/>
                  </a:cubicBezTo>
                  <a:cubicBezTo>
                    <a:pt x="1955" y="2448"/>
                    <a:pt x="2863" y="181"/>
                    <a:pt x="2903" y="86"/>
                  </a:cubicBezTo>
                  <a:cubicBezTo>
                    <a:pt x="2914" y="53"/>
                    <a:pt x="2899" y="17"/>
                    <a:pt x="2866" y="6"/>
                  </a:cubicBezTo>
                  <a:cubicBezTo>
                    <a:pt x="2859" y="2"/>
                    <a:pt x="2852" y="0"/>
                    <a:pt x="28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5" name="Google Shape;1485;p69"/>
            <p:cNvSpPr/>
            <p:nvPr/>
          </p:nvSpPr>
          <p:spPr>
            <a:xfrm>
              <a:off x="2802900" y="1829575"/>
              <a:ext cx="93075" cy="93175"/>
            </a:xfrm>
            <a:custGeom>
              <a:rect b="b" l="l" r="r" t="t"/>
              <a:pathLst>
                <a:path extrusionOk="0" h="3727" w="3723">
                  <a:moveTo>
                    <a:pt x="1863" y="1"/>
                  </a:moveTo>
                  <a:cubicBezTo>
                    <a:pt x="832" y="1"/>
                    <a:pt x="0" y="836"/>
                    <a:pt x="0" y="1864"/>
                  </a:cubicBezTo>
                  <a:cubicBezTo>
                    <a:pt x="0" y="2892"/>
                    <a:pt x="832" y="3727"/>
                    <a:pt x="1863" y="3727"/>
                  </a:cubicBezTo>
                  <a:cubicBezTo>
                    <a:pt x="2891" y="3727"/>
                    <a:pt x="3723" y="2892"/>
                    <a:pt x="3723" y="1864"/>
                  </a:cubicBezTo>
                  <a:cubicBezTo>
                    <a:pt x="3723" y="836"/>
                    <a:pt x="2891" y="1"/>
                    <a:pt x="18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6" name="Google Shape;1486;p69"/>
            <p:cNvSpPr/>
            <p:nvPr/>
          </p:nvSpPr>
          <p:spPr>
            <a:xfrm>
              <a:off x="2802900" y="1829575"/>
              <a:ext cx="93075" cy="93175"/>
            </a:xfrm>
            <a:custGeom>
              <a:rect b="b" l="l" r="r" t="t"/>
              <a:pathLst>
                <a:path extrusionOk="0" h="3727" w="3723">
                  <a:moveTo>
                    <a:pt x="1863" y="92"/>
                  </a:moveTo>
                  <a:cubicBezTo>
                    <a:pt x="2837" y="92"/>
                    <a:pt x="3631" y="887"/>
                    <a:pt x="3631" y="1864"/>
                  </a:cubicBezTo>
                  <a:cubicBezTo>
                    <a:pt x="3631" y="2841"/>
                    <a:pt x="2837" y="3635"/>
                    <a:pt x="1863" y="3635"/>
                  </a:cubicBezTo>
                  <a:cubicBezTo>
                    <a:pt x="886" y="3635"/>
                    <a:pt x="91" y="2841"/>
                    <a:pt x="91" y="1864"/>
                  </a:cubicBezTo>
                  <a:cubicBezTo>
                    <a:pt x="91" y="887"/>
                    <a:pt x="886" y="92"/>
                    <a:pt x="1863" y="92"/>
                  </a:cubicBezTo>
                  <a:close/>
                  <a:moveTo>
                    <a:pt x="1863" y="1"/>
                  </a:moveTo>
                  <a:cubicBezTo>
                    <a:pt x="832" y="1"/>
                    <a:pt x="0" y="836"/>
                    <a:pt x="0" y="1864"/>
                  </a:cubicBezTo>
                  <a:cubicBezTo>
                    <a:pt x="0" y="2892"/>
                    <a:pt x="832" y="3727"/>
                    <a:pt x="1863" y="3727"/>
                  </a:cubicBezTo>
                  <a:cubicBezTo>
                    <a:pt x="2891" y="3727"/>
                    <a:pt x="3723" y="2892"/>
                    <a:pt x="3723" y="1864"/>
                  </a:cubicBezTo>
                  <a:cubicBezTo>
                    <a:pt x="3723" y="836"/>
                    <a:pt x="2891" y="1"/>
                    <a:pt x="186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69"/>
            <p:cNvSpPr/>
            <p:nvPr/>
          </p:nvSpPr>
          <p:spPr>
            <a:xfrm>
              <a:off x="2625075" y="1920625"/>
              <a:ext cx="306075" cy="159175"/>
            </a:xfrm>
            <a:custGeom>
              <a:rect b="b" l="l" r="r" t="t"/>
              <a:pathLst>
                <a:path extrusionOk="0" h="6367" w="12243">
                  <a:moveTo>
                    <a:pt x="2049" y="1"/>
                  </a:moveTo>
                  <a:cubicBezTo>
                    <a:pt x="919" y="1"/>
                    <a:pt x="0" y="916"/>
                    <a:pt x="0" y="2046"/>
                  </a:cubicBezTo>
                  <a:cubicBezTo>
                    <a:pt x="0" y="3176"/>
                    <a:pt x="919" y="4095"/>
                    <a:pt x="2049" y="4095"/>
                  </a:cubicBezTo>
                  <a:lnTo>
                    <a:pt x="2819" y="4095"/>
                  </a:lnTo>
                  <a:lnTo>
                    <a:pt x="1863" y="6366"/>
                  </a:lnTo>
                  <a:lnTo>
                    <a:pt x="1863" y="6366"/>
                  </a:lnTo>
                  <a:lnTo>
                    <a:pt x="4966" y="4095"/>
                  </a:lnTo>
                  <a:lnTo>
                    <a:pt x="10194" y="4095"/>
                  </a:lnTo>
                  <a:cubicBezTo>
                    <a:pt x="11328" y="4095"/>
                    <a:pt x="12243" y="3176"/>
                    <a:pt x="12243" y="2046"/>
                  </a:cubicBezTo>
                  <a:cubicBezTo>
                    <a:pt x="12243" y="916"/>
                    <a:pt x="11328" y="1"/>
                    <a:pt x="101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69"/>
            <p:cNvSpPr/>
            <p:nvPr/>
          </p:nvSpPr>
          <p:spPr>
            <a:xfrm>
              <a:off x="2625075" y="1920625"/>
              <a:ext cx="306075" cy="159175"/>
            </a:xfrm>
            <a:custGeom>
              <a:rect b="b" l="l" r="r" t="t"/>
              <a:pathLst>
                <a:path extrusionOk="0" h="6367" w="12243">
                  <a:moveTo>
                    <a:pt x="10194" y="92"/>
                  </a:moveTo>
                  <a:cubicBezTo>
                    <a:pt x="11273" y="92"/>
                    <a:pt x="12152" y="967"/>
                    <a:pt x="12152" y="2046"/>
                  </a:cubicBezTo>
                  <a:cubicBezTo>
                    <a:pt x="12152" y="3125"/>
                    <a:pt x="11273" y="4004"/>
                    <a:pt x="10194" y="4004"/>
                  </a:cubicBezTo>
                  <a:lnTo>
                    <a:pt x="4937" y="4004"/>
                  </a:lnTo>
                  <a:lnTo>
                    <a:pt x="4915" y="4022"/>
                  </a:lnTo>
                  <a:lnTo>
                    <a:pt x="2075" y="6100"/>
                  </a:lnTo>
                  <a:lnTo>
                    <a:pt x="2902" y="4131"/>
                  </a:lnTo>
                  <a:lnTo>
                    <a:pt x="2957" y="4004"/>
                  </a:lnTo>
                  <a:lnTo>
                    <a:pt x="2049" y="4004"/>
                  </a:lnTo>
                  <a:cubicBezTo>
                    <a:pt x="970" y="4004"/>
                    <a:pt x="92" y="3125"/>
                    <a:pt x="92" y="2046"/>
                  </a:cubicBezTo>
                  <a:cubicBezTo>
                    <a:pt x="92" y="967"/>
                    <a:pt x="970" y="92"/>
                    <a:pt x="2049" y="92"/>
                  </a:cubicBezTo>
                  <a:close/>
                  <a:moveTo>
                    <a:pt x="2049" y="1"/>
                  </a:moveTo>
                  <a:cubicBezTo>
                    <a:pt x="919" y="1"/>
                    <a:pt x="0" y="916"/>
                    <a:pt x="0" y="2046"/>
                  </a:cubicBezTo>
                  <a:cubicBezTo>
                    <a:pt x="0" y="3176"/>
                    <a:pt x="919" y="4095"/>
                    <a:pt x="2049" y="4095"/>
                  </a:cubicBezTo>
                  <a:lnTo>
                    <a:pt x="2819" y="4095"/>
                  </a:lnTo>
                  <a:lnTo>
                    <a:pt x="1863" y="6366"/>
                  </a:lnTo>
                  <a:lnTo>
                    <a:pt x="1863" y="6366"/>
                  </a:lnTo>
                  <a:lnTo>
                    <a:pt x="4966" y="4095"/>
                  </a:lnTo>
                  <a:lnTo>
                    <a:pt x="10194" y="4095"/>
                  </a:lnTo>
                  <a:cubicBezTo>
                    <a:pt x="11328" y="4095"/>
                    <a:pt x="12243" y="3176"/>
                    <a:pt x="12243" y="2046"/>
                  </a:cubicBezTo>
                  <a:cubicBezTo>
                    <a:pt x="12243" y="916"/>
                    <a:pt x="11328" y="1"/>
                    <a:pt x="1019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69"/>
            <p:cNvSpPr/>
            <p:nvPr/>
          </p:nvSpPr>
          <p:spPr>
            <a:xfrm>
              <a:off x="2832525" y="1850625"/>
              <a:ext cx="33100" cy="47525"/>
            </a:xfrm>
            <a:custGeom>
              <a:rect b="b" l="l" r="r" t="t"/>
              <a:pathLst>
                <a:path extrusionOk="0" h="1901" w="1324">
                  <a:moveTo>
                    <a:pt x="689" y="1"/>
                  </a:moveTo>
                  <a:cubicBezTo>
                    <a:pt x="598" y="1"/>
                    <a:pt x="518" y="8"/>
                    <a:pt x="445" y="26"/>
                  </a:cubicBezTo>
                  <a:cubicBezTo>
                    <a:pt x="372" y="45"/>
                    <a:pt x="310" y="70"/>
                    <a:pt x="252" y="107"/>
                  </a:cubicBezTo>
                  <a:cubicBezTo>
                    <a:pt x="197" y="139"/>
                    <a:pt x="150" y="179"/>
                    <a:pt x="113" y="227"/>
                  </a:cubicBezTo>
                  <a:cubicBezTo>
                    <a:pt x="77" y="271"/>
                    <a:pt x="48" y="322"/>
                    <a:pt x="29" y="380"/>
                  </a:cubicBezTo>
                  <a:cubicBezTo>
                    <a:pt x="11" y="435"/>
                    <a:pt x="0" y="497"/>
                    <a:pt x="0" y="559"/>
                  </a:cubicBezTo>
                  <a:cubicBezTo>
                    <a:pt x="0" y="581"/>
                    <a:pt x="0" y="599"/>
                    <a:pt x="4" y="617"/>
                  </a:cubicBezTo>
                  <a:cubicBezTo>
                    <a:pt x="7" y="632"/>
                    <a:pt x="7" y="646"/>
                    <a:pt x="11" y="657"/>
                  </a:cubicBezTo>
                  <a:lnTo>
                    <a:pt x="383" y="657"/>
                  </a:lnTo>
                  <a:cubicBezTo>
                    <a:pt x="383" y="642"/>
                    <a:pt x="379" y="632"/>
                    <a:pt x="379" y="621"/>
                  </a:cubicBezTo>
                  <a:lnTo>
                    <a:pt x="379" y="584"/>
                  </a:lnTo>
                  <a:cubicBezTo>
                    <a:pt x="379" y="555"/>
                    <a:pt x="383" y="526"/>
                    <a:pt x="390" y="497"/>
                  </a:cubicBezTo>
                  <a:cubicBezTo>
                    <a:pt x="398" y="464"/>
                    <a:pt x="409" y="435"/>
                    <a:pt x="427" y="409"/>
                  </a:cubicBezTo>
                  <a:cubicBezTo>
                    <a:pt x="449" y="380"/>
                    <a:pt x="474" y="354"/>
                    <a:pt x="514" y="336"/>
                  </a:cubicBezTo>
                  <a:cubicBezTo>
                    <a:pt x="551" y="322"/>
                    <a:pt x="598" y="311"/>
                    <a:pt x="660" y="311"/>
                  </a:cubicBezTo>
                  <a:cubicBezTo>
                    <a:pt x="718" y="311"/>
                    <a:pt x="762" y="318"/>
                    <a:pt x="799" y="333"/>
                  </a:cubicBezTo>
                  <a:cubicBezTo>
                    <a:pt x="831" y="351"/>
                    <a:pt x="857" y="369"/>
                    <a:pt x="875" y="395"/>
                  </a:cubicBezTo>
                  <a:cubicBezTo>
                    <a:pt x="893" y="420"/>
                    <a:pt x="904" y="442"/>
                    <a:pt x="908" y="467"/>
                  </a:cubicBezTo>
                  <a:cubicBezTo>
                    <a:pt x="915" y="493"/>
                    <a:pt x="915" y="515"/>
                    <a:pt x="915" y="537"/>
                  </a:cubicBezTo>
                  <a:cubicBezTo>
                    <a:pt x="915" y="581"/>
                    <a:pt x="908" y="621"/>
                    <a:pt x="886" y="653"/>
                  </a:cubicBezTo>
                  <a:cubicBezTo>
                    <a:pt x="864" y="690"/>
                    <a:pt x="839" y="719"/>
                    <a:pt x="806" y="748"/>
                  </a:cubicBezTo>
                  <a:cubicBezTo>
                    <a:pt x="773" y="777"/>
                    <a:pt x="740" y="803"/>
                    <a:pt x="704" y="832"/>
                  </a:cubicBezTo>
                  <a:cubicBezTo>
                    <a:pt x="667" y="861"/>
                    <a:pt x="635" y="890"/>
                    <a:pt x="602" y="927"/>
                  </a:cubicBezTo>
                  <a:cubicBezTo>
                    <a:pt x="573" y="963"/>
                    <a:pt x="543" y="1003"/>
                    <a:pt x="525" y="1051"/>
                  </a:cubicBezTo>
                  <a:cubicBezTo>
                    <a:pt x="503" y="1095"/>
                    <a:pt x="492" y="1153"/>
                    <a:pt x="492" y="1219"/>
                  </a:cubicBezTo>
                  <a:lnTo>
                    <a:pt x="492" y="1346"/>
                  </a:lnTo>
                  <a:lnTo>
                    <a:pt x="835" y="1346"/>
                  </a:lnTo>
                  <a:lnTo>
                    <a:pt x="835" y="1266"/>
                  </a:lnTo>
                  <a:cubicBezTo>
                    <a:pt x="835" y="1219"/>
                    <a:pt x="846" y="1175"/>
                    <a:pt x="872" y="1142"/>
                  </a:cubicBezTo>
                  <a:cubicBezTo>
                    <a:pt x="893" y="1105"/>
                    <a:pt x="926" y="1073"/>
                    <a:pt x="963" y="1044"/>
                  </a:cubicBezTo>
                  <a:cubicBezTo>
                    <a:pt x="999" y="1014"/>
                    <a:pt x="1039" y="985"/>
                    <a:pt x="1079" y="952"/>
                  </a:cubicBezTo>
                  <a:cubicBezTo>
                    <a:pt x="1123" y="923"/>
                    <a:pt x="1160" y="887"/>
                    <a:pt x="1200" y="847"/>
                  </a:cubicBezTo>
                  <a:cubicBezTo>
                    <a:pt x="1236" y="803"/>
                    <a:pt x="1265" y="756"/>
                    <a:pt x="1291" y="701"/>
                  </a:cubicBezTo>
                  <a:cubicBezTo>
                    <a:pt x="1313" y="646"/>
                    <a:pt x="1324" y="577"/>
                    <a:pt x="1324" y="500"/>
                  </a:cubicBezTo>
                  <a:cubicBezTo>
                    <a:pt x="1324" y="435"/>
                    <a:pt x="1316" y="376"/>
                    <a:pt x="1294" y="325"/>
                  </a:cubicBezTo>
                  <a:cubicBezTo>
                    <a:pt x="1276" y="271"/>
                    <a:pt x="1247" y="227"/>
                    <a:pt x="1211" y="187"/>
                  </a:cubicBezTo>
                  <a:cubicBezTo>
                    <a:pt x="1174" y="147"/>
                    <a:pt x="1130" y="110"/>
                    <a:pt x="1079" y="85"/>
                  </a:cubicBezTo>
                  <a:cubicBezTo>
                    <a:pt x="1028" y="56"/>
                    <a:pt x="966" y="34"/>
                    <a:pt x="901" y="23"/>
                  </a:cubicBezTo>
                  <a:cubicBezTo>
                    <a:pt x="835" y="8"/>
                    <a:pt x="766" y="1"/>
                    <a:pt x="689" y="1"/>
                  </a:cubicBezTo>
                  <a:close/>
                  <a:moveTo>
                    <a:pt x="470" y="1517"/>
                  </a:moveTo>
                  <a:lnTo>
                    <a:pt x="470" y="1900"/>
                  </a:lnTo>
                  <a:lnTo>
                    <a:pt x="857" y="1900"/>
                  </a:lnTo>
                  <a:lnTo>
                    <a:pt x="857" y="1517"/>
                  </a:lnTo>
                  <a:close/>
                </a:path>
              </a:pathLst>
            </a:custGeom>
            <a:solidFill>
              <a:srgbClr val="CC9E1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69"/>
            <p:cNvSpPr/>
            <p:nvPr/>
          </p:nvSpPr>
          <p:spPr>
            <a:xfrm>
              <a:off x="2665725" y="1984150"/>
              <a:ext cx="224325" cy="2300"/>
            </a:xfrm>
            <a:custGeom>
              <a:rect b="b" l="l" r="r" t="t"/>
              <a:pathLst>
                <a:path extrusionOk="0" h="92" w="8973">
                  <a:moveTo>
                    <a:pt x="0" y="1"/>
                  </a:moveTo>
                  <a:lnTo>
                    <a:pt x="0" y="92"/>
                  </a:lnTo>
                  <a:lnTo>
                    <a:pt x="8973" y="92"/>
                  </a:lnTo>
                  <a:lnTo>
                    <a:pt x="897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1" name="Google Shape;1491;p69"/>
            <p:cNvSpPr/>
            <p:nvPr/>
          </p:nvSpPr>
          <p:spPr>
            <a:xfrm>
              <a:off x="2693525" y="1954075"/>
              <a:ext cx="196525" cy="2300"/>
            </a:xfrm>
            <a:custGeom>
              <a:rect b="b" l="l" r="r" t="t"/>
              <a:pathLst>
                <a:path extrusionOk="0" h="92" w="7861">
                  <a:moveTo>
                    <a:pt x="0" y="1"/>
                  </a:moveTo>
                  <a:lnTo>
                    <a:pt x="0" y="92"/>
                  </a:lnTo>
                  <a:lnTo>
                    <a:pt x="7861" y="92"/>
                  </a:lnTo>
                  <a:lnTo>
                    <a:pt x="786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92" name="Google Shape;1492;p69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493" name="Google Shape;1493;p69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494" name="Google Shape;1494;p69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5" name="Google Shape;1495;p69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6" name="Google Shape;1496;p69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7" name="Google Shape;1497;p69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8" name="Google Shape;1498;p69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9" name="Google Shape;1499;p69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0" name="Google Shape;1500;p69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1" name="Google Shape;1501;p69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2" name="Google Shape;1502;p69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3" name="Google Shape;1503;p69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4" name="Google Shape;1504;p69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5" name="Google Shape;1505;p69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06" name="Google Shape;1506;p69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10" name="Shape 1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1" name="Google Shape;1511;p70"/>
          <p:cNvSpPr txBox="1"/>
          <p:nvPr/>
        </p:nvSpPr>
        <p:spPr>
          <a:xfrm>
            <a:off x="2162475" y="546750"/>
            <a:ext cx="4819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¡A practicar!</a:t>
            </a:r>
            <a:endParaRPr sz="50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1512" name="Google Shape;1512;p70"/>
          <p:cNvGrpSpPr/>
          <p:nvPr/>
        </p:nvGrpSpPr>
        <p:grpSpPr>
          <a:xfrm>
            <a:off x="2929849" y="2286253"/>
            <a:ext cx="3284301" cy="2310866"/>
            <a:chOff x="12616253" y="4062668"/>
            <a:chExt cx="4520095" cy="3328819"/>
          </a:xfrm>
        </p:grpSpPr>
        <p:sp>
          <p:nvSpPr>
            <p:cNvPr id="1513" name="Google Shape;1513;p70"/>
            <p:cNvSpPr/>
            <p:nvPr/>
          </p:nvSpPr>
          <p:spPr>
            <a:xfrm>
              <a:off x="13221814" y="5007241"/>
              <a:ext cx="3127456" cy="1669069"/>
            </a:xfrm>
            <a:custGeom>
              <a:rect b="b" l="l" r="r" t="t"/>
              <a:pathLst>
                <a:path extrusionOk="0" h="23632" w="44281">
                  <a:moveTo>
                    <a:pt x="18419" y="0"/>
                  </a:moveTo>
                  <a:cubicBezTo>
                    <a:pt x="17957" y="0"/>
                    <a:pt x="17488" y="94"/>
                    <a:pt x="17038" y="292"/>
                  </a:cubicBezTo>
                  <a:cubicBezTo>
                    <a:pt x="16693" y="449"/>
                    <a:pt x="16380" y="669"/>
                    <a:pt x="16114" y="904"/>
                  </a:cubicBezTo>
                  <a:lnTo>
                    <a:pt x="0" y="904"/>
                  </a:lnTo>
                  <a:lnTo>
                    <a:pt x="0" y="14525"/>
                  </a:lnTo>
                  <a:cubicBezTo>
                    <a:pt x="0" y="15904"/>
                    <a:pt x="1113" y="17033"/>
                    <a:pt x="2508" y="17033"/>
                  </a:cubicBezTo>
                  <a:lnTo>
                    <a:pt x="15878" y="17033"/>
                  </a:lnTo>
                  <a:cubicBezTo>
                    <a:pt x="17273" y="17033"/>
                    <a:pt x="18402" y="15904"/>
                    <a:pt x="18402" y="14525"/>
                  </a:cubicBezTo>
                  <a:lnTo>
                    <a:pt x="18402" y="11923"/>
                  </a:lnTo>
                  <a:lnTo>
                    <a:pt x="22650" y="21578"/>
                  </a:lnTo>
                  <a:cubicBezTo>
                    <a:pt x="23214" y="22863"/>
                    <a:pt x="24468" y="23631"/>
                    <a:pt x="25800" y="23631"/>
                  </a:cubicBezTo>
                  <a:cubicBezTo>
                    <a:pt x="26208" y="23631"/>
                    <a:pt x="26631" y="23569"/>
                    <a:pt x="27039" y="23412"/>
                  </a:cubicBezTo>
                  <a:lnTo>
                    <a:pt x="41616" y="17816"/>
                  </a:lnTo>
                  <a:cubicBezTo>
                    <a:pt x="43387" y="17142"/>
                    <a:pt x="44280" y="15136"/>
                    <a:pt x="43591" y="13365"/>
                  </a:cubicBezTo>
                  <a:cubicBezTo>
                    <a:pt x="43069" y="11994"/>
                    <a:pt x="41750" y="11149"/>
                    <a:pt x="40359" y="11149"/>
                  </a:cubicBezTo>
                  <a:cubicBezTo>
                    <a:pt x="39953" y="11149"/>
                    <a:pt x="39540" y="11222"/>
                    <a:pt x="39139" y="11374"/>
                  </a:cubicBezTo>
                  <a:lnTo>
                    <a:pt x="27634" y="15794"/>
                  </a:lnTo>
                  <a:lnTo>
                    <a:pt x="21584" y="2064"/>
                  </a:lnTo>
                  <a:cubicBezTo>
                    <a:pt x="21014" y="773"/>
                    <a:pt x="19746" y="0"/>
                    <a:pt x="18419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70"/>
            <p:cNvSpPr/>
            <p:nvPr/>
          </p:nvSpPr>
          <p:spPr>
            <a:xfrm>
              <a:off x="16059137" y="5787817"/>
              <a:ext cx="1077211" cy="611210"/>
            </a:xfrm>
            <a:custGeom>
              <a:rect b="b" l="l" r="r" t="t"/>
              <a:pathLst>
                <a:path extrusionOk="0" h="8654" w="15252">
                  <a:moveTo>
                    <a:pt x="9633" y="0"/>
                  </a:moveTo>
                  <a:cubicBezTo>
                    <a:pt x="9597" y="0"/>
                    <a:pt x="9558" y="3"/>
                    <a:pt x="9515" y="9"/>
                  </a:cubicBezTo>
                  <a:cubicBezTo>
                    <a:pt x="9087" y="70"/>
                    <a:pt x="8072" y="90"/>
                    <a:pt x="6942" y="90"/>
                  </a:cubicBezTo>
                  <a:cubicBezTo>
                    <a:pt x="4886" y="90"/>
                    <a:pt x="2446" y="24"/>
                    <a:pt x="2446" y="24"/>
                  </a:cubicBezTo>
                  <a:lnTo>
                    <a:pt x="1" y="6984"/>
                  </a:lnTo>
                  <a:cubicBezTo>
                    <a:pt x="3376" y="8128"/>
                    <a:pt x="4770" y="8654"/>
                    <a:pt x="6731" y="8654"/>
                  </a:cubicBezTo>
                  <a:cubicBezTo>
                    <a:pt x="7511" y="8654"/>
                    <a:pt x="8380" y="8571"/>
                    <a:pt x="9499" y="8410"/>
                  </a:cubicBezTo>
                  <a:cubicBezTo>
                    <a:pt x="13433" y="7830"/>
                    <a:pt x="15252" y="4397"/>
                    <a:pt x="13010" y="4382"/>
                  </a:cubicBezTo>
                  <a:cubicBezTo>
                    <a:pt x="10753" y="4366"/>
                    <a:pt x="6521" y="2375"/>
                    <a:pt x="6521" y="2375"/>
                  </a:cubicBezTo>
                  <a:cubicBezTo>
                    <a:pt x="9137" y="1997"/>
                    <a:pt x="10615" y="0"/>
                    <a:pt x="9633" y="0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70"/>
            <p:cNvSpPr/>
            <p:nvPr/>
          </p:nvSpPr>
          <p:spPr>
            <a:xfrm>
              <a:off x="16384590" y="5987622"/>
              <a:ext cx="235896" cy="332232"/>
            </a:xfrm>
            <a:custGeom>
              <a:rect b="b" l="l" r="r" t="t"/>
              <a:pathLst>
                <a:path extrusionOk="0" h="4704" w="3340">
                  <a:moveTo>
                    <a:pt x="2932" y="1"/>
                  </a:moveTo>
                  <a:cubicBezTo>
                    <a:pt x="2916" y="32"/>
                    <a:pt x="1459" y="3465"/>
                    <a:pt x="1" y="4311"/>
                  </a:cubicBezTo>
                  <a:lnTo>
                    <a:pt x="220" y="4703"/>
                  </a:lnTo>
                  <a:cubicBezTo>
                    <a:pt x="1819" y="3778"/>
                    <a:pt x="3277" y="314"/>
                    <a:pt x="3339" y="173"/>
                  </a:cubicBezTo>
                  <a:lnTo>
                    <a:pt x="293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70"/>
            <p:cNvSpPr/>
            <p:nvPr/>
          </p:nvSpPr>
          <p:spPr>
            <a:xfrm>
              <a:off x="16568363" y="6068491"/>
              <a:ext cx="457313" cy="141749"/>
            </a:xfrm>
            <a:custGeom>
              <a:rect b="b" l="l" r="r" t="t"/>
              <a:pathLst>
                <a:path extrusionOk="0" h="2007" w="6475">
                  <a:moveTo>
                    <a:pt x="189" y="0"/>
                  </a:moveTo>
                  <a:lnTo>
                    <a:pt x="1" y="392"/>
                  </a:lnTo>
                  <a:cubicBezTo>
                    <a:pt x="142" y="455"/>
                    <a:pt x="3386" y="1928"/>
                    <a:pt x="6459" y="2007"/>
                  </a:cubicBezTo>
                  <a:lnTo>
                    <a:pt x="6474" y="1568"/>
                  </a:lnTo>
                  <a:cubicBezTo>
                    <a:pt x="3480" y="1489"/>
                    <a:pt x="220" y="16"/>
                    <a:pt x="18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70"/>
            <p:cNvSpPr/>
            <p:nvPr/>
          </p:nvSpPr>
          <p:spPr>
            <a:xfrm>
              <a:off x="16518570" y="6161437"/>
              <a:ext cx="419598" cy="155098"/>
            </a:xfrm>
            <a:custGeom>
              <a:rect b="b" l="l" r="r" t="t"/>
              <a:pathLst>
                <a:path extrusionOk="0" h="2196" w="5941">
                  <a:moveTo>
                    <a:pt x="157" y="1"/>
                  </a:moveTo>
                  <a:lnTo>
                    <a:pt x="0" y="408"/>
                  </a:lnTo>
                  <a:cubicBezTo>
                    <a:pt x="16" y="424"/>
                    <a:pt x="47" y="440"/>
                    <a:pt x="110" y="455"/>
                  </a:cubicBezTo>
                  <a:cubicBezTo>
                    <a:pt x="1584" y="1114"/>
                    <a:pt x="4295" y="2195"/>
                    <a:pt x="5878" y="2195"/>
                  </a:cubicBezTo>
                  <a:lnTo>
                    <a:pt x="5941" y="2195"/>
                  </a:lnTo>
                  <a:lnTo>
                    <a:pt x="5941" y="1756"/>
                  </a:lnTo>
                  <a:cubicBezTo>
                    <a:pt x="5927" y="1757"/>
                    <a:pt x="5912" y="1757"/>
                    <a:pt x="5898" y="1757"/>
                  </a:cubicBezTo>
                  <a:cubicBezTo>
                    <a:pt x="4777" y="1757"/>
                    <a:pt x="2789" y="1162"/>
                    <a:pt x="283" y="64"/>
                  </a:cubicBezTo>
                  <a:cubicBezTo>
                    <a:pt x="220" y="32"/>
                    <a:pt x="173" y="1"/>
                    <a:pt x="15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70"/>
            <p:cNvSpPr/>
            <p:nvPr/>
          </p:nvSpPr>
          <p:spPr>
            <a:xfrm>
              <a:off x="16458819" y="6241175"/>
              <a:ext cx="313304" cy="148388"/>
            </a:xfrm>
            <a:custGeom>
              <a:rect b="b" l="l" r="r" t="t"/>
              <a:pathLst>
                <a:path extrusionOk="0" h="2101" w="4436">
                  <a:moveTo>
                    <a:pt x="204" y="0"/>
                  </a:moveTo>
                  <a:lnTo>
                    <a:pt x="0" y="377"/>
                  </a:lnTo>
                  <a:cubicBezTo>
                    <a:pt x="110" y="439"/>
                    <a:pt x="2774" y="1960"/>
                    <a:pt x="4405" y="2101"/>
                  </a:cubicBezTo>
                  <a:lnTo>
                    <a:pt x="4436" y="1662"/>
                  </a:lnTo>
                  <a:cubicBezTo>
                    <a:pt x="2915" y="1536"/>
                    <a:pt x="235" y="16"/>
                    <a:pt x="20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70"/>
            <p:cNvSpPr/>
            <p:nvPr/>
          </p:nvSpPr>
          <p:spPr>
            <a:xfrm>
              <a:off x="16267277" y="5947788"/>
              <a:ext cx="265771" cy="140690"/>
            </a:xfrm>
            <a:custGeom>
              <a:rect b="b" l="l" r="r" t="t"/>
              <a:pathLst>
                <a:path extrusionOk="0" h="1992" w="3763">
                  <a:moveTo>
                    <a:pt x="3386" y="1"/>
                  </a:moveTo>
                  <a:cubicBezTo>
                    <a:pt x="3344" y="71"/>
                    <a:pt x="2450" y="1557"/>
                    <a:pt x="737" y="1557"/>
                  </a:cubicBezTo>
                  <a:cubicBezTo>
                    <a:pt x="534" y="1557"/>
                    <a:pt x="320" y="1536"/>
                    <a:pt x="94" y="1490"/>
                  </a:cubicBezTo>
                  <a:lnTo>
                    <a:pt x="0" y="1913"/>
                  </a:lnTo>
                  <a:cubicBezTo>
                    <a:pt x="251" y="1976"/>
                    <a:pt x="502" y="1991"/>
                    <a:pt x="721" y="1991"/>
                  </a:cubicBezTo>
                  <a:cubicBezTo>
                    <a:pt x="2712" y="1991"/>
                    <a:pt x="3762" y="236"/>
                    <a:pt x="3762" y="220"/>
                  </a:cubicBezTo>
                  <a:lnTo>
                    <a:pt x="338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70"/>
            <p:cNvSpPr/>
            <p:nvPr/>
          </p:nvSpPr>
          <p:spPr>
            <a:xfrm>
              <a:off x="15932926" y="5788594"/>
              <a:ext cx="337741" cy="492486"/>
            </a:xfrm>
            <a:custGeom>
              <a:rect b="b" l="l" r="r" t="t"/>
              <a:pathLst>
                <a:path extrusionOk="0" h="6973" w="4782">
                  <a:moveTo>
                    <a:pt x="3745" y="1"/>
                  </a:moveTo>
                  <a:cubicBezTo>
                    <a:pt x="2919" y="1"/>
                    <a:pt x="1216" y="93"/>
                    <a:pt x="1" y="781"/>
                  </a:cubicBezTo>
                  <a:lnTo>
                    <a:pt x="1788" y="6973"/>
                  </a:lnTo>
                  <a:lnTo>
                    <a:pt x="4781" y="499"/>
                  </a:lnTo>
                  <a:lnTo>
                    <a:pt x="4233" y="13"/>
                  </a:lnTo>
                  <a:cubicBezTo>
                    <a:pt x="4233" y="13"/>
                    <a:pt x="4048" y="1"/>
                    <a:pt x="3745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70"/>
            <p:cNvSpPr/>
            <p:nvPr/>
          </p:nvSpPr>
          <p:spPr>
            <a:xfrm>
              <a:off x="14044343" y="5404238"/>
              <a:ext cx="342120" cy="302286"/>
            </a:xfrm>
            <a:custGeom>
              <a:rect b="b" l="l" r="r" t="t"/>
              <a:pathLst>
                <a:path extrusionOk="0" h="4280" w="4844">
                  <a:moveTo>
                    <a:pt x="0" y="1"/>
                  </a:moveTo>
                  <a:lnTo>
                    <a:pt x="0" y="3230"/>
                  </a:lnTo>
                  <a:cubicBezTo>
                    <a:pt x="0" y="3809"/>
                    <a:pt x="471" y="4280"/>
                    <a:pt x="1051" y="4280"/>
                  </a:cubicBezTo>
                  <a:lnTo>
                    <a:pt x="3794" y="4280"/>
                  </a:lnTo>
                  <a:cubicBezTo>
                    <a:pt x="4373" y="4280"/>
                    <a:pt x="4844" y="3809"/>
                    <a:pt x="4844" y="3230"/>
                  </a:cubicBezTo>
                  <a:lnTo>
                    <a:pt x="4844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70"/>
            <p:cNvSpPr/>
            <p:nvPr/>
          </p:nvSpPr>
          <p:spPr>
            <a:xfrm>
              <a:off x="14026616" y="5386511"/>
              <a:ext cx="377575" cy="337741"/>
            </a:xfrm>
            <a:custGeom>
              <a:rect b="b" l="l" r="r" t="t"/>
              <a:pathLst>
                <a:path extrusionOk="0" h="4782" w="5346">
                  <a:moveTo>
                    <a:pt x="4860" y="487"/>
                  </a:moveTo>
                  <a:lnTo>
                    <a:pt x="4860" y="3402"/>
                  </a:lnTo>
                  <a:cubicBezTo>
                    <a:pt x="4860" y="3888"/>
                    <a:pt x="4452" y="4296"/>
                    <a:pt x="3966" y="4296"/>
                  </a:cubicBezTo>
                  <a:lnTo>
                    <a:pt x="1380" y="4296"/>
                  </a:lnTo>
                  <a:cubicBezTo>
                    <a:pt x="894" y="4296"/>
                    <a:pt x="486" y="3888"/>
                    <a:pt x="486" y="3402"/>
                  </a:cubicBezTo>
                  <a:lnTo>
                    <a:pt x="486" y="487"/>
                  </a:lnTo>
                  <a:close/>
                  <a:moveTo>
                    <a:pt x="1" y="1"/>
                  </a:moveTo>
                  <a:lnTo>
                    <a:pt x="1" y="3402"/>
                  </a:lnTo>
                  <a:cubicBezTo>
                    <a:pt x="1" y="4155"/>
                    <a:pt x="612" y="4781"/>
                    <a:pt x="1380" y="4781"/>
                  </a:cubicBezTo>
                  <a:lnTo>
                    <a:pt x="3966" y="4781"/>
                  </a:lnTo>
                  <a:cubicBezTo>
                    <a:pt x="4734" y="4781"/>
                    <a:pt x="5346" y="4155"/>
                    <a:pt x="5346" y="3402"/>
                  </a:cubicBezTo>
                  <a:lnTo>
                    <a:pt x="5346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70"/>
            <p:cNvSpPr/>
            <p:nvPr/>
          </p:nvSpPr>
          <p:spPr>
            <a:xfrm>
              <a:off x="14523693" y="5357766"/>
              <a:ext cx="71" cy="543620"/>
            </a:xfrm>
            <a:custGeom>
              <a:rect b="b" l="l" r="r" t="t"/>
              <a:pathLst>
                <a:path extrusionOk="0" h="7697" w="1">
                  <a:moveTo>
                    <a:pt x="0" y="7696"/>
                  </a:moveTo>
                  <a:lnTo>
                    <a:pt x="0" y="0"/>
                  </a:lnTo>
                </a:path>
              </a:pathLst>
            </a:custGeom>
            <a:solidFill>
              <a:srgbClr val="8383FD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70"/>
            <p:cNvSpPr/>
            <p:nvPr/>
          </p:nvSpPr>
          <p:spPr>
            <a:xfrm>
              <a:off x="14505965" y="5357766"/>
              <a:ext cx="34396" cy="543620"/>
            </a:xfrm>
            <a:custGeom>
              <a:rect b="b" l="l" r="r" t="t"/>
              <a:pathLst>
                <a:path extrusionOk="0" h="7697" w="487">
                  <a:moveTo>
                    <a:pt x="1" y="0"/>
                  </a:moveTo>
                  <a:lnTo>
                    <a:pt x="1" y="7696"/>
                  </a:lnTo>
                  <a:lnTo>
                    <a:pt x="486" y="7696"/>
                  </a:lnTo>
                  <a:lnTo>
                    <a:pt x="48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70"/>
            <p:cNvSpPr/>
            <p:nvPr/>
          </p:nvSpPr>
          <p:spPr>
            <a:xfrm>
              <a:off x="13366813" y="4073615"/>
              <a:ext cx="894568" cy="894497"/>
            </a:xfrm>
            <a:custGeom>
              <a:rect b="b" l="l" r="r" t="t"/>
              <a:pathLst>
                <a:path extrusionOk="0" h="12665" w="12666">
                  <a:moveTo>
                    <a:pt x="6333" y="0"/>
                  </a:moveTo>
                  <a:cubicBezTo>
                    <a:pt x="2838" y="0"/>
                    <a:pt x="1" y="2837"/>
                    <a:pt x="1" y="6333"/>
                  </a:cubicBezTo>
                  <a:cubicBezTo>
                    <a:pt x="1" y="8433"/>
                    <a:pt x="1020" y="10298"/>
                    <a:pt x="2603" y="11442"/>
                  </a:cubicBezTo>
                  <a:cubicBezTo>
                    <a:pt x="3653" y="12210"/>
                    <a:pt x="4938" y="12665"/>
                    <a:pt x="6333" y="12665"/>
                  </a:cubicBezTo>
                  <a:cubicBezTo>
                    <a:pt x="7712" y="12665"/>
                    <a:pt x="8982" y="12226"/>
                    <a:pt x="10017" y="11474"/>
                  </a:cubicBezTo>
                  <a:cubicBezTo>
                    <a:pt x="11615" y="10329"/>
                    <a:pt x="12666" y="8449"/>
                    <a:pt x="12666" y="6333"/>
                  </a:cubicBezTo>
                  <a:cubicBezTo>
                    <a:pt x="12666" y="2837"/>
                    <a:pt x="9828" y="0"/>
                    <a:pt x="6333" y="0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p70"/>
            <p:cNvSpPr/>
            <p:nvPr/>
          </p:nvSpPr>
          <p:spPr>
            <a:xfrm>
              <a:off x="13519580" y="4062668"/>
              <a:ext cx="586844" cy="120561"/>
            </a:xfrm>
            <a:custGeom>
              <a:rect b="b" l="l" r="r" t="t"/>
              <a:pathLst>
                <a:path extrusionOk="0" h="1707" w="8309">
                  <a:moveTo>
                    <a:pt x="4183" y="0"/>
                  </a:moveTo>
                  <a:cubicBezTo>
                    <a:pt x="1721" y="0"/>
                    <a:pt x="1" y="1707"/>
                    <a:pt x="1" y="1707"/>
                  </a:cubicBezTo>
                  <a:lnTo>
                    <a:pt x="8308" y="1707"/>
                  </a:lnTo>
                  <a:cubicBezTo>
                    <a:pt x="6830" y="427"/>
                    <a:pt x="5414" y="0"/>
                    <a:pt x="4183" y="0"/>
                  </a:cubicBezTo>
                  <a:close/>
                </a:path>
              </a:pathLst>
            </a:custGeom>
            <a:solidFill>
              <a:srgbClr val="CA5A4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70"/>
            <p:cNvSpPr/>
            <p:nvPr/>
          </p:nvSpPr>
          <p:spPr>
            <a:xfrm>
              <a:off x="13580461" y="4425623"/>
              <a:ext cx="122962" cy="50993"/>
            </a:xfrm>
            <a:custGeom>
              <a:rect b="b" l="l" r="r" t="t"/>
              <a:pathLst>
                <a:path extrusionOk="0" h="722" w="1741">
                  <a:moveTo>
                    <a:pt x="361" y="1"/>
                  </a:moveTo>
                  <a:cubicBezTo>
                    <a:pt x="158" y="1"/>
                    <a:pt x="1" y="157"/>
                    <a:pt x="1" y="361"/>
                  </a:cubicBezTo>
                  <a:cubicBezTo>
                    <a:pt x="1" y="549"/>
                    <a:pt x="158" y="722"/>
                    <a:pt x="361" y="722"/>
                  </a:cubicBezTo>
                  <a:lnTo>
                    <a:pt x="1380" y="722"/>
                  </a:lnTo>
                  <a:cubicBezTo>
                    <a:pt x="1584" y="722"/>
                    <a:pt x="1741" y="549"/>
                    <a:pt x="1741" y="361"/>
                  </a:cubicBezTo>
                  <a:cubicBezTo>
                    <a:pt x="1741" y="157"/>
                    <a:pt x="1584" y="1"/>
                    <a:pt x="138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70"/>
            <p:cNvSpPr/>
            <p:nvPr/>
          </p:nvSpPr>
          <p:spPr>
            <a:xfrm>
              <a:off x="13920321" y="4425623"/>
              <a:ext cx="126282" cy="50993"/>
            </a:xfrm>
            <a:custGeom>
              <a:rect b="b" l="l" r="r" t="t"/>
              <a:pathLst>
                <a:path extrusionOk="0" h="722" w="1788">
                  <a:moveTo>
                    <a:pt x="361" y="1"/>
                  </a:moveTo>
                  <a:cubicBezTo>
                    <a:pt x="158" y="1"/>
                    <a:pt x="1" y="157"/>
                    <a:pt x="1" y="361"/>
                  </a:cubicBezTo>
                  <a:cubicBezTo>
                    <a:pt x="1" y="549"/>
                    <a:pt x="158" y="722"/>
                    <a:pt x="361" y="722"/>
                  </a:cubicBezTo>
                  <a:lnTo>
                    <a:pt x="1427" y="722"/>
                  </a:lnTo>
                  <a:cubicBezTo>
                    <a:pt x="1631" y="722"/>
                    <a:pt x="1788" y="549"/>
                    <a:pt x="1788" y="361"/>
                  </a:cubicBezTo>
                  <a:cubicBezTo>
                    <a:pt x="1788" y="157"/>
                    <a:pt x="1631" y="1"/>
                    <a:pt x="142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p70"/>
            <p:cNvSpPr/>
            <p:nvPr/>
          </p:nvSpPr>
          <p:spPr>
            <a:xfrm>
              <a:off x="13548396" y="4588349"/>
              <a:ext cx="528082" cy="379764"/>
            </a:xfrm>
            <a:custGeom>
              <a:rect b="b" l="l" r="r" t="t"/>
              <a:pathLst>
                <a:path extrusionOk="0" h="5377" w="7477">
                  <a:moveTo>
                    <a:pt x="3746" y="1"/>
                  </a:moveTo>
                  <a:cubicBezTo>
                    <a:pt x="1677" y="1"/>
                    <a:pt x="0" y="1678"/>
                    <a:pt x="0" y="3731"/>
                  </a:cubicBezTo>
                  <a:cubicBezTo>
                    <a:pt x="0" y="3872"/>
                    <a:pt x="16" y="4029"/>
                    <a:pt x="32" y="4154"/>
                  </a:cubicBezTo>
                  <a:cubicBezTo>
                    <a:pt x="1082" y="4922"/>
                    <a:pt x="2367" y="5377"/>
                    <a:pt x="3762" y="5377"/>
                  </a:cubicBezTo>
                  <a:cubicBezTo>
                    <a:pt x="5141" y="5377"/>
                    <a:pt x="6411" y="4938"/>
                    <a:pt x="7446" y="4186"/>
                  </a:cubicBezTo>
                  <a:cubicBezTo>
                    <a:pt x="7477" y="4045"/>
                    <a:pt x="7477" y="3888"/>
                    <a:pt x="7477" y="3731"/>
                  </a:cubicBezTo>
                  <a:cubicBezTo>
                    <a:pt x="7477" y="1678"/>
                    <a:pt x="5800" y="1"/>
                    <a:pt x="3746" y="1"/>
                  </a:cubicBezTo>
                  <a:close/>
                </a:path>
              </a:pathLst>
            </a:custGeom>
            <a:solidFill>
              <a:srgbClr val="CA5A4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0" name="Google Shape;1530;p70"/>
            <p:cNvSpPr/>
            <p:nvPr/>
          </p:nvSpPr>
          <p:spPr>
            <a:xfrm>
              <a:off x="13718891" y="4678540"/>
              <a:ext cx="190482" cy="79244"/>
            </a:xfrm>
            <a:custGeom>
              <a:rect b="b" l="l" r="r" t="t"/>
              <a:pathLst>
                <a:path extrusionOk="0" h="1122" w="2697">
                  <a:moveTo>
                    <a:pt x="2278" y="1"/>
                  </a:moveTo>
                  <a:cubicBezTo>
                    <a:pt x="2216" y="1"/>
                    <a:pt x="2155" y="18"/>
                    <a:pt x="2100" y="56"/>
                  </a:cubicBezTo>
                  <a:cubicBezTo>
                    <a:pt x="1597" y="368"/>
                    <a:pt x="874" y="404"/>
                    <a:pt x="554" y="404"/>
                  </a:cubicBezTo>
                  <a:cubicBezTo>
                    <a:pt x="456" y="404"/>
                    <a:pt x="396" y="401"/>
                    <a:pt x="392" y="401"/>
                  </a:cubicBezTo>
                  <a:cubicBezTo>
                    <a:pt x="188" y="401"/>
                    <a:pt x="31" y="542"/>
                    <a:pt x="16" y="746"/>
                  </a:cubicBezTo>
                  <a:cubicBezTo>
                    <a:pt x="0" y="934"/>
                    <a:pt x="157" y="1106"/>
                    <a:pt x="345" y="1106"/>
                  </a:cubicBezTo>
                  <a:cubicBezTo>
                    <a:pt x="361" y="1122"/>
                    <a:pt x="423" y="1122"/>
                    <a:pt x="533" y="1122"/>
                  </a:cubicBezTo>
                  <a:cubicBezTo>
                    <a:pt x="925" y="1122"/>
                    <a:pt x="1818" y="1075"/>
                    <a:pt x="2477" y="652"/>
                  </a:cubicBezTo>
                  <a:cubicBezTo>
                    <a:pt x="2633" y="558"/>
                    <a:pt x="2696" y="338"/>
                    <a:pt x="2586" y="166"/>
                  </a:cubicBezTo>
                  <a:cubicBezTo>
                    <a:pt x="2515" y="63"/>
                    <a:pt x="2396" y="1"/>
                    <a:pt x="227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1" name="Google Shape;1531;p70"/>
            <p:cNvSpPr/>
            <p:nvPr/>
          </p:nvSpPr>
          <p:spPr>
            <a:xfrm>
              <a:off x="14212578" y="4401256"/>
              <a:ext cx="203760" cy="203760"/>
            </a:xfrm>
            <a:custGeom>
              <a:rect b="b" l="l" r="r" t="t"/>
              <a:pathLst>
                <a:path extrusionOk="0" h="2885" w="2885">
                  <a:moveTo>
                    <a:pt x="1443" y="1"/>
                  </a:moveTo>
                  <a:cubicBezTo>
                    <a:pt x="643" y="1"/>
                    <a:pt x="1" y="643"/>
                    <a:pt x="1" y="1443"/>
                  </a:cubicBezTo>
                  <a:cubicBezTo>
                    <a:pt x="1" y="2242"/>
                    <a:pt x="643" y="2885"/>
                    <a:pt x="1443" y="2885"/>
                  </a:cubicBezTo>
                  <a:cubicBezTo>
                    <a:pt x="2242" y="2885"/>
                    <a:pt x="2885" y="2242"/>
                    <a:pt x="2885" y="1443"/>
                  </a:cubicBezTo>
                  <a:cubicBezTo>
                    <a:pt x="2885" y="643"/>
                    <a:pt x="2242" y="1"/>
                    <a:pt x="1443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2" name="Google Shape;1532;p70"/>
            <p:cNvSpPr/>
            <p:nvPr/>
          </p:nvSpPr>
          <p:spPr>
            <a:xfrm>
              <a:off x="13208536" y="4401256"/>
              <a:ext cx="204820" cy="203760"/>
            </a:xfrm>
            <a:custGeom>
              <a:rect b="b" l="l" r="r" t="t"/>
              <a:pathLst>
                <a:path extrusionOk="0" h="2885" w="2900">
                  <a:moveTo>
                    <a:pt x="1442" y="1"/>
                  </a:moveTo>
                  <a:cubicBezTo>
                    <a:pt x="659" y="1"/>
                    <a:pt x="0" y="643"/>
                    <a:pt x="0" y="1443"/>
                  </a:cubicBezTo>
                  <a:cubicBezTo>
                    <a:pt x="0" y="2242"/>
                    <a:pt x="659" y="2885"/>
                    <a:pt x="1442" y="2885"/>
                  </a:cubicBezTo>
                  <a:cubicBezTo>
                    <a:pt x="2242" y="2885"/>
                    <a:pt x="2900" y="2242"/>
                    <a:pt x="2900" y="1443"/>
                  </a:cubicBezTo>
                  <a:cubicBezTo>
                    <a:pt x="2900" y="643"/>
                    <a:pt x="2242" y="1"/>
                    <a:pt x="1442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70"/>
            <p:cNvSpPr/>
            <p:nvPr/>
          </p:nvSpPr>
          <p:spPr>
            <a:xfrm>
              <a:off x="14215898" y="5978794"/>
              <a:ext cx="1688350" cy="1180186"/>
            </a:xfrm>
            <a:custGeom>
              <a:rect b="b" l="l" r="r" t="t"/>
              <a:pathLst>
                <a:path extrusionOk="0" h="16710" w="23905">
                  <a:moveTo>
                    <a:pt x="1020" y="1"/>
                  </a:moveTo>
                  <a:cubicBezTo>
                    <a:pt x="455" y="1"/>
                    <a:pt x="1" y="455"/>
                    <a:pt x="1" y="1019"/>
                  </a:cubicBezTo>
                  <a:lnTo>
                    <a:pt x="1" y="15691"/>
                  </a:lnTo>
                  <a:cubicBezTo>
                    <a:pt x="1" y="16255"/>
                    <a:pt x="455" y="16709"/>
                    <a:pt x="1020" y="16709"/>
                  </a:cubicBezTo>
                  <a:lnTo>
                    <a:pt x="22885" y="16709"/>
                  </a:lnTo>
                  <a:cubicBezTo>
                    <a:pt x="23450" y="16709"/>
                    <a:pt x="23904" y="16255"/>
                    <a:pt x="23904" y="15691"/>
                  </a:cubicBezTo>
                  <a:lnTo>
                    <a:pt x="23904" y="1019"/>
                  </a:lnTo>
                  <a:cubicBezTo>
                    <a:pt x="23904" y="455"/>
                    <a:pt x="23450" y="1"/>
                    <a:pt x="22885" y="1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70"/>
            <p:cNvSpPr/>
            <p:nvPr/>
          </p:nvSpPr>
          <p:spPr>
            <a:xfrm>
              <a:off x="14215898" y="7245288"/>
              <a:ext cx="1688350" cy="146199"/>
            </a:xfrm>
            <a:custGeom>
              <a:rect b="b" l="l" r="r" t="t"/>
              <a:pathLst>
                <a:path extrusionOk="0" h="2070" w="23905">
                  <a:moveTo>
                    <a:pt x="1" y="0"/>
                  </a:moveTo>
                  <a:lnTo>
                    <a:pt x="1" y="1176"/>
                  </a:lnTo>
                  <a:cubicBezTo>
                    <a:pt x="1" y="1661"/>
                    <a:pt x="393" y="2069"/>
                    <a:pt x="894" y="2069"/>
                  </a:cubicBezTo>
                  <a:lnTo>
                    <a:pt x="23011" y="2069"/>
                  </a:lnTo>
                  <a:cubicBezTo>
                    <a:pt x="23512" y="2069"/>
                    <a:pt x="23904" y="1661"/>
                    <a:pt x="23904" y="1176"/>
                  </a:cubicBezTo>
                  <a:lnTo>
                    <a:pt x="23904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70"/>
            <p:cNvSpPr/>
            <p:nvPr/>
          </p:nvSpPr>
          <p:spPr>
            <a:xfrm>
              <a:off x="14955440" y="6463652"/>
              <a:ext cx="209269" cy="210470"/>
            </a:xfrm>
            <a:custGeom>
              <a:rect b="b" l="l" r="r" t="t"/>
              <a:pathLst>
                <a:path extrusionOk="0" h="2980" w="2963">
                  <a:moveTo>
                    <a:pt x="1474" y="1"/>
                  </a:moveTo>
                  <a:cubicBezTo>
                    <a:pt x="659" y="1"/>
                    <a:pt x="0" y="675"/>
                    <a:pt x="0" y="1490"/>
                  </a:cubicBezTo>
                  <a:cubicBezTo>
                    <a:pt x="0" y="2305"/>
                    <a:pt x="659" y="2979"/>
                    <a:pt x="1474" y="2979"/>
                  </a:cubicBezTo>
                  <a:cubicBezTo>
                    <a:pt x="2304" y="2979"/>
                    <a:pt x="2963" y="2305"/>
                    <a:pt x="2963" y="1490"/>
                  </a:cubicBezTo>
                  <a:cubicBezTo>
                    <a:pt x="2963" y="675"/>
                    <a:pt x="2304" y="1"/>
                    <a:pt x="1474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70"/>
            <p:cNvSpPr/>
            <p:nvPr/>
          </p:nvSpPr>
          <p:spPr>
            <a:xfrm>
              <a:off x="12616253" y="5050747"/>
              <a:ext cx="1572027" cy="2105688"/>
            </a:xfrm>
            <a:custGeom>
              <a:rect b="b" l="l" r="r" t="t"/>
              <a:pathLst>
                <a:path extrusionOk="0" h="29814" w="22258">
                  <a:moveTo>
                    <a:pt x="8043" y="0"/>
                  </a:moveTo>
                  <a:cubicBezTo>
                    <a:pt x="6540" y="0"/>
                    <a:pt x="5163" y="993"/>
                    <a:pt x="4734" y="2513"/>
                  </a:cubicBezTo>
                  <a:lnTo>
                    <a:pt x="377" y="18062"/>
                  </a:lnTo>
                  <a:cubicBezTo>
                    <a:pt x="0" y="19442"/>
                    <a:pt x="502" y="20884"/>
                    <a:pt x="1615" y="21730"/>
                  </a:cubicBezTo>
                  <a:cubicBezTo>
                    <a:pt x="1772" y="21856"/>
                    <a:pt x="1960" y="21965"/>
                    <a:pt x="2148" y="22075"/>
                  </a:cubicBezTo>
                  <a:lnTo>
                    <a:pt x="16772" y="29442"/>
                  </a:lnTo>
                  <a:cubicBezTo>
                    <a:pt x="17268" y="29694"/>
                    <a:pt x="17797" y="29814"/>
                    <a:pt x="18320" y="29814"/>
                  </a:cubicBezTo>
                  <a:cubicBezTo>
                    <a:pt x="19580" y="29814"/>
                    <a:pt x="20797" y="29118"/>
                    <a:pt x="21396" y="27921"/>
                  </a:cubicBezTo>
                  <a:cubicBezTo>
                    <a:pt x="22258" y="26229"/>
                    <a:pt x="21568" y="24144"/>
                    <a:pt x="19876" y="23298"/>
                  </a:cubicBezTo>
                  <a:lnTo>
                    <a:pt x="7791" y="17185"/>
                  </a:lnTo>
                  <a:lnTo>
                    <a:pt x="11380" y="4379"/>
                  </a:lnTo>
                  <a:cubicBezTo>
                    <a:pt x="11882" y="2545"/>
                    <a:pt x="10816" y="632"/>
                    <a:pt x="8982" y="131"/>
                  </a:cubicBezTo>
                  <a:cubicBezTo>
                    <a:pt x="8668" y="43"/>
                    <a:pt x="8353" y="0"/>
                    <a:pt x="804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70"/>
            <p:cNvSpPr/>
            <p:nvPr/>
          </p:nvSpPr>
          <p:spPr>
            <a:xfrm>
              <a:off x="13811837" y="6669602"/>
              <a:ext cx="1129263" cy="683250"/>
            </a:xfrm>
            <a:custGeom>
              <a:rect b="b" l="l" r="r" t="t"/>
              <a:pathLst>
                <a:path extrusionOk="0" h="9674" w="15989">
                  <a:moveTo>
                    <a:pt x="3151" y="0"/>
                  </a:moveTo>
                  <a:lnTo>
                    <a:pt x="1" y="7054"/>
                  </a:lnTo>
                  <a:cubicBezTo>
                    <a:pt x="1666" y="8386"/>
                    <a:pt x="5868" y="9673"/>
                    <a:pt x="8506" y="9673"/>
                  </a:cubicBezTo>
                  <a:cubicBezTo>
                    <a:pt x="8972" y="9673"/>
                    <a:pt x="9389" y="9633"/>
                    <a:pt x="9734" y="9546"/>
                  </a:cubicBezTo>
                  <a:cubicBezTo>
                    <a:pt x="12039" y="8950"/>
                    <a:pt x="15989" y="4750"/>
                    <a:pt x="14264" y="4515"/>
                  </a:cubicBezTo>
                  <a:cubicBezTo>
                    <a:pt x="12540" y="4279"/>
                    <a:pt x="9170" y="2978"/>
                    <a:pt x="9170" y="2978"/>
                  </a:cubicBezTo>
                  <a:cubicBezTo>
                    <a:pt x="9170" y="2978"/>
                    <a:pt x="15565" y="1944"/>
                    <a:pt x="11756" y="1693"/>
                  </a:cubicBezTo>
                  <a:cubicBezTo>
                    <a:pt x="7963" y="1427"/>
                    <a:pt x="3151" y="0"/>
                    <a:pt x="3151" y="0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8" name="Google Shape;1538;p70"/>
            <p:cNvSpPr/>
            <p:nvPr/>
          </p:nvSpPr>
          <p:spPr>
            <a:xfrm>
              <a:off x="14386393" y="7030509"/>
              <a:ext cx="417409" cy="107424"/>
            </a:xfrm>
            <a:custGeom>
              <a:rect b="b" l="l" r="r" t="t"/>
              <a:pathLst>
                <a:path extrusionOk="0" h="1521" w="5910">
                  <a:moveTo>
                    <a:pt x="252" y="0"/>
                  </a:moveTo>
                  <a:lnTo>
                    <a:pt x="1" y="580"/>
                  </a:lnTo>
                  <a:cubicBezTo>
                    <a:pt x="1929" y="1380"/>
                    <a:pt x="5659" y="1505"/>
                    <a:pt x="5816" y="1521"/>
                  </a:cubicBezTo>
                  <a:lnTo>
                    <a:pt x="5910" y="909"/>
                  </a:lnTo>
                  <a:cubicBezTo>
                    <a:pt x="5863" y="909"/>
                    <a:pt x="2101" y="768"/>
                    <a:pt x="2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9" name="Google Shape;1539;p70"/>
            <p:cNvSpPr/>
            <p:nvPr/>
          </p:nvSpPr>
          <p:spPr>
            <a:xfrm>
              <a:off x="14265761" y="7154461"/>
              <a:ext cx="462822" cy="85389"/>
            </a:xfrm>
            <a:custGeom>
              <a:rect b="b" l="l" r="r" t="t"/>
              <a:pathLst>
                <a:path extrusionOk="0" h="1209" w="6553">
                  <a:moveTo>
                    <a:pt x="267" y="1"/>
                  </a:moveTo>
                  <a:lnTo>
                    <a:pt x="0" y="565"/>
                  </a:lnTo>
                  <a:cubicBezTo>
                    <a:pt x="1158" y="1055"/>
                    <a:pt x="2772" y="1208"/>
                    <a:pt x="4109" y="1208"/>
                  </a:cubicBezTo>
                  <a:cubicBezTo>
                    <a:pt x="5252" y="1208"/>
                    <a:pt x="6192" y="1097"/>
                    <a:pt x="6474" y="988"/>
                  </a:cubicBezTo>
                  <a:cubicBezTo>
                    <a:pt x="6521" y="988"/>
                    <a:pt x="6536" y="973"/>
                    <a:pt x="6552" y="957"/>
                  </a:cubicBezTo>
                  <a:lnTo>
                    <a:pt x="6380" y="737"/>
                  </a:lnTo>
                  <a:lnTo>
                    <a:pt x="6333" y="440"/>
                  </a:lnTo>
                  <a:cubicBezTo>
                    <a:pt x="6141" y="478"/>
                    <a:pt x="5212" y="591"/>
                    <a:pt x="4056" y="591"/>
                  </a:cubicBezTo>
                  <a:cubicBezTo>
                    <a:pt x="2844" y="591"/>
                    <a:pt x="1383" y="466"/>
                    <a:pt x="26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0" name="Google Shape;1540;p70"/>
            <p:cNvSpPr/>
            <p:nvPr/>
          </p:nvSpPr>
          <p:spPr>
            <a:xfrm>
              <a:off x="14204880" y="7251927"/>
              <a:ext cx="421858" cy="81080"/>
            </a:xfrm>
            <a:custGeom>
              <a:rect b="b" l="l" r="r" t="t"/>
              <a:pathLst>
                <a:path extrusionOk="0" h="1148" w="5973">
                  <a:moveTo>
                    <a:pt x="282" y="0"/>
                  </a:moveTo>
                  <a:lnTo>
                    <a:pt x="0" y="564"/>
                  </a:lnTo>
                  <a:cubicBezTo>
                    <a:pt x="945" y="1006"/>
                    <a:pt x="2046" y="1148"/>
                    <a:pt x="3045" y="1148"/>
                  </a:cubicBezTo>
                  <a:cubicBezTo>
                    <a:pt x="4384" y="1148"/>
                    <a:pt x="5537" y="894"/>
                    <a:pt x="5878" y="768"/>
                  </a:cubicBezTo>
                  <a:cubicBezTo>
                    <a:pt x="5925" y="752"/>
                    <a:pt x="5956" y="737"/>
                    <a:pt x="5972" y="737"/>
                  </a:cubicBezTo>
                  <a:lnTo>
                    <a:pt x="5816" y="434"/>
                  </a:lnTo>
                  <a:lnTo>
                    <a:pt x="5721" y="204"/>
                  </a:lnTo>
                  <a:cubicBezTo>
                    <a:pt x="5514" y="303"/>
                    <a:pt x="4428" y="543"/>
                    <a:pt x="3150" y="543"/>
                  </a:cubicBezTo>
                  <a:cubicBezTo>
                    <a:pt x="2208" y="543"/>
                    <a:pt x="1160" y="412"/>
                    <a:pt x="28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70"/>
            <p:cNvSpPr/>
            <p:nvPr/>
          </p:nvSpPr>
          <p:spPr>
            <a:xfrm>
              <a:off x="13294843" y="5321251"/>
              <a:ext cx="71" cy="543620"/>
            </a:xfrm>
            <a:custGeom>
              <a:rect b="b" l="l" r="r" t="t"/>
              <a:pathLst>
                <a:path extrusionOk="0" h="7697" w="1">
                  <a:moveTo>
                    <a:pt x="1" y="7696"/>
                  </a:moveTo>
                  <a:lnTo>
                    <a:pt x="1" y="0"/>
                  </a:lnTo>
                </a:path>
              </a:pathLst>
            </a:custGeom>
            <a:solidFill>
              <a:srgbClr val="8383FD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2" name="Google Shape;1542;p70"/>
            <p:cNvSpPr/>
            <p:nvPr/>
          </p:nvSpPr>
          <p:spPr>
            <a:xfrm>
              <a:off x="13278245" y="5321251"/>
              <a:ext cx="34396" cy="543620"/>
            </a:xfrm>
            <a:custGeom>
              <a:rect b="b" l="l" r="r" t="t"/>
              <a:pathLst>
                <a:path extrusionOk="0" h="7697" w="487">
                  <a:moveTo>
                    <a:pt x="1" y="0"/>
                  </a:moveTo>
                  <a:lnTo>
                    <a:pt x="1" y="7696"/>
                  </a:lnTo>
                  <a:lnTo>
                    <a:pt x="487" y="7696"/>
                  </a:lnTo>
                  <a:lnTo>
                    <a:pt x="48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43" name="Google Shape;1543;p70"/>
          <p:cNvGrpSpPr/>
          <p:nvPr/>
        </p:nvGrpSpPr>
        <p:grpSpPr>
          <a:xfrm>
            <a:off x="4665681" y="2064186"/>
            <a:ext cx="1543388" cy="1392049"/>
            <a:chOff x="15005232" y="3558033"/>
            <a:chExt cx="2124124" cy="2005257"/>
          </a:xfrm>
        </p:grpSpPr>
        <p:sp>
          <p:nvSpPr>
            <p:cNvPr id="1544" name="Google Shape;1544;p70"/>
            <p:cNvSpPr/>
            <p:nvPr/>
          </p:nvSpPr>
          <p:spPr>
            <a:xfrm>
              <a:off x="15914139" y="3572088"/>
              <a:ext cx="1215217" cy="601464"/>
            </a:xfrm>
            <a:custGeom>
              <a:rect b="b" l="l" r="r" t="t"/>
              <a:pathLst>
                <a:path extrusionOk="0" h="8516" w="17206">
                  <a:moveTo>
                    <a:pt x="4797" y="1"/>
                  </a:moveTo>
                  <a:cubicBezTo>
                    <a:pt x="3950" y="142"/>
                    <a:pt x="2195" y="675"/>
                    <a:pt x="2195" y="675"/>
                  </a:cubicBezTo>
                  <a:cubicBezTo>
                    <a:pt x="0" y="3041"/>
                    <a:pt x="3370" y="6913"/>
                    <a:pt x="7461" y="8026"/>
                  </a:cubicBezTo>
                  <a:cubicBezTo>
                    <a:pt x="8703" y="8370"/>
                    <a:pt x="9804" y="8516"/>
                    <a:pt x="10762" y="8516"/>
                  </a:cubicBezTo>
                  <a:cubicBezTo>
                    <a:pt x="12948" y="8516"/>
                    <a:pt x="14384" y="7755"/>
                    <a:pt x="15016" y="6850"/>
                  </a:cubicBezTo>
                  <a:cubicBezTo>
                    <a:pt x="17205" y="3684"/>
                    <a:pt x="15617" y="735"/>
                    <a:pt x="11353" y="735"/>
                  </a:cubicBezTo>
                  <a:cubicBezTo>
                    <a:pt x="11037" y="735"/>
                    <a:pt x="10706" y="751"/>
                    <a:pt x="10361" y="784"/>
                  </a:cubicBezTo>
                  <a:cubicBezTo>
                    <a:pt x="9917" y="827"/>
                    <a:pt x="9495" y="845"/>
                    <a:pt x="9096" y="845"/>
                  </a:cubicBezTo>
                  <a:cubicBezTo>
                    <a:pt x="6403" y="845"/>
                    <a:pt x="4797" y="1"/>
                    <a:pt x="4797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5" name="Google Shape;1545;p70"/>
            <p:cNvSpPr/>
            <p:nvPr/>
          </p:nvSpPr>
          <p:spPr>
            <a:xfrm>
              <a:off x="16404507" y="3825641"/>
              <a:ext cx="58762" cy="59821"/>
            </a:xfrm>
            <a:custGeom>
              <a:rect b="b" l="l" r="r" t="t"/>
              <a:pathLst>
                <a:path extrusionOk="0" h="847" w="832">
                  <a:moveTo>
                    <a:pt x="424" y="0"/>
                  </a:moveTo>
                  <a:cubicBezTo>
                    <a:pt x="189" y="0"/>
                    <a:pt x="1" y="188"/>
                    <a:pt x="1" y="423"/>
                  </a:cubicBezTo>
                  <a:cubicBezTo>
                    <a:pt x="1" y="658"/>
                    <a:pt x="189" y="846"/>
                    <a:pt x="424" y="846"/>
                  </a:cubicBezTo>
                  <a:cubicBezTo>
                    <a:pt x="644" y="846"/>
                    <a:pt x="832" y="658"/>
                    <a:pt x="832" y="423"/>
                  </a:cubicBezTo>
                  <a:cubicBezTo>
                    <a:pt x="832" y="188"/>
                    <a:pt x="644" y="0"/>
                    <a:pt x="4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70"/>
            <p:cNvSpPr/>
            <p:nvPr/>
          </p:nvSpPr>
          <p:spPr>
            <a:xfrm>
              <a:off x="15469114" y="4137038"/>
              <a:ext cx="502656" cy="574272"/>
            </a:xfrm>
            <a:custGeom>
              <a:rect b="b" l="l" r="r" t="t"/>
              <a:pathLst>
                <a:path extrusionOk="0" h="8131" w="7117">
                  <a:moveTo>
                    <a:pt x="4061" y="0"/>
                  </a:moveTo>
                  <a:cubicBezTo>
                    <a:pt x="2917" y="0"/>
                    <a:pt x="1851" y="734"/>
                    <a:pt x="1474" y="1892"/>
                  </a:cubicBezTo>
                  <a:lnTo>
                    <a:pt x="0" y="6453"/>
                  </a:lnTo>
                  <a:lnTo>
                    <a:pt x="5173" y="8130"/>
                  </a:lnTo>
                  <a:lnTo>
                    <a:pt x="6662" y="3569"/>
                  </a:lnTo>
                  <a:cubicBezTo>
                    <a:pt x="7116" y="2143"/>
                    <a:pt x="6333" y="607"/>
                    <a:pt x="4906" y="137"/>
                  </a:cubicBezTo>
                  <a:cubicBezTo>
                    <a:pt x="4626" y="44"/>
                    <a:pt x="4341" y="0"/>
                    <a:pt x="4061" y="0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70"/>
            <p:cNvSpPr/>
            <p:nvPr/>
          </p:nvSpPr>
          <p:spPr>
            <a:xfrm>
              <a:off x="15753602" y="4138875"/>
              <a:ext cx="874651" cy="810451"/>
            </a:xfrm>
            <a:custGeom>
              <a:rect b="b" l="l" r="r" t="t"/>
              <a:pathLst>
                <a:path extrusionOk="0" h="11475" w="12384">
                  <a:moveTo>
                    <a:pt x="0" y="1"/>
                  </a:moveTo>
                  <a:lnTo>
                    <a:pt x="0" y="9217"/>
                  </a:lnTo>
                  <a:cubicBezTo>
                    <a:pt x="0" y="10471"/>
                    <a:pt x="1019" y="11474"/>
                    <a:pt x="2258" y="11474"/>
                  </a:cubicBezTo>
                  <a:lnTo>
                    <a:pt x="10126" y="11474"/>
                  </a:lnTo>
                  <a:cubicBezTo>
                    <a:pt x="11380" y="11474"/>
                    <a:pt x="12383" y="10471"/>
                    <a:pt x="12383" y="9217"/>
                  </a:cubicBezTo>
                  <a:lnTo>
                    <a:pt x="12383" y="1"/>
                  </a:ln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70"/>
            <p:cNvSpPr/>
            <p:nvPr/>
          </p:nvSpPr>
          <p:spPr>
            <a:xfrm>
              <a:off x="15753602" y="4402386"/>
              <a:ext cx="29946" cy="320013"/>
            </a:xfrm>
            <a:custGeom>
              <a:rect b="b" l="l" r="r" t="t"/>
              <a:pathLst>
                <a:path extrusionOk="0" h="4531" w="424">
                  <a:moveTo>
                    <a:pt x="16" y="0"/>
                  </a:moveTo>
                  <a:lnTo>
                    <a:pt x="0" y="4530"/>
                  </a:lnTo>
                  <a:lnTo>
                    <a:pt x="408" y="4530"/>
                  </a:lnTo>
                  <a:lnTo>
                    <a:pt x="4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70"/>
            <p:cNvSpPr/>
            <p:nvPr/>
          </p:nvSpPr>
          <p:spPr>
            <a:xfrm>
              <a:off x="16374631" y="3869925"/>
              <a:ext cx="58762" cy="58691"/>
            </a:xfrm>
            <a:custGeom>
              <a:rect b="b" l="l" r="r" t="t"/>
              <a:pathLst>
                <a:path extrusionOk="0" h="831" w="832">
                  <a:moveTo>
                    <a:pt x="408" y="0"/>
                  </a:moveTo>
                  <a:cubicBezTo>
                    <a:pt x="189" y="0"/>
                    <a:pt x="1" y="188"/>
                    <a:pt x="1" y="408"/>
                  </a:cubicBezTo>
                  <a:cubicBezTo>
                    <a:pt x="1" y="643"/>
                    <a:pt x="189" y="831"/>
                    <a:pt x="408" y="831"/>
                  </a:cubicBezTo>
                  <a:cubicBezTo>
                    <a:pt x="643" y="831"/>
                    <a:pt x="832" y="643"/>
                    <a:pt x="832" y="408"/>
                  </a:cubicBezTo>
                  <a:cubicBezTo>
                    <a:pt x="832" y="188"/>
                    <a:pt x="643" y="0"/>
                    <a:pt x="4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0" name="Google Shape;1550;p70"/>
            <p:cNvSpPr/>
            <p:nvPr/>
          </p:nvSpPr>
          <p:spPr>
            <a:xfrm>
              <a:off x="15005232" y="4587219"/>
              <a:ext cx="1045146" cy="730783"/>
            </a:xfrm>
            <a:custGeom>
              <a:rect b="b" l="l" r="r" t="t"/>
              <a:pathLst>
                <a:path extrusionOk="0" h="10347" w="14798">
                  <a:moveTo>
                    <a:pt x="628" y="1"/>
                  </a:moveTo>
                  <a:cubicBezTo>
                    <a:pt x="267" y="1"/>
                    <a:pt x="1" y="283"/>
                    <a:pt x="1" y="628"/>
                  </a:cubicBezTo>
                  <a:lnTo>
                    <a:pt x="1" y="9719"/>
                  </a:lnTo>
                  <a:cubicBezTo>
                    <a:pt x="1" y="10064"/>
                    <a:pt x="267" y="10346"/>
                    <a:pt x="628" y="10346"/>
                  </a:cubicBezTo>
                  <a:lnTo>
                    <a:pt x="14170" y="10346"/>
                  </a:lnTo>
                  <a:cubicBezTo>
                    <a:pt x="14531" y="10346"/>
                    <a:pt x="14797" y="10064"/>
                    <a:pt x="14797" y="9719"/>
                  </a:cubicBezTo>
                  <a:lnTo>
                    <a:pt x="14797" y="628"/>
                  </a:lnTo>
                  <a:cubicBezTo>
                    <a:pt x="14797" y="283"/>
                    <a:pt x="14531" y="1"/>
                    <a:pt x="14170" y="1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1" name="Google Shape;1551;p70"/>
            <p:cNvSpPr/>
            <p:nvPr/>
          </p:nvSpPr>
          <p:spPr>
            <a:xfrm>
              <a:off x="15005232" y="5372174"/>
              <a:ext cx="1046205" cy="89697"/>
            </a:xfrm>
            <a:custGeom>
              <a:rect b="b" l="l" r="r" t="t"/>
              <a:pathLst>
                <a:path extrusionOk="0" h="1270" w="14813">
                  <a:moveTo>
                    <a:pt x="1" y="0"/>
                  </a:moveTo>
                  <a:lnTo>
                    <a:pt x="1" y="721"/>
                  </a:lnTo>
                  <a:cubicBezTo>
                    <a:pt x="1" y="1019"/>
                    <a:pt x="236" y="1270"/>
                    <a:pt x="549" y="1270"/>
                  </a:cubicBezTo>
                  <a:lnTo>
                    <a:pt x="14249" y="1270"/>
                  </a:lnTo>
                  <a:cubicBezTo>
                    <a:pt x="14562" y="1270"/>
                    <a:pt x="14813" y="1019"/>
                    <a:pt x="14813" y="721"/>
                  </a:cubicBezTo>
                  <a:lnTo>
                    <a:pt x="14813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2" name="Google Shape;1552;p70"/>
            <p:cNvSpPr/>
            <p:nvPr/>
          </p:nvSpPr>
          <p:spPr>
            <a:xfrm>
              <a:off x="15462475" y="4887245"/>
              <a:ext cx="130661" cy="130732"/>
            </a:xfrm>
            <a:custGeom>
              <a:rect b="b" l="l" r="r" t="t"/>
              <a:pathLst>
                <a:path extrusionOk="0" h="1851" w="1850">
                  <a:moveTo>
                    <a:pt x="925" y="1"/>
                  </a:moveTo>
                  <a:cubicBezTo>
                    <a:pt x="423" y="1"/>
                    <a:pt x="0" y="424"/>
                    <a:pt x="0" y="925"/>
                  </a:cubicBezTo>
                  <a:cubicBezTo>
                    <a:pt x="0" y="1443"/>
                    <a:pt x="423" y="1850"/>
                    <a:pt x="925" y="1850"/>
                  </a:cubicBezTo>
                  <a:cubicBezTo>
                    <a:pt x="1427" y="1850"/>
                    <a:pt x="1850" y="1443"/>
                    <a:pt x="1850" y="925"/>
                  </a:cubicBezTo>
                  <a:cubicBezTo>
                    <a:pt x="1850" y="424"/>
                    <a:pt x="1427" y="1"/>
                    <a:pt x="925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3" name="Google Shape;1553;p70"/>
            <p:cNvSpPr/>
            <p:nvPr/>
          </p:nvSpPr>
          <p:spPr>
            <a:xfrm>
              <a:off x="15947334" y="4142900"/>
              <a:ext cx="958768" cy="1420390"/>
            </a:xfrm>
            <a:custGeom>
              <a:rect b="b" l="l" r="r" t="t"/>
              <a:pathLst>
                <a:path extrusionOk="0" h="20111" w="13575">
                  <a:moveTo>
                    <a:pt x="10016" y="1"/>
                  </a:moveTo>
                  <a:cubicBezTo>
                    <a:pt x="9959" y="1"/>
                    <a:pt x="9901" y="3"/>
                    <a:pt x="9844" y="7"/>
                  </a:cubicBezTo>
                  <a:cubicBezTo>
                    <a:pt x="8449" y="101"/>
                    <a:pt x="7399" y="1292"/>
                    <a:pt x="7493" y="2687"/>
                  </a:cubicBezTo>
                  <a:lnTo>
                    <a:pt x="8292" y="14662"/>
                  </a:lnTo>
                  <a:lnTo>
                    <a:pt x="2947" y="13925"/>
                  </a:lnTo>
                  <a:cubicBezTo>
                    <a:pt x="2832" y="13909"/>
                    <a:pt x="2718" y="13902"/>
                    <a:pt x="2604" y="13902"/>
                  </a:cubicBezTo>
                  <a:cubicBezTo>
                    <a:pt x="1374" y="13902"/>
                    <a:pt x="282" y="14810"/>
                    <a:pt x="110" y="16073"/>
                  </a:cubicBezTo>
                  <a:cubicBezTo>
                    <a:pt x="0" y="16841"/>
                    <a:pt x="251" y="17577"/>
                    <a:pt x="737" y="18110"/>
                  </a:cubicBezTo>
                  <a:cubicBezTo>
                    <a:pt x="1129" y="18534"/>
                    <a:pt x="1646" y="18831"/>
                    <a:pt x="2258" y="18910"/>
                  </a:cubicBezTo>
                  <a:lnTo>
                    <a:pt x="10659" y="20085"/>
                  </a:lnTo>
                  <a:cubicBezTo>
                    <a:pt x="10776" y="20102"/>
                    <a:pt x="10893" y="20111"/>
                    <a:pt x="11009" y="20111"/>
                  </a:cubicBezTo>
                  <a:cubicBezTo>
                    <a:pt x="11640" y="20111"/>
                    <a:pt x="12249" y="19864"/>
                    <a:pt x="12712" y="19427"/>
                  </a:cubicBezTo>
                  <a:cubicBezTo>
                    <a:pt x="13277" y="18910"/>
                    <a:pt x="13574" y="18173"/>
                    <a:pt x="13512" y="17421"/>
                  </a:cubicBezTo>
                  <a:lnTo>
                    <a:pt x="12524" y="2358"/>
                  </a:lnTo>
                  <a:cubicBezTo>
                    <a:pt x="12434" y="1021"/>
                    <a:pt x="11322" y="1"/>
                    <a:pt x="10016" y="1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70"/>
            <p:cNvSpPr/>
            <p:nvPr/>
          </p:nvSpPr>
          <p:spPr>
            <a:xfrm>
              <a:off x="15585791" y="4983298"/>
              <a:ext cx="678236" cy="502656"/>
            </a:xfrm>
            <a:custGeom>
              <a:rect b="b" l="l" r="r" t="t"/>
              <a:pathLst>
                <a:path extrusionOk="0" h="7117" w="9603">
                  <a:moveTo>
                    <a:pt x="2870" y="0"/>
                  </a:moveTo>
                  <a:cubicBezTo>
                    <a:pt x="2324" y="0"/>
                    <a:pt x="4775" y="1838"/>
                    <a:pt x="4775" y="1838"/>
                  </a:cubicBezTo>
                  <a:cubicBezTo>
                    <a:pt x="4775" y="1838"/>
                    <a:pt x="2204" y="1431"/>
                    <a:pt x="1044" y="992"/>
                  </a:cubicBezTo>
                  <a:cubicBezTo>
                    <a:pt x="979" y="967"/>
                    <a:pt x="921" y="955"/>
                    <a:pt x="868" y="955"/>
                  </a:cubicBezTo>
                  <a:cubicBezTo>
                    <a:pt x="1" y="955"/>
                    <a:pt x="846" y="4220"/>
                    <a:pt x="1985" y="5240"/>
                  </a:cubicBezTo>
                  <a:cubicBezTo>
                    <a:pt x="3082" y="6223"/>
                    <a:pt x="6450" y="7116"/>
                    <a:pt x="8383" y="7116"/>
                  </a:cubicBezTo>
                  <a:cubicBezTo>
                    <a:pt x="8575" y="7116"/>
                    <a:pt x="8753" y="7108"/>
                    <a:pt x="8913" y="7089"/>
                  </a:cubicBezTo>
                  <a:lnTo>
                    <a:pt x="9602" y="2183"/>
                  </a:lnTo>
                  <a:cubicBezTo>
                    <a:pt x="9602" y="2183"/>
                    <a:pt x="6091" y="1384"/>
                    <a:pt x="3646" y="271"/>
                  </a:cubicBezTo>
                  <a:cubicBezTo>
                    <a:pt x="3226" y="80"/>
                    <a:pt x="2983" y="0"/>
                    <a:pt x="2870" y="0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70"/>
            <p:cNvSpPr/>
            <p:nvPr/>
          </p:nvSpPr>
          <p:spPr>
            <a:xfrm>
              <a:off x="15617432" y="5116431"/>
              <a:ext cx="283499" cy="125152"/>
            </a:xfrm>
            <a:custGeom>
              <a:rect b="b" l="l" r="r" t="t"/>
              <a:pathLst>
                <a:path extrusionOk="0" h="1772" w="4014">
                  <a:moveTo>
                    <a:pt x="189" y="0"/>
                  </a:moveTo>
                  <a:lnTo>
                    <a:pt x="1" y="361"/>
                  </a:lnTo>
                  <a:cubicBezTo>
                    <a:pt x="110" y="423"/>
                    <a:pt x="2461" y="1568"/>
                    <a:pt x="3950" y="1771"/>
                  </a:cubicBezTo>
                  <a:lnTo>
                    <a:pt x="4013" y="1380"/>
                  </a:lnTo>
                  <a:cubicBezTo>
                    <a:pt x="2587" y="1176"/>
                    <a:pt x="204" y="16"/>
                    <a:pt x="18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70"/>
            <p:cNvSpPr/>
            <p:nvPr/>
          </p:nvSpPr>
          <p:spPr>
            <a:xfrm>
              <a:off x="15629580" y="5196099"/>
              <a:ext cx="299037" cy="152838"/>
            </a:xfrm>
            <a:custGeom>
              <a:rect b="b" l="l" r="r" t="t"/>
              <a:pathLst>
                <a:path extrusionOk="0" h="2164" w="4234">
                  <a:moveTo>
                    <a:pt x="314" y="1"/>
                  </a:moveTo>
                  <a:lnTo>
                    <a:pt x="189" y="158"/>
                  </a:lnTo>
                  <a:lnTo>
                    <a:pt x="1" y="220"/>
                  </a:lnTo>
                  <a:cubicBezTo>
                    <a:pt x="1" y="220"/>
                    <a:pt x="17" y="236"/>
                    <a:pt x="32" y="267"/>
                  </a:cubicBezTo>
                  <a:cubicBezTo>
                    <a:pt x="330" y="596"/>
                    <a:pt x="2525" y="1960"/>
                    <a:pt x="4186" y="2164"/>
                  </a:cubicBezTo>
                  <a:lnTo>
                    <a:pt x="4233" y="1772"/>
                  </a:lnTo>
                  <a:cubicBezTo>
                    <a:pt x="2556" y="1553"/>
                    <a:pt x="534" y="173"/>
                    <a:pt x="31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7" name="Google Shape;1557;p70"/>
            <p:cNvSpPr/>
            <p:nvPr/>
          </p:nvSpPr>
          <p:spPr>
            <a:xfrm>
              <a:off x="15661716" y="5274707"/>
              <a:ext cx="267961" cy="147329"/>
            </a:xfrm>
            <a:custGeom>
              <a:rect b="b" l="l" r="r" t="t"/>
              <a:pathLst>
                <a:path extrusionOk="0" h="2086" w="3794">
                  <a:moveTo>
                    <a:pt x="345" y="1"/>
                  </a:moveTo>
                  <a:lnTo>
                    <a:pt x="189" y="110"/>
                  </a:lnTo>
                  <a:lnTo>
                    <a:pt x="359" y="17"/>
                  </a:lnTo>
                  <a:lnTo>
                    <a:pt x="359" y="17"/>
                  </a:lnTo>
                  <a:cubicBezTo>
                    <a:pt x="359" y="17"/>
                    <a:pt x="359" y="17"/>
                    <a:pt x="359" y="17"/>
                  </a:cubicBezTo>
                  <a:lnTo>
                    <a:pt x="359" y="17"/>
                  </a:lnTo>
                  <a:lnTo>
                    <a:pt x="361" y="16"/>
                  </a:lnTo>
                  <a:lnTo>
                    <a:pt x="359" y="17"/>
                  </a:lnTo>
                  <a:lnTo>
                    <a:pt x="359" y="17"/>
                  </a:lnTo>
                  <a:cubicBezTo>
                    <a:pt x="354" y="11"/>
                    <a:pt x="349" y="6"/>
                    <a:pt x="345" y="1"/>
                  </a:cubicBezTo>
                  <a:close/>
                  <a:moveTo>
                    <a:pt x="359" y="17"/>
                  </a:moveTo>
                  <a:lnTo>
                    <a:pt x="1" y="220"/>
                  </a:lnTo>
                  <a:cubicBezTo>
                    <a:pt x="16" y="220"/>
                    <a:pt x="32" y="236"/>
                    <a:pt x="48" y="267"/>
                  </a:cubicBezTo>
                  <a:cubicBezTo>
                    <a:pt x="330" y="581"/>
                    <a:pt x="2007" y="1929"/>
                    <a:pt x="3747" y="2085"/>
                  </a:cubicBezTo>
                  <a:lnTo>
                    <a:pt x="3794" y="1678"/>
                  </a:lnTo>
                  <a:cubicBezTo>
                    <a:pt x="2185" y="1540"/>
                    <a:pt x="592" y="279"/>
                    <a:pt x="359" y="1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8" name="Google Shape;1558;p70"/>
            <p:cNvSpPr/>
            <p:nvPr/>
          </p:nvSpPr>
          <p:spPr>
            <a:xfrm>
              <a:off x="16468778" y="4127786"/>
              <a:ext cx="391912" cy="533732"/>
            </a:xfrm>
            <a:custGeom>
              <a:rect b="b" l="l" r="r" t="t"/>
              <a:pathLst>
                <a:path extrusionOk="0" h="7557" w="5549">
                  <a:moveTo>
                    <a:pt x="2738" y="1"/>
                  </a:moveTo>
                  <a:cubicBezTo>
                    <a:pt x="2719" y="1"/>
                    <a:pt x="2700" y="1"/>
                    <a:pt x="2680" y="1"/>
                  </a:cubicBezTo>
                  <a:cubicBezTo>
                    <a:pt x="1191" y="32"/>
                    <a:pt x="0" y="1271"/>
                    <a:pt x="31" y="2760"/>
                  </a:cubicBezTo>
                  <a:lnTo>
                    <a:pt x="125" y="7556"/>
                  </a:lnTo>
                  <a:lnTo>
                    <a:pt x="5549" y="7431"/>
                  </a:lnTo>
                  <a:lnTo>
                    <a:pt x="5455" y="2650"/>
                  </a:lnTo>
                  <a:cubicBezTo>
                    <a:pt x="5424" y="1180"/>
                    <a:pt x="4217" y="1"/>
                    <a:pt x="2738" y="1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9" name="Google Shape;1559;p70"/>
            <p:cNvSpPr/>
            <p:nvPr/>
          </p:nvSpPr>
          <p:spPr>
            <a:xfrm>
              <a:off x="16457689" y="4428942"/>
              <a:ext cx="42094" cy="321143"/>
            </a:xfrm>
            <a:custGeom>
              <a:rect b="b" l="l" r="r" t="t"/>
              <a:pathLst>
                <a:path extrusionOk="0" h="4547" w="596">
                  <a:moveTo>
                    <a:pt x="408" y="1"/>
                  </a:moveTo>
                  <a:lnTo>
                    <a:pt x="0" y="32"/>
                  </a:lnTo>
                  <a:lnTo>
                    <a:pt x="188" y="4546"/>
                  </a:lnTo>
                  <a:lnTo>
                    <a:pt x="596" y="4530"/>
                  </a:lnTo>
                  <a:lnTo>
                    <a:pt x="40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70"/>
            <p:cNvSpPr/>
            <p:nvPr/>
          </p:nvSpPr>
          <p:spPr>
            <a:xfrm>
              <a:off x="15896411" y="3577597"/>
              <a:ext cx="515934" cy="516005"/>
            </a:xfrm>
            <a:custGeom>
              <a:rect b="b" l="l" r="r" t="t"/>
              <a:pathLst>
                <a:path extrusionOk="0" h="7306" w="7305">
                  <a:moveTo>
                    <a:pt x="3653" y="1"/>
                  </a:moveTo>
                  <a:cubicBezTo>
                    <a:pt x="1631" y="1"/>
                    <a:pt x="0" y="1631"/>
                    <a:pt x="0" y="3653"/>
                  </a:cubicBezTo>
                  <a:cubicBezTo>
                    <a:pt x="0" y="5675"/>
                    <a:pt x="1631" y="7305"/>
                    <a:pt x="3653" y="7305"/>
                  </a:cubicBezTo>
                  <a:cubicBezTo>
                    <a:pt x="5675" y="7305"/>
                    <a:pt x="7305" y="5675"/>
                    <a:pt x="7305" y="3653"/>
                  </a:cubicBezTo>
                  <a:cubicBezTo>
                    <a:pt x="7305" y="1631"/>
                    <a:pt x="5675" y="1"/>
                    <a:pt x="3653" y="1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1" name="Google Shape;1561;p70"/>
            <p:cNvSpPr/>
            <p:nvPr/>
          </p:nvSpPr>
          <p:spPr>
            <a:xfrm>
              <a:off x="15963931" y="3880943"/>
              <a:ext cx="117454" cy="63212"/>
            </a:xfrm>
            <a:custGeom>
              <a:rect b="b" l="l" r="r" t="t"/>
              <a:pathLst>
                <a:path extrusionOk="0" h="895" w="1663">
                  <a:moveTo>
                    <a:pt x="1390" y="0"/>
                  </a:moveTo>
                  <a:cubicBezTo>
                    <a:pt x="1349" y="0"/>
                    <a:pt x="1308" y="11"/>
                    <a:pt x="1270" y="32"/>
                  </a:cubicBezTo>
                  <a:cubicBezTo>
                    <a:pt x="1255" y="32"/>
                    <a:pt x="737" y="346"/>
                    <a:pt x="236" y="408"/>
                  </a:cubicBezTo>
                  <a:cubicBezTo>
                    <a:pt x="95" y="424"/>
                    <a:pt x="1" y="549"/>
                    <a:pt x="16" y="675"/>
                  </a:cubicBezTo>
                  <a:cubicBezTo>
                    <a:pt x="32" y="800"/>
                    <a:pt x="142" y="894"/>
                    <a:pt x="267" y="894"/>
                  </a:cubicBezTo>
                  <a:lnTo>
                    <a:pt x="283" y="894"/>
                  </a:lnTo>
                  <a:cubicBezTo>
                    <a:pt x="910" y="816"/>
                    <a:pt x="1490" y="455"/>
                    <a:pt x="1521" y="440"/>
                  </a:cubicBezTo>
                  <a:cubicBezTo>
                    <a:pt x="1631" y="377"/>
                    <a:pt x="1662" y="220"/>
                    <a:pt x="1599" y="110"/>
                  </a:cubicBezTo>
                  <a:cubicBezTo>
                    <a:pt x="1548" y="38"/>
                    <a:pt x="1469" y="0"/>
                    <a:pt x="13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70"/>
            <p:cNvSpPr/>
            <p:nvPr/>
          </p:nvSpPr>
          <p:spPr>
            <a:xfrm>
              <a:off x="16040351" y="3775284"/>
              <a:ext cx="116253" cy="49298"/>
            </a:xfrm>
            <a:custGeom>
              <a:rect b="b" l="l" r="r" t="t"/>
              <a:pathLst>
                <a:path extrusionOk="0" h="698" w="1646">
                  <a:moveTo>
                    <a:pt x="772" y="1"/>
                  </a:moveTo>
                  <a:cubicBezTo>
                    <a:pt x="551" y="1"/>
                    <a:pt x="315" y="73"/>
                    <a:pt x="94" y="274"/>
                  </a:cubicBezTo>
                  <a:cubicBezTo>
                    <a:pt x="0" y="368"/>
                    <a:pt x="0" y="525"/>
                    <a:pt x="94" y="619"/>
                  </a:cubicBezTo>
                  <a:cubicBezTo>
                    <a:pt x="137" y="670"/>
                    <a:pt x="202" y="698"/>
                    <a:pt x="268" y="698"/>
                  </a:cubicBezTo>
                  <a:cubicBezTo>
                    <a:pt x="324" y="698"/>
                    <a:pt x="380" y="678"/>
                    <a:pt x="423" y="635"/>
                  </a:cubicBezTo>
                  <a:cubicBezTo>
                    <a:pt x="543" y="526"/>
                    <a:pt x="669" y="489"/>
                    <a:pt x="785" y="489"/>
                  </a:cubicBezTo>
                  <a:cubicBezTo>
                    <a:pt x="1019" y="489"/>
                    <a:pt x="1212" y="640"/>
                    <a:pt x="1223" y="650"/>
                  </a:cubicBezTo>
                  <a:cubicBezTo>
                    <a:pt x="1270" y="682"/>
                    <a:pt x="1317" y="697"/>
                    <a:pt x="1379" y="697"/>
                  </a:cubicBezTo>
                  <a:cubicBezTo>
                    <a:pt x="1442" y="697"/>
                    <a:pt x="1521" y="666"/>
                    <a:pt x="1568" y="603"/>
                  </a:cubicBezTo>
                  <a:cubicBezTo>
                    <a:pt x="1646" y="494"/>
                    <a:pt x="1630" y="353"/>
                    <a:pt x="1521" y="274"/>
                  </a:cubicBezTo>
                  <a:cubicBezTo>
                    <a:pt x="1364" y="146"/>
                    <a:pt x="1084" y="1"/>
                    <a:pt x="77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70"/>
            <p:cNvSpPr/>
            <p:nvPr/>
          </p:nvSpPr>
          <p:spPr>
            <a:xfrm>
              <a:off x="15878684" y="3774648"/>
              <a:ext cx="106365" cy="48874"/>
            </a:xfrm>
            <a:custGeom>
              <a:rect b="b" l="l" r="r" t="t"/>
              <a:pathLst>
                <a:path extrusionOk="0" h="692" w="1506">
                  <a:moveTo>
                    <a:pt x="713" y="0"/>
                  </a:moveTo>
                  <a:cubicBezTo>
                    <a:pt x="501" y="0"/>
                    <a:pt x="278" y="77"/>
                    <a:pt x="79" y="283"/>
                  </a:cubicBezTo>
                  <a:cubicBezTo>
                    <a:pt x="1" y="377"/>
                    <a:pt x="1" y="534"/>
                    <a:pt x="95" y="628"/>
                  </a:cubicBezTo>
                  <a:cubicBezTo>
                    <a:pt x="142" y="675"/>
                    <a:pt x="204" y="691"/>
                    <a:pt x="251" y="691"/>
                  </a:cubicBezTo>
                  <a:cubicBezTo>
                    <a:pt x="330" y="691"/>
                    <a:pt x="393" y="659"/>
                    <a:pt x="440" y="612"/>
                  </a:cubicBezTo>
                  <a:cubicBezTo>
                    <a:pt x="532" y="514"/>
                    <a:pt x="631" y="480"/>
                    <a:pt x="722" y="480"/>
                  </a:cubicBezTo>
                  <a:cubicBezTo>
                    <a:pt x="892" y="480"/>
                    <a:pt x="1036" y="597"/>
                    <a:pt x="1067" y="628"/>
                  </a:cubicBezTo>
                  <a:cubicBezTo>
                    <a:pt x="1117" y="671"/>
                    <a:pt x="1174" y="691"/>
                    <a:pt x="1230" y="691"/>
                  </a:cubicBezTo>
                  <a:cubicBezTo>
                    <a:pt x="1296" y="691"/>
                    <a:pt x="1360" y="663"/>
                    <a:pt x="1411" y="612"/>
                  </a:cubicBezTo>
                  <a:cubicBezTo>
                    <a:pt x="1505" y="518"/>
                    <a:pt x="1490" y="362"/>
                    <a:pt x="1396" y="267"/>
                  </a:cubicBezTo>
                  <a:cubicBezTo>
                    <a:pt x="1237" y="127"/>
                    <a:pt x="985" y="0"/>
                    <a:pt x="71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70"/>
            <p:cNvSpPr/>
            <p:nvPr/>
          </p:nvSpPr>
          <p:spPr>
            <a:xfrm>
              <a:off x="16348075" y="3756991"/>
              <a:ext cx="129601" cy="129601"/>
            </a:xfrm>
            <a:custGeom>
              <a:rect b="b" l="l" r="r" t="t"/>
              <a:pathLst>
                <a:path extrusionOk="0" h="1835" w="1835">
                  <a:moveTo>
                    <a:pt x="910" y="0"/>
                  </a:moveTo>
                  <a:cubicBezTo>
                    <a:pt x="408" y="0"/>
                    <a:pt x="1" y="408"/>
                    <a:pt x="1" y="925"/>
                  </a:cubicBezTo>
                  <a:cubicBezTo>
                    <a:pt x="1" y="1427"/>
                    <a:pt x="408" y="1834"/>
                    <a:pt x="910" y="1834"/>
                  </a:cubicBezTo>
                  <a:cubicBezTo>
                    <a:pt x="1427" y="1834"/>
                    <a:pt x="1834" y="1427"/>
                    <a:pt x="1834" y="925"/>
                  </a:cubicBezTo>
                  <a:cubicBezTo>
                    <a:pt x="1834" y="408"/>
                    <a:pt x="1427" y="0"/>
                    <a:pt x="910" y="0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70"/>
            <p:cNvSpPr/>
            <p:nvPr/>
          </p:nvSpPr>
          <p:spPr>
            <a:xfrm>
              <a:off x="16050309" y="3558033"/>
              <a:ext cx="335481" cy="208280"/>
            </a:xfrm>
            <a:custGeom>
              <a:rect b="b" l="l" r="r" t="t"/>
              <a:pathLst>
                <a:path extrusionOk="0" h="2949" w="4750">
                  <a:moveTo>
                    <a:pt x="1823" y="1"/>
                  </a:moveTo>
                  <a:cubicBezTo>
                    <a:pt x="1151" y="1"/>
                    <a:pt x="497" y="188"/>
                    <a:pt x="0" y="482"/>
                  </a:cubicBezTo>
                  <a:cubicBezTo>
                    <a:pt x="0" y="482"/>
                    <a:pt x="1768" y="2949"/>
                    <a:pt x="4163" y="2949"/>
                  </a:cubicBezTo>
                  <a:cubicBezTo>
                    <a:pt x="4330" y="2949"/>
                    <a:pt x="4499" y="2937"/>
                    <a:pt x="4671" y="2911"/>
                  </a:cubicBezTo>
                  <a:cubicBezTo>
                    <a:pt x="4671" y="2911"/>
                    <a:pt x="4750" y="1360"/>
                    <a:pt x="3621" y="544"/>
                  </a:cubicBezTo>
                  <a:cubicBezTo>
                    <a:pt x="3079" y="161"/>
                    <a:pt x="2444" y="1"/>
                    <a:pt x="1823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66" name="Google Shape;1566;p70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567" name="Google Shape;1567;p70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568" name="Google Shape;1568;p70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9" name="Google Shape;1569;p70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0" name="Google Shape;1570;p70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1" name="Google Shape;1571;p70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2" name="Google Shape;1572;p70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3" name="Google Shape;1573;p70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4" name="Google Shape;1574;p70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5" name="Google Shape;1575;p70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6" name="Google Shape;1576;p70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7" name="Google Shape;1577;p70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8" name="Google Shape;1578;p70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9" name="Google Shape;1579;p70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80" name="Google Shape;1580;p70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H">
  <a:themeElements>
    <a:clrScheme name="Simple Light">
      <a:dk1>
        <a:srgbClr val="263238"/>
      </a:dk1>
      <a:lt1>
        <a:srgbClr val="FFFFFF"/>
      </a:lt1>
      <a:dk2>
        <a:srgbClr val="B9A7F7"/>
      </a:dk2>
      <a:lt2>
        <a:srgbClr val="F0EEE8"/>
      </a:lt2>
      <a:accent1>
        <a:srgbClr val="997610"/>
      </a:accent1>
      <a:accent2>
        <a:srgbClr val="CC9E15"/>
      </a:accent2>
      <a:accent3>
        <a:srgbClr val="FFC51A"/>
      </a:accent3>
      <a:accent4>
        <a:srgbClr val="FFD148"/>
      </a:accent4>
      <a:accent5>
        <a:srgbClr val="FF7059"/>
      </a:accent5>
      <a:accent6>
        <a:srgbClr val="00CC7E"/>
      </a:accent6>
      <a:hlink>
        <a:srgbClr val="00CC7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DBF0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